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12192000" cy="6858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hyperlink" Target="https://maps.herts.ac.uk/poi/3421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j.hill@herts.ac.uk" TargetMode="Externa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hyperlink" Target="https://drive.google.com/file/d/1vNeBbxptU91i2gMCCVGAfWKuQgoieXtp/view" TargetMode="Externa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hyperlink" Target="http://notebooklm.google.com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mermaid.live/" TargetMode="Externa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hyperlink" Target="https://mermaid.live/" TargetMode="Externa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ablesgenerator.com/markdown_tables" TargetMode="Externa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go.herts.ac.uk/academic-skills" TargetMode="External"/><Relationship Id="rId2" Type="http://schemas.openxmlformats.org/officeDocument/2006/relationships/hyperlink" Target="https://ask.herts.ac.uk/ai-tools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o.herts.ac.uk/libraryskillu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Freeform 100"/>
          <p:cNvSpPr/>
          <p:nvPr/>
        </p:nvSpPr>
        <p:spPr>
          <a:xfrm flipV="1">
            <a:off x="0" y="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1" name="Freeform 101"/>
          <p:cNvSpPr/>
          <p:nvPr/>
        </p:nvSpPr>
        <p:spPr>
          <a:xfrm flipV="1">
            <a:off x="0" y="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02" name="Picture 102"/>
          <p:cNvPicPr>
            <a:picLocks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pic>
        <p:nvPicPr>
          <p:cNvPr id="103" name="Picture 103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606800" y="670984"/>
            <a:ext cx="332316" cy="332316"/>
          </a:xfrm>
          <a:prstGeom prst="rect">
            <a:avLst/>
          </a:prstGeom>
          <a:noFill/>
        </p:spPr>
      </p:pic>
      <p:sp>
        <p:nvSpPr>
          <p:cNvPr id="104" name="Freeform 104"/>
          <p:cNvSpPr/>
          <p:nvPr/>
        </p:nvSpPr>
        <p:spPr>
          <a:xfrm flipV="1">
            <a:off x="3670816" y="841905"/>
            <a:ext cx="97366" cy="97366"/>
          </a:xfrm>
          <a:custGeom>
            <a:avLst/>
            <a:gdLst/>
            <a:ahLst/>
            <a:cxnLst/>
            <a:rect l="0" t="0" r="0" b="0"/>
            <a:pathLst>
              <a:path w="101600" h="101600">
                <a:moveTo>
                  <a:pt x="101600" y="50800"/>
                </a:moveTo>
                <a:cubicBezTo>
                  <a:pt x="101600" y="44064"/>
                  <a:pt x="100311" y="37584"/>
                  <a:pt x="97733" y="31360"/>
                </a:cubicBezTo>
                <a:cubicBezTo>
                  <a:pt x="95155" y="25136"/>
                  <a:pt x="91484" y="19643"/>
                  <a:pt x="86721" y="14879"/>
                </a:cubicBezTo>
                <a:cubicBezTo>
                  <a:pt x="81957" y="10116"/>
                  <a:pt x="76464" y="6445"/>
                  <a:pt x="70240" y="3867"/>
                </a:cubicBezTo>
                <a:cubicBezTo>
                  <a:pt x="64016" y="1289"/>
                  <a:pt x="57536" y="1"/>
                  <a:pt x="50800" y="0"/>
                </a:cubicBezTo>
                <a:cubicBezTo>
                  <a:pt x="44063" y="1"/>
                  <a:pt x="37583" y="1289"/>
                  <a:pt x="31359" y="3867"/>
                </a:cubicBezTo>
                <a:cubicBezTo>
                  <a:pt x="25136" y="6445"/>
                  <a:pt x="19642" y="10116"/>
                  <a:pt x="14879" y="14879"/>
                </a:cubicBezTo>
                <a:cubicBezTo>
                  <a:pt x="10115" y="19643"/>
                  <a:pt x="6445" y="25136"/>
                  <a:pt x="3867" y="31360"/>
                </a:cubicBezTo>
                <a:cubicBezTo>
                  <a:pt x="1289" y="37584"/>
                  <a:pt x="0" y="44064"/>
                  <a:pt x="0" y="50800"/>
                </a:cubicBezTo>
                <a:cubicBezTo>
                  <a:pt x="0" y="57537"/>
                  <a:pt x="1289" y="64017"/>
                  <a:pt x="3867" y="70241"/>
                </a:cubicBezTo>
                <a:cubicBezTo>
                  <a:pt x="6445" y="76465"/>
                  <a:pt x="10115" y="81958"/>
                  <a:pt x="14879" y="86722"/>
                </a:cubicBezTo>
                <a:cubicBezTo>
                  <a:pt x="19642" y="91485"/>
                  <a:pt x="25136" y="95156"/>
                  <a:pt x="31359" y="97734"/>
                </a:cubicBezTo>
                <a:cubicBezTo>
                  <a:pt x="37583" y="100312"/>
                  <a:pt x="44063" y="101600"/>
                  <a:pt x="50800" y="101600"/>
                </a:cubicBezTo>
                <a:cubicBezTo>
                  <a:pt x="57536" y="101600"/>
                  <a:pt x="64016" y="100312"/>
                  <a:pt x="70240" y="97734"/>
                </a:cubicBezTo>
                <a:cubicBezTo>
                  <a:pt x="76464" y="95156"/>
                  <a:pt x="81957" y="91485"/>
                  <a:pt x="86721" y="86722"/>
                </a:cubicBezTo>
                <a:cubicBezTo>
                  <a:pt x="91484" y="81958"/>
                  <a:pt x="95155" y="76465"/>
                  <a:pt x="97733" y="70241"/>
                </a:cubicBezTo>
                <a:cubicBezTo>
                  <a:pt x="100311" y="64017"/>
                  <a:pt x="101600" y="57537"/>
                  <a:pt x="101600" y="50800"/>
                </a:cubicBezTo>
                <a:close/>
                <a:moveTo>
                  <a:pt x="279413" y="393700"/>
                </a:moveTo>
              </a:path>
            </a:pathLst>
          </a:custGeom>
          <a:solidFill>
            <a:srgbClr val="FFCC4D">
              <a:alpha val="100000"/>
            </a:srgbClr>
          </a:solidFill>
          <a:ln w="1217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05" name="Picture 105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704413" y="549275"/>
            <a:ext cx="356399" cy="356399"/>
          </a:xfrm>
          <a:prstGeom prst="rect">
            <a:avLst/>
          </a:prstGeom>
          <a:noFill/>
        </p:spPr>
      </p:pic>
      <p:sp>
        <p:nvSpPr>
          <p:cNvPr id="106" name="Freeform 106"/>
          <p:cNvSpPr/>
          <p:nvPr/>
        </p:nvSpPr>
        <p:spPr>
          <a:xfrm flipV="1">
            <a:off x="3894261" y="622830"/>
            <a:ext cx="92997" cy="92985"/>
          </a:xfrm>
          <a:custGeom>
            <a:avLst/>
            <a:gdLst/>
            <a:ahLst/>
            <a:cxnLst/>
            <a:rect l="0" t="0" r="0" b="0"/>
            <a:pathLst>
              <a:path w="97041" h="97028">
                <a:moveTo>
                  <a:pt x="46241" y="97028"/>
                </a:moveTo>
                <a:cubicBezTo>
                  <a:pt x="25629" y="97028"/>
                  <a:pt x="7976" y="84697"/>
                  <a:pt x="0" y="67056"/>
                </a:cubicBezTo>
                <a:cubicBezTo>
                  <a:pt x="6376" y="69939"/>
                  <a:pt x="13399" y="71628"/>
                  <a:pt x="20841" y="71628"/>
                </a:cubicBezTo>
                <a:cubicBezTo>
                  <a:pt x="48895" y="71628"/>
                  <a:pt x="71641" y="48883"/>
                  <a:pt x="71641" y="20828"/>
                </a:cubicBezTo>
                <a:cubicBezTo>
                  <a:pt x="71641" y="13386"/>
                  <a:pt x="69952" y="6363"/>
                  <a:pt x="67082" y="0"/>
                </a:cubicBezTo>
                <a:cubicBezTo>
                  <a:pt x="84722" y="7963"/>
                  <a:pt x="97041" y="25616"/>
                  <a:pt x="97041" y="46228"/>
                </a:cubicBezTo>
                <a:cubicBezTo>
                  <a:pt x="97041" y="74283"/>
                  <a:pt x="74295" y="97028"/>
                  <a:pt x="46241" y="97028"/>
                </a:cubicBezTo>
                <a:close/>
                <a:moveTo>
                  <a:pt x="-233146" y="160528"/>
                </a:moveTo>
              </a:path>
            </a:pathLst>
          </a:custGeom>
          <a:solidFill>
            <a:srgbClr val="000000">
              <a:alpha val="100000"/>
            </a:srgbClr>
          </a:solidFill>
          <a:ln w="1217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07" name="Picture 107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694641" y="706644"/>
            <a:ext cx="208814" cy="208815"/>
          </a:xfrm>
          <a:prstGeom prst="rect">
            <a:avLst/>
          </a:prstGeom>
          <a:noFill/>
        </p:spPr>
      </p:pic>
      <p:sp>
        <p:nvSpPr>
          <p:cNvPr id="108" name="Freeform 108"/>
          <p:cNvSpPr/>
          <p:nvPr/>
        </p:nvSpPr>
        <p:spPr>
          <a:xfrm>
            <a:off x="5033592" y="1647844"/>
            <a:ext cx="110373" cy="127926"/>
          </a:xfrm>
          <a:custGeom>
            <a:avLst/>
            <a:gdLst/>
            <a:ahLst/>
            <a:cxnLst/>
            <a:rect l="0" t="0" r="0" b="0"/>
            <a:pathLst>
              <a:path w="4711700" h="5461000">
                <a:moveTo>
                  <a:pt x="2095500" y="2273300"/>
                </a:moveTo>
                <a:cubicBezTo>
                  <a:pt x="1985433" y="1138767"/>
                  <a:pt x="1930400" y="503767"/>
                  <a:pt x="1930400" y="368300"/>
                </a:cubicBezTo>
                <a:cubicBezTo>
                  <a:pt x="1930400" y="215900"/>
                  <a:pt x="2032000" y="97367"/>
                  <a:pt x="2235200" y="12700"/>
                </a:cubicBezTo>
                <a:cubicBezTo>
                  <a:pt x="2243666" y="12700"/>
                  <a:pt x="2264833" y="12700"/>
                  <a:pt x="2298700" y="12700"/>
                </a:cubicBezTo>
                <a:cubicBezTo>
                  <a:pt x="2332566" y="12700"/>
                  <a:pt x="2357966" y="8467"/>
                  <a:pt x="2374900" y="0"/>
                </a:cubicBezTo>
                <a:cubicBezTo>
                  <a:pt x="2476500" y="8467"/>
                  <a:pt x="2569633" y="46567"/>
                  <a:pt x="2654300" y="114300"/>
                </a:cubicBezTo>
                <a:cubicBezTo>
                  <a:pt x="2738966" y="182034"/>
                  <a:pt x="2781300" y="266700"/>
                  <a:pt x="2781300" y="368300"/>
                </a:cubicBezTo>
                <a:cubicBezTo>
                  <a:pt x="2781300" y="512234"/>
                  <a:pt x="2755900" y="850900"/>
                  <a:pt x="2705100" y="1384300"/>
                </a:cubicBezTo>
                <a:cubicBezTo>
                  <a:pt x="2654300" y="1917700"/>
                  <a:pt x="2624666" y="2214034"/>
                  <a:pt x="2616200" y="2273300"/>
                </a:cubicBezTo>
                <a:lnTo>
                  <a:pt x="3352800" y="1739900"/>
                </a:lnTo>
                <a:cubicBezTo>
                  <a:pt x="3826933" y="1392767"/>
                  <a:pt x="4085166" y="1206500"/>
                  <a:pt x="4127500" y="1181100"/>
                </a:cubicBezTo>
                <a:cubicBezTo>
                  <a:pt x="4169833" y="1155700"/>
                  <a:pt x="4212166" y="1143000"/>
                  <a:pt x="4254500" y="1143000"/>
                </a:cubicBezTo>
                <a:cubicBezTo>
                  <a:pt x="4364566" y="1143000"/>
                  <a:pt x="4466166" y="1185334"/>
                  <a:pt x="4559300" y="1270000"/>
                </a:cubicBezTo>
                <a:cubicBezTo>
                  <a:pt x="4652433" y="1354667"/>
                  <a:pt x="4703233" y="1468967"/>
                  <a:pt x="4711700" y="1612900"/>
                </a:cubicBezTo>
                <a:cubicBezTo>
                  <a:pt x="4711700" y="1722967"/>
                  <a:pt x="4669366" y="1820334"/>
                  <a:pt x="4584700" y="1905000"/>
                </a:cubicBezTo>
                <a:cubicBezTo>
                  <a:pt x="4542366" y="1930400"/>
                  <a:pt x="4254500" y="2070100"/>
                  <a:pt x="3721100" y="2324100"/>
                </a:cubicBezTo>
                <a:cubicBezTo>
                  <a:pt x="3187700" y="2578100"/>
                  <a:pt x="2899833" y="2713567"/>
                  <a:pt x="2857500" y="2730500"/>
                </a:cubicBezTo>
                <a:lnTo>
                  <a:pt x="3695700" y="3124200"/>
                </a:lnTo>
                <a:lnTo>
                  <a:pt x="4584700" y="3568700"/>
                </a:lnTo>
                <a:cubicBezTo>
                  <a:pt x="4660900" y="3644900"/>
                  <a:pt x="4699000" y="3742267"/>
                  <a:pt x="4699000" y="3860800"/>
                </a:cubicBezTo>
                <a:cubicBezTo>
                  <a:pt x="4699000" y="3987800"/>
                  <a:pt x="4660900" y="4093634"/>
                  <a:pt x="4584700" y="4178300"/>
                </a:cubicBezTo>
                <a:cubicBezTo>
                  <a:pt x="4508500" y="4262967"/>
                  <a:pt x="4406900" y="4309534"/>
                  <a:pt x="4279900" y="4318000"/>
                </a:cubicBezTo>
                <a:cubicBezTo>
                  <a:pt x="4212166" y="4318000"/>
                  <a:pt x="4135966" y="4292600"/>
                  <a:pt x="4051300" y="4241800"/>
                </a:cubicBezTo>
                <a:cubicBezTo>
                  <a:pt x="3966633" y="4191000"/>
                  <a:pt x="3733800" y="4021667"/>
                  <a:pt x="3352800" y="3733800"/>
                </a:cubicBezTo>
                <a:lnTo>
                  <a:pt x="2616200" y="3200400"/>
                </a:lnTo>
                <a:cubicBezTo>
                  <a:pt x="2726266" y="4334934"/>
                  <a:pt x="2781300" y="4969934"/>
                  <a:pt x="2781300" y="5105400"/>
                </a:cubicBezTo>
                <a:cubicBezTo>
                  <a:pt x="2781300" y="5190067"/>
                  <a:pt x="2751666" y="5270500"/>
                  <a:pt x="2692400" y="5346700"/>
                </a:cubicBezTo>
                <a:cubicBezTo>
                  <a:pt x="2633133" y="5422900"/>
                  <a:pt x="2523066" y="5461000"/>
                  <a:pt x="2362200" y="5461000"/>
                </a:cubicBezTo>
                <a:cubicBezTo>
                  <a:pt x="2201333" y="5461000"/>
                  <a:pt x="2091266" y="5422900"/>
                  <a:pt x="2032000" y="5346700"/>
                </a:cubicBezTo>
                <a:cubicBezTo>
                  <a:pt x="1972733" y="5270500"/>
                  <a:pt x="1938866" y="5190067"/>
                  <a:pt x="1930400" y="5105400"/>
                </a:cubicBezTo>
                <a:cubicBezTo>
                  <a:pt x="1930400" y="4961467"/>
                  <a:pt x="1955800" y="4622800"/>
                  <a:pt x="2006600" y="4089400"/>
                </a:cubicBezTo>
                <a:cubicBezTo>
                  <a:pt x="2057400" y="3556000"/>
                  <a:pt x="2087033" y="3259667"/>
                  <a:pt x="2095500" y="3200400"/>
                </a:cubicBezTo>
                <a:lnTo>
                  <a:pt x="1358900" y="3733800"/>
                </a:lnTo>
                <a:cubicBezTo>
                  <a:pt x="884766" y="4080934"/>
                  <a:pt x="626533" y="4267200"/>
                  <a:pt x="584200" y="4292600"/>
                </a:cubicBezTo>
                <a:cubicBezTo>
                  <a:pt x="550333" y="4318000"/>
                  <a:pt x="508000" y="4330700"/>
                  <a:pt x="457200" y="4330700"/>
                </a:cubicBezTo>
                <a:cubicBezTo>
                  <a:pt x="347133" y="4330700"/>
                  <a:pt x="245533" y="4288367"/>
                  <a:pt x="152400" y="4203700"/>
                </a:cubicBezTo>
                <a:cubicBezTo>
                  <a:pt x="59266" y="4119034"/>
                  <a:pt x="8466" y="4004734"/>
                  <a:pt x="0" y="3860800"/>
                </a:cubicBezTo>
                <a:cubicBezTo>
                  <a:pt x="0" y="3818467"/>
                  <a:pt x="0" y="3784600"/>
                  <a:pt x="0" y="3759200"/>
                </a:cubicBezTo>
                <a:cubicBezTo>
                  <a:pt x="0" y="3733800"/>
                  <a:pt x="12700" y="3708400"/>
                  <a:pt x="38100" y="3683000"/>
                </a:cubicBezTo>
                <a:cubicBezTo>
                  <a:pt x="63500" y="3657600"/>
                  <a:pt x="84666" y="3632200"/>
                  <a:pt x="101600" y="3606800"/>
                </a:cubicBezTo>
                <a:cubicBezTo>
                  <a:pt x="118533" y="3581400"/>
                  <a:pt x="156633" y="3551767"/>
                  <a:pt x="215900" y="3517900"/>
                </a:cubicBezTo>
                <a:cubicBezTo>
                  <a:pt x="275166" y="3484034"/>
                  <a:pt x="330200" y="3454400"/>
                  <a:pt x="381000" y="3429000"/>
                </a:cubicBezTo>
                <a:cubicBezTo>
                  <a:pt x="431800" y="3403600"/>
                  <a:pt x="512233" y="3365500"/>
                  <a:pt x="622300" y="3314700"/>
                </a:cubicBezTo>
                <a:cubicBezTo>
                  <a:pt x="732366" y="3263900"/>
                  <a:pt x="838200" y="3217334"/>
                  <a:pt x="939800" y="3175000"/>
                </a:cubicBezTo>
                <a:cubicBezTo>
                  <a:pt x="1041400" y="3132667"/>
                  <a:pt x="1176866" y="3069167"/>
                  <a:pt x="1346200" y="2984500"/>
                </a:cubicBezTo>
                <a:cubicBezTo>
                  <a:pt x="1515533" y="2899834"/>
                  <a:pt x="1684866" y="2815167"/>
                  <a:pt x="1854200" y="2730500"/>
                </a:cubicBezTo>
                <a:lnTo>
                  <a:pt x="127000" y="1905000"/>
                </a:lnTo>
                <a:cubicBezTo>
                  <a:pt x="50800" y="1828800"/>
                  <a:pt x="12700" y="1731434"/>
                  <a:pt x="12700" y="1612900"/>
                </a:cubicBezTo>
                <a:cubicBezTo>
                  <a:pt x="12700" y="1485900"/>
                  <a:pt x="50800" y="1380067"/>
                  <a:pt x="127000" y="1295400"/>
                </a:cubicBezTo>
                <a:cubicBezTo>
                  <a:pt x="203200" y="1210734"/>
                  <a:pt x="304800" y="1164167"/>
                  <a:pt x="431800" y="1155700"/>
                </a:cubicBezTo>
                <a:cubicBezTo>
                  <a:pt x="499533" y="1155700"/>
                  <a:pt x="575733" y="1181100"/>
                  <a:pt x="660400" y="1231900"/>
                </a:cubicBezTo>
                <a:cubicBezTo>
                  <a:pt x="745066" y="1282700"/>
                  <a:pt x="977900" y="1452034"/>
                  <a:pt x="1358900" y="1739900"/>
                </a:cubicBezTo>
                <a:lnTo>
                  <a:pt x="2095500" y="2273300"/>
                </a:lnTo>
                <a:close/>
                <a:moveTo>
                  <a:pt x="2819400" y="5905500"/>
                </a:moveTo>
              </a:path>
            </a:pathLst>
          </a:custGeom>
          <a:solidFill>
            <a:srgbClr val="1F2328">
              <a:alpha val="100000"/>
            </a:srgbClr>
          </a:solidFill>
          <a:ln w="297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9" name="Freeform 109"/>
          <p:cNvSpPr/>
          <p:nvPr/>
        </p:nvSpPr>
        <p:spPr>
          <a:xfrm>
            <a:off x="758367" y="6419871"/>
            <a:ext cx="51679" cy="59898"/>
          </a:xfrm>
          <a:custGeom>
            <a:avLst/>
            <a:gdLst/>
            <a:ahLst/>
            <a:cxnLst/>
            <a:rect l="0" t="0" r="0" b="0"/>
            <a:pathLst>
              <a:path w="4711700" h="5461000">
                <a:moveTo>
                  <a:pt x="2095500" y="2273300"/>
                </a:moveTo>
                <a:cubicBezTo>
                  <a:pt x="1985433" y="1138767"/>
                  <a:pt x="1930400" y="503767"/>
                  <a:pt x="1930400" y="368300"/>
                </a:cubicBezTo>
                <a:cubicBezTo>
                  <a:pt x="1930400" y="215900"/>
                  <a:pt x="2032000" y="97367"/>
                  <a:pt x="2235200" y="12700"/>
                </a:cubicBezTo>
                <a:cubicBezTo>
                  <a:pt x="2243666" y="12700"/>
                  <a:pt x="2264833" y="12700"/>
                  <a:pt x="2298700" y="12700"/>
                </a:cubicBezTo>
                <a:cubicBezTo>
                  <a:pt x="2332566" y="12700"/>
                  <a:pt x="2357966" y="8467"/>
                  <a:pt x="2374900" y="0"/>
                </a:cubicBezTo>
                <a:cubicBezTo>
                  <a:pt x="2476500" y="8467"/>
                  <a:pt x="2569633" y="46567"/>
                  <a:pt x="2654300" y="114300"/>
                </a:cubicBezTo>
                <a:cubicBezTo>
                  <a:pt x="2738966" y="182034"/>
                  <a:pt x="2781300" y="266700"/>
                  <a:pt x="2781300" y="368300"/>
                </a:cubicBezTo>
                <a:cubicBezTo>
                  <a:pt x="2781300" y="512234"/>
                  <a:pt x="2755900" y="850900"/>
                  <a:pt x="2705100" y="1384300"/>
                </a:cubicBezTo>
                <a:cubicBezTo>
                  <a:pt x="2654300" y="1917700"/>
                  <a:pt x="2624666" y="2214034"/>
                  <a:pt x="2616200" y="2273300"/>
                </a:cubicBezTo>
                <a:lnTo>
                  <a:pt x="3352800" y="1739900"/>
                </a:lnTo>
                <a:cubicBezTo>
                  <a:pt x="3826933" y="1392767"/>
                  <a:pt x="4085166" y="1206500"/>
                  <a:pt x="4127500" y="1181100"/>
                </a:cubicBezTo>
                <a:cubicBezTo>
                  <a:pt x="4169833" y="1155700"/>
                  <a:pt x="4212166" y="1143000"/>
                  <a:pt x="4254500" y="1143000"/>
                </a:cubicBezTo>
                <a:cubicBezTo>
                  <a:pt x="4364566" y="1143000"/>
                  <a:pt x="4466166" y="1185334"/>
                  <a:pt x="4559300" y="1270000"/>
                </a:cubicBezTo>
                <a:cubicBezTo>
                  <a:pt x="4652433" y="1354667"/>
                  <a:pt x="4703233" y="1468967"/>
                  <a:pt x="4711700" y="1612900"/>
                </a:cubicBezTo>
                <a:cubicBezTo>
                  <a:pt x="4711700" y="1722967"/>
                  <a:pt x="4669366" y="1820334"/>
                  <a:pt x="4584700" y="1905000"/>
                </a:cubicBezTo>
                <a:cubicBezTo>
                  <a:pt x="4542366" y="1930400"/>
                  <a:pt x="4254500" y="2070100"/>
                  <a:pt x="3721100" y="2324100"/>
                </a:cubicBezTo>
                <a:cubicBezTo>
                  <a:pt x="3187700" y="2578100"/>
                  <a:pt x="2899833" y="2713567"/>
                  <a:pt x="2857500" y="2730500"/>
                </a:cubicBezTo>
                <a:lnTo>
                  <a:pt x="3695700" y="3124200"/>
                </a:lnTo>
                <a:lnTo>
                  <a:pt x="4584700" y="3568700"/>
                </a:lnTo>
                <a:cubicBezTo>
                  <a:pt x="4660900" y="3644900"/>
                  <a:pt x="4699000" y="3742267"/>
                  <a:pt x="4699000" y="3860800"/>
                </a:cubicBezTo>
                <a:cubicBezTo>
                  <a:pt x="4699000" y="3987800"/>
                  <a:pt x="4660900" y="4093634"/>
                  <a:pt x="4584700" y="4178300"/>
                </a:cubicBezTo>
                <a:cubicBezTo>
                  <a:pt x="4508500" y="4262967"/>
                  <a:pt x="4406900" y="4309534"/>
                  <a:pt x="4279900" y="4318000"/>
                </a:cubicBezTo>
                <a:cubicBezTo>
                  <a:pt x="4212166" y="4318000"/>
                  <a:pt x="4135966" y="4292600"/>
                  <a:pt x="4051300" y="4241800"/>
                </a:cubicBezTo>
                <a:cubicBezTo>
                  <a:pt x="3966633" y="4191000"/>
                  <a:pt x="3733800" y="4021667"/>
                  <a:pt x="3352800" y="3733800"/>
                </a:cubicBezTo>
                <a:lnTo>
                  <a:pt x="2616200" y="3200400"/>
                </a:lnTo>
                <a:cubicBezTo>
                  <a:pt x="2726266" y="4334934"/>
                  <a:pt x="2781300" y="4969934"/>
                  <a:pt x="2781300" y="5105400"/>
                </a:cubicBezTo>
                <a:cubicBezTo>
                  <a:pt x="2781300" y="5190067"/>
                  <a:pt x="2751666" y="5270500"/>
                  <a:pt x="2692400" y="5346700"/>
                </a:cubicBezTo>
                <a:cubicBezTo>
                  <a:pt x="2633133" y="5422900"/>
                  <a:pt x="2523066" y="5461000"/>
                  <a:pt x="2362200" y="5461000"/>
                </a:cubicBezTo>
                <a:cubicBezTo>
                  <a:pt x="2201333" y="5461000"/>
                  <a:pt x="2091266" y="5422900"/>
                  <a:pt x="2032000" y="5346700"/>
                </a:cubicBezTo>
                <a:cubicBezTo>
                  <a:pt x="1972733" y="5270500"/>
                  <a:pt x="1938866" y="5190067"/>
                  <a:pt x="1930400" y="5105400"/>
                </a:cubicBezTo>
                <a:cubicBezTo>
                  <a:pt x="1930400" y="4961467"/>
                  <a:pt x="1955800" y="4622800"/>
                  <a:pt x="2006600" y="4089400"/>
                </a:cubicBezTo>
                <a:cubicBezTo>
                  <a:pt x="2057400" y="3556000"/>
                  <a:pt x="2087033" y="3259667"/>
                  <a:pt x="2095500" y="3200400"/>
                </a:cubicBezTo>
                <a:lnTo>
                  <a:pt x="1358900" y="3733800"/>
                </a:lnTo>
                <a:cubicBezTo>
                  <a:pt x="884766" y="4080934"/>
                  <a:pt x="626533" y="4267200"/>
                  <a:pt x="584200" y="4292600"/>
                </a:cubicBezTo>
                <a:cubicBezTo>
                  <a:pt x="550333" y="4318000"/>
                  <a:pt x="508000" y="4330700"/>
                  <a:pt x="457200" y="4330700"/>
                </a:cubicBezTo>
                <a:cubicBezTo>
                  <a:pt x="347133" y="4330700"/>
                  <a:pt x="245533" y="4288367"/>
                  <a:pt x="152400" y="4203700"/>
                </a:cubicBezTo>
                <a:cubicBezTo>
                  <a:pt x="59266" y="4119034"/>
                  <a:pt x="8466" y="4004734"/>
                  <a:pt x="0" y="3860800"/>
                </a:cubicBezTo>
                <a:cubicBezTo>
                  <a:pt x="0" y="3818467"/>
                  <a:pt x="0" y="3784600"/>
                  <a:pt x="0" y="3759200"/>
                </a:cubicBezTo>
                <a:cubicBezTo>
                  <a:pt x="0" y="3733800"/>
                  <a:pt x="12700" y="3708400"/>
                  <a:pt x="38100" y="3683000"/>
                </a:cubicBezTo>
                <a:cubicBezTo>
                  <a:pt x="63500" y="3657600"/>
                  <a:pt x="84666" y="3632200"/>
                  <a:pt x="101600" y="3606800"/>
                </a:cubicBezTo>
                <a:cubicBezTo>
                  <a:pt x="118533" y="3581400"/>
                  <a:pt x="156633" y="3551767"/>
                  <a:pt x="215900" y="3517900"/>
                </a:cubicBezTo>
                <a:cubicBezTo>
                  <a:pt x="275166" y="3484034"/>
                  <a:pt x="330200" y="3454400"/>
                  <a:pt x="381000" y="3429000"/>
                </a:cubicBezTo>
                <a:cubicBezTo>
                  <a:pt x="431800" y="3403600"/>
                  <a:pt x="512233" y="3365500"/>
                  <a:pt x="622300" y="3314700"/>
                </a:cubicBezTo>
                <a:cubicBezTo>
                  <a:pt x="732366" y="3263900"/>
                  <a:pt x="838200" y="3217334"/>
                  <a:pt x="939800" y="3175000"/>
                </a:cubicBezTo>
                <a:cubicBezTo>
                  <a:pt x="1041400" y="3132667"/>
                  <a:pt x="1176866" y="3069167"/>
                  <a:pt x="1346200" y="2984500"/>
                </a:cubicBezTo>
                <a:cubicBezTo>
                  <a:pt x="1515533" y="2899834"/>
                  <a:pt x="1684866" y="2815167"/>
                  <a:pt x="1854200" y="2730500"/>
                </a:cubicBezTo>
                <a:lnTo>
                  <a:pt x="127000" y="1905000"/>
                </a:lnTo>
                <a:cubicBezTo>
                  <a:pt x="50800" y="1828800"/>
                  <a:pt x="12700" y="1731434"/>
                  <a:pt x="12700" y="1612900"/>
                </a:cubicBezTo>
                <a:cubicBezTo>
                  <a:pt x="12700" y="1485900"/>
                  <a:pt x="50800" y="1380067"/>
                  <a:pt x="127000" y="1295400"/>
                </a:cubicBezTo>
                <a:cubicBezTo>
                  <a:pt x="203200" y="1210734"/>
                  <a:pt x="304800" y="1164167"/>
                  <a:pt x="431800" y="1155700"/>
                </a:cubicBezTo>
                <a:cubicBezTo>
                  <a:pt x="499533" y="1155700"/>
                  <a:pt x="575733" y="1181100"/>
                  <a:pt x="660400" y="1231900"/>
                </a:cubicBezTo>
                <a:cubicBezTo>
                  <a:pt x="745066" y="1282700"/>
                  <a:pt x="977900" y="1452034"/>
                  <a:pt x="1358900" y="1739900"/>
                </a:cubicBezTo>
                <a:lnTo>
                  <a:pt x="2095500" y="2273300"/>
                </a:lnTo>
                <a:close/>
                <a:moveTo>
                  <a:pt x="2819400" y="5905500"/>
                </a:moveTo>
              </a:path>
            </a:pathLst>
          </a:custGeom>
          <a:solidFill>
            <a:srgbClr val="1F2328">
              <a:alpha val="100000"/>
            </a:srgbClr>
          </a:solidFill>
          <a:ln w="139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0" name="Rectangle 110"/>
          <p:cNvSpPr/>
          <p:nvPr/>
        </p:nvSpPr>
        <p:spPr>
          <a:xfrm>
            <a:off x="747712" y="-11452"/>
            <a:ext cx="4247018" cy="20413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Human-Led,</a:t>
            </a:r>
          </a:p>
          <a:p>
            <a:pPr marL="0">
              <a:lnSpc>
                <a:spcPts val="4350"/>
              </a:lnSpc>
            </a:pP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AI-Suppo</a:t>
            </a:r>
            <a:r>
              <a:rPr lang="en-GB" sz="3479" b="1" i="0" spc="100" baseline="0" dirty="0">
                <a:solidFill>
                  <a:srgbClr val="224466"/>
                </a:solidFill>
                <a:latin typeface="Arial"/>
              </a:rPr>
              <a:t>r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ted</a:t>
            </a:r>
          </a:p>
          <a:p>
            <a:pPr marL="0">
              <a:lnSpc>
                <a:spcPts val="7567"/>
              </a:lnSpc>
            </a:pPr>
            <a:r>
              <a:rPr lang="en-GB" sz="2827" b="1" i="0" spc="0" baseline="0" dirty="0">
                <a:solidFill>
                  <a:srgbClr val="1F2328"/>
                </a:solidFill>
                <a:latin typeface="Arial"/>
              </a:rPr>
              <a:t>Practica</a:t>
            </a:r>
            <a:r>
              <a:rPr lang="en-GB" sz="2827" b="1" i="0" spc="621" baseline="0" dirty="0">
                <a:solidFill>
                  <a:srgbClr val="1F2328"/>
                </a:solidFill>
                <a:latin typeface="Arial"/>
              </a:rPr>
              <a:t>l</a:t>
            </a:r>
            <a:r>
              <a:rPr lang="en-GB" sz="2827" b="1" i="0" spc="0" baseline="0" dirty="0">
                <a:solidFill>
                  <a:srgbClr val="1F2328"/>
                </a:solidFill>
                <a:latin typeface="Arial"/>
              </a:rPr>
              <a:t>Tip</a:t>
            </a:r>
            <a:r>
              <a:rPr lang="en-GB" sz="2827" b="1" i="0" spc="621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827" b="1" i="0" spc="0" baseline="0" dirty="0">
                <a:solidFill>
                  <a:srgbClr val="1F2328"/>
                </a:solidFill>
                <a:latin typeface="Arial"/>
              </a:rPr>
              <a:t>fo</a:t>
            </a:r>
            <a:r>
              <a:rPr lang="en-GB" sz="2827" b="1" i="0" spc="621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827" b="1" i="0" spc="0" baseline="0" dirty="0">
                <a:solidFill>
                  <a:srgbClr val="1F2328"/>
                </a:solidFill>
                <a:latin typeface="Arial"/>
              </a:rPr>
              <a:t>Students</a:t>
            </a:r>
          </a:p>
        </p:txBody>
      </p:sp>
      <p:sp>
        <p:nvSpPr>
          <p:cNvPr id="111" name="Rectangle 111"/>
          <p:cNvSpPr/>
          <p:nvPr/>
        </p:nvSpPr>
        <p:spPr>
          <a:xfrm>
            <a:off x="747712" y="3630322"/>
            <a:ext cx="4166974" cy="199236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1957" b="1" i="0" spc="0" baseline="0" dirty="0">
                <a:solidFill>
                  <a:srgbClr val="656D76"/>
                </a:solidFill>
                <a:latin typeface="Arial"/>
              </a:rPr>
              <a:t>Joh</a:t>
            </a:r>
            <a:r>
              <a:rPr lang="en-GB" sz="1957" b="1" i="0" spc="436" baseline="0" dirty="0">
                <a:solidFill>
                  <a:srgbClr val="656D76"/>
                </a:solidFill>
                <a:latin typeface="Arial"/>
              </a:rPr>
              <a:t>n</a:t>
            </a:r>
            <a:r>
              <a:rPr lang="en-GB" sz="1957" b="1" i="0" spc="0" baseline="0" dirty="0">
                <a:solidFill>
                  <a:srgbClr val="656D76"/>
                </a:solidFill>
                <a:latin typeface="Arial"/>
              </a:rPr>
              <a:t>Hill</a:t>
            </a:r>
          </a:p>
          <a:p>
            <a:pPr marL="0">
              <a:lnSpc>
                <a:spcPts val="5475"/>
              </a:lnSpc>
            </a:pPr>
            <a:r>
              <a:rPr lang="en-GB" sz="1957" b="1" i="0" spc="0" baseline="0" dirty="0">
                <a:solidFill>
                  <a:srgbClr val="656D76"/>
                </a:solidFill>
                <a:latin typeface="Arial"/>
              </a:rPr>
              <a:t>Principa</a:t>
            </a:r>
            <a:r>
              <a:rPr lang="en-GB" sz="1957" b="1" i="0" spc="436" baseline="0" dirty="0">
                <a:solidFill>
                  <a:srgbClr val="656D76"/>
                </a:solidFill>
                <a:latin typeface="Arial"/>
              </a:rPr>
              <a:t>l</a:t>
            </a:r>
            <a:r>
              <a:rPr lang="en-GB" sz="1957" b="1" i="0" spc="0" baseline="0" dirty="0">
                <a:solidFill>
                  <a:srgbClr val="656D76"/>
                </a:solidFill>
                <a:latin typeface="Arial"/>
              </a:rPr>
              <a:t>Academic</a:t>
            </a:r>
            <a:r>
              <a:rPr lang="en-GB" sz="1957" b="1" i="0" spc="338" baseline="0" dirty="0">
                <a:solidFill>
                  <a:srgbClr val="656D76"/>
                </a:solidFill>
                <a:latin typeface="Arial"/>
              </a:rPr>
              <a:t>,</a:t>
            </a:r>
            <a:r>
              <a:rPr lang="en-GB" sz="1957" b="1" i="0" spc="0" baseline="0" dirty="0">
                <a:solidFill>
                  <a:srgbClr val="656D76"/>
                </a:solidFill>
                <a:latin typeface="Arial"/>
              </a:rPr>
              <a:t>Economics</a:t>
            </a:r>
          </a:p>
          <a:p>
            <a:pPr marL="0">
              <a:lnSpc>
                <a:spcPts val="2400"/>
              </a:lnSpc>
            </a:pPr>
            <a:r>
              <a:rPr lang="en-GB" sz="1957" b="1" i="0" spc="0" baseline="0" dirty="0">
                <a:solidFill>
                  <a:srgbClr val="656D76"/>
                </a:solidFill>
                <a:latin typeface="Arial"/>
              </a:rPr>
              <a:t>Lea</a:t>
            </a:r>
            <a:r>
              <a:rPr lang="en-GB" sz="1957" b="1" i="0" spc="436" baseline="0" dirty="0">
                <a:solidFill>
                  <a:srgbClr val="656D76"/>
                </a:solidFill>
                <a:latin typeface="Arial"/>
              </a:rPr>
              <a:t>d</a:t>
            </a:r>
            <a:r>
              <a:rPr lang="en-GB" sz="1957" b="1" i="0" spc="0" baseline="0" dirty="0">
                <a:solidFill>
                  <a:srgbClr val="656D76"/>
                </a:solidFill>
                <a:latin typeface="Arial"/>
              </a:rPr>
              <a:t>fo</a:t>
            </a:r>
            <a:r>
              <a:rPr lang="en-GB" sz="1957" b="1" i="0" spc="437" baseline="0" dirty="0">
                <a:solidFill>
                  <a:srgbClr val="656D76"/>
                </a:solidFill>
                <a:latin typeface="Arial"/>
              </a:rPr>
              <a:t>r</a:t>
            </a:r>
            <a:r>
              <a:rPr lang="en-GB" sz="1957" b="1" i="0" spc="0" baseline="0" dirty="0">
                <a:solidFill>
                  <a:srgbClr val="656D76"/>
                </a:solidFill>
                <a:latin typeface="Arial"/>
              </a:rPr>
              <a:t>Digitally-Enhance</a:t>
            </a:r>
            <a:r>
              <a:rPr lang="en-GB" sz="1957" b="1" i="0" spc="436" baseline="0" dirty="0">
                <a:solidFill>
                  <a:srgbClr val="656D76"/>
                </a:solidFill>
                <a:latin typeface="Arial"/>
              </a:rPr>
              <a:t>d</a:t>
            </a:r>
            <a:r>
              <a:rPr lang="en-GB" sz="1957" b="1" i="0" spc="0" baseline="0" dirty="0">
                <a:solidFill>
                  <a:srgbClr val="656D76"/>
                </a:solidFill>
                <a:latin typeface="Arial"/>
              </a:rPr>
              <a:t>Learning</a:t>
            </a:r>
          </a:p>
          <a:p>
            <a:pPr marL="0">
              <a:lnSpc>
                <a:spcPts val="5474"/>
              </a:lnSpc>
            </a:pPr>
            <a:r>
              <a:rPr lang="en-GB" sz="1957" b="1" i="0" spc="0" baseline="0" dirty="0">
                <a:solidFill>
                  <a:srgbClr val="656D76"/>
                </a:solidFill>
                <a:latin typeface="Arial"/>
              </a:rPr>
              <a:t>Februar</a:t>
            </a:r>
            <a:r>
              <a:rPr lang="en-GB" sz="1957" b="1" i="0" spc="437" baseline="0" dirty="0">
                <a:solidFill>
                  <a:srgbClr val="656D76"/>
                </a:solidFill>
                <a:latin typeface="Arial"/>
              </a:rPr>
              <a:t>y</a:t>
            </a:r>
            <a:r>
              <a:rPr lang="en-GB" sz="1957" b="1" i="0" spc="0" baseline="0" dirty="0">
                <a:solidFill>
                  <a:srgbClr val="656D76"/>
                </a:solidFill>
                <a:latin typeface="Arial"/>
              </a:rPr>
              <a:t>2026</a:t>
            </a:r>
          </a:p>
        </p:txBody>
      </p:sp>
      <p:sp>
        <p:nvSpPr>
          <p:cNvPr id="112" name="Rectangle 112"/>
          <p:cNvSpPr/>
          <p:nvPr/>
        </p:nvSpPr>
        <p:spPr>
          <a:xfrm>
            <a:off x="831800" y="6395315"/>
            <a:ext cx="10663535" cy="19794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Th</a:t>
            </a:r>
            <a:r>
              <a:rPr lang="en-GB" sz="1304" b="0" i="0" spc="300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us</a:t>
            </a:r>
            <a:r>
              <a:rPr lang="en-GB" sz="1304" b="0" i="0" spc="300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1304" b="0" i="0" spc="299" baseline="0" dirty="0">
                <a:solidFill>
                  <a:srgbClr val="1F2328"/>
                </a:solidFill>
                <a:latin typeface="Arial"/>
              </a:rPr>
              <a:t>f</a:t>
            </a:r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A</a:t>
            </a:r>
            <a:r>
              <a:rPr lang="en-GB" sz="1304" b="0" i="0" spc="299" baseline="0" dirty="0">
                <a:solidFill>
                  <a:srgbClr val="1F2328"/>
                </a:solidFill>
                <a:latin typeface="Arial"/>
              </a:rPr>
              <a:t>I</a:t>
            </a:r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durin</a:t>
            </a:r>
            <a:r>
              <a:rPr lang="en-GB" sz="1304" b="0" i="0" spc="300" baseline="0" dirty="0">
                <a:solidFill>
                  <a:srgbClr val="1F2328"/>
                </a:solidFill>
                <a:latin typeface="Arial"/>
              </a:rPr>
              <a:t>g</a:t>
            </a:r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coursewor</a:t>
            </a:r>
            <a:r>
              <a:rPr lang="en-GB" sz="1304" b="0" i="0" spc="299" baseline="0" dirty="0">
                <a:solidFill>
                  <a:srgbClr val="1F2328"/>
                </a:solidFill>
                <a:latin typeface="Arial"/>
              </a:rPr>
              <a:t>k</a:t>
            </a:r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mus</a:t>
            </a:r>
            <a:r>
              <a:rPr lang="en-GB" sz="1304" b="0" i="0" spc="300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b</a:t>
            </a:r>
            <a:r>
              <a:rPr lang="en-GB" sz="1304" b="0" i="0" spc="300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1304" b="1" i="0" spc="0" baseline="0" dirty="0">
                <a:solidFill>
                  <a:srgbClr val="1F2328"/>
                </a:solidFill>
                <a:latin typeface="Arial"/>
              </a:rPr>
              <a:t>expressl</a:t>
            </a:r>
            <a:r>
              <a:rPr lang="en-GB" sz="1304" b="1" i="0" spc="280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1304" b="1" i="0" spc="0" baseline="0" dirty="0">
                <a:solidFill>
                  <a:srgbClr val="1F2328"/>
                </a:solidFill>
                <a:latin typeface="Arial"/>
              </a:rPr>
              <a:t>permitte</a:t>
            </a:r>
            <a:r>
              <a:rPr lang="en-GB" sz="1304" b="1" i="0" spc="300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b</a:t>
            </a:r>
            <a:r>
              <a:rPr lang="en-GB" sz="1304" b="0" i="0" spc="299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you</a:t>
            </a:r>
            <a:r>
              <a:rPr lang="en-GB" sz="1304" b="0" i="0" spc="299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modul</a:t>
            </a:r>
            <a:r>
              <a:rPr lang="en-GB" sz="1304" b="0" i="0" spc="300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leader</a:t>
            </a:r>
            <a:r>
              <a:rPr lang="en-GB" sz="1304" b="0" i="0" spc="298" baseline="0" dirty="0">
                <a:solidFill>
                  <a:srgbClr val="1F2328"/>
                </a:solidFill>
                <a:latin typeface="Arial"/>
              </a:rPr>
              <a:t>.</a:t>
            </a:r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Thi</a:t>
            </a:r>
            <a:r>
              <a:rPr lang="en-GB" sz="1304" b="0" i="0" spc="299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demonstratio</a:t>
            </a:r>
            <a:r>
              <a:rPr lang="en-GB" sz="1304" b="0" i="0" spc="299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i</a:t>
            </a:r>
            <a:r>
              <a:rPr lang="en-GB" sz="1304" b="0" i="0" spc="299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no</a:t>
            </a:r>
            <a:r>
              <a:rPr lang="en-GB" sz="1304" b="0" i="0" spc="300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1304" b="0" i="0" spc="299" baseline="0" dirty="0">
                <a:solidFill>
                  <a:srgbClr val="1F2328"/>
                </a:solidFill>
                <a:latin typeface="Arial"/>
              </a:rPr>
              <a:t>a</a:t>
            </a:r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substitut</a:t>
            </a:r>
            <a:r>
              <a:rPr lang="en-GB" sz="1304" b="0" i="0" spc="300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fo</a:t>
            </a:r>
            <a:r>
              <a:rPr lang="en-GB" sz="1304" b="0" i="0" spc="299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tha</a:t>
            </a:r>
            <a:r>
              <a:rPr lang="en-GB" sz="1304" b="0" i="0" spc="300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permission.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Freeform 113">
            <a:hlinkClick r:id="rId2"/>
          </p:cNvPr>
          <p:cNvSpPr/>
          <p:nvPr/>
        </p:nvSpPr>
        <p:spPr>
          <a:xfrm flipV="1">
            <a:off x="0" y="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4" name="Freeform 114">
            <a:hlinkClick r:id="rId2"/>
          </p:cNvPr>
          <p:cNvSpPr/>
          <p:nvPr/>
        </p:nvSpPr>
        <p:spPr>
          <a:xfrm flipV="1">
            <a:off x="0" y="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15" name="Picture 115"/>
          <p:cNvPicPr>
            <a:picLocks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83300" y="0"/>
            <a:ext cx="6108700" cy="6858000"/>
          </a:xfrm>
          <a:prstGeom prst="rect">
            <a:avLst/>
          </a:prstGeom>
          <a:noFill/>
        </p:spPr>
      </p:pic>
      <p:sp>
        <p:nvSpPr>
          <p:cNvPr id="116" name="Freeform 116"/>
          <p:cNvSpPr/>
          <p:nvPr/>
        </p:nvSpPr>
        <p:spPr>
          <a:xfrm flipV="1">
            <a:off x="4090199" y="1187046"/>
            <a:ext cx="278359" cy="360502"/>
          </a:xfrm>
          <a:custGeom>
            <a:avLst/>
            <a:gdLst/>
            <a:ahLst/>
            <a:cxnLst/>
            <a:rect l="0" t="0" r="0" b="0"/>
            <a:pathLst>
              <a:path w="290462" h="368173">
                <a:moveTo>
                  <a:pt x="17831" y="277534"/>
                </a:moveTo>
                <a:cubicBezTo>
                  <a:pt x="29769" y="285878"/>
                  <a:pt x="47765" y="284277"/>
                  <a:pt x="58484" y="275425"/>
                </a:cubicBezTo>
                <a:lnTo>
                  <a:pt x="46190" y="293294"/>
                </a:lnTo>
                <a:cubicBezTo>
                  <a:pt x="36297" y="307404"/>
                  <a:pt x="39840" y="322669"/>
                  <a:pt x="53963" y="332575"/>
                </a:cubicBezTo>
                <a:cubicBezTo>
                  <a:pt x="68085" y="342443"/>
                  <a:pt x="108103" y="315913"/>
                  <a:pt x="108103" y="315913"/>
                </a:cubicBezTo>
                <a:cubicBezTo>
                  <a:pt x="98121" y="330162"/>
                  <a:pt x="99987" y="348222"/>
                  <a:pt x="114237" y="358217"/>
                </a:cubicBezTo>
                <a:cubicBezTo>
                  <a:pt x="128486" y="368173"/>
                  <a:pt x="148146" y="364732"/>
                  <a:pt x="158128" y="350457"/>
                </a:cubicBezTo>
                <a:lnTo>
                  <a:pt x="290462" y="163513"/>
                </a:lnTo>
                <a:lnTo>
                  <a:pt x="273597" y="0"/>
                </a:lnTo>
                <a:lnTo>
                  <a:pt x="132842" y="51334"/>
                </a:lnTo>
                <a:lnTo>
                  <a:pt x="10072" y="233363"/>
                </a:lnTo>
                <a:cubicBezTo>
                  <a:pt x="0" y="247701"/>
                  <a:pt x="3480" y="267475"/>
                  <a:pt x="17831" y="277534"/>
                </a:cubicBezTo>
                <a:close/>
                <a:moveTo>
                  <a:pt x="72263" y="393700"/>
                </a:moveTo>
              </a:path>
            </a:pathLst>
          </a:custGeom>
          <a:solidFill>
            <a:srgbClr val="EF9645">
              <a:alpha val="100000"/>
            </a:srgbClr>
          </a:solidFill>
          <a:ln w="1217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17" name="Picture 117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063617" y="1168658"/>
            <a:ext cx="406658" cy="450615"/>
          </a:xfrm>
          <a:prstGeom prst="rect">
            <a:avLst/>
          </a:prstGeom>
          <a:noFill/>
        </p:spPr>
      </p:pic>
      <p:sp>
        <p:nvSpPr>
          <p:cNvPr id="118" name="Freeform 118"/>
          <p:cNvSpPr/>
          <p:nvPr/>
        </p:nvSpPr>
        <p:spPr>
          <a:xfrm flipV="1">
            <a:off x="4071955" y="1448065"/>
            <a:ext cx="134390" cy="137311"/>
          </a:xfrm>
          <a:custGeom>
            <a:avLst/>
            <a:gdLst/>
            <a:ahLst/>
            <a:cxnLst/>
            <a:rect l="0" t="0" r="0" b="0"/>
            <a:pathLst>
              <a:path w="140234" h="140233">
                <a:moveTo>
                  <a:pt x="127534" y="25400"/>
                </a:moveTo>
                <a:cubicBezTo>
                  <a:pt x="76734" y="25400"/>
                  <a:pt x="25400" y="76733"/>
                  <a:pt x="25400" y="127533"/>
                </a:cubicBezTo>
                <a:cubicBezTo>
                  <a:pt x="25400" y="134557"/>
                  <a:pt x="20257" y="140233"/>
                  <a:pt x="13234" y="140233"/>
                </a:cubicBezTo>
                <a:cubicBezTo>
                  <a:pt x="6210" y="140233"/>
                  <a:pt x="0" y="134557"/>
                  <a:pt x="0" y="127533"/>
                </a:cubicBezTo>
                <a:cubicBezTo>
                  <a:pt x="0" y="51333"/>
                  <a:pt x="51334" y="0"/>
                  <a:pt x="127534" y="0"/>
                </a:cubicBezTo>
                <a:cubicBezTo>
                  <a:pt x="134557" y="0"/>
                  <a:pt x="140234" y="6210"/>
                  <a:pt x="140234" y="13233"/>
                </a:cubicBezTo>
                <a:cubicBezTo>
                  <a:pt x="140234" y="20257"/>
                  <a:pt x="134557" y="25400"/>
                  <a:pt x="127534" y="25400"/>
                </a:cubicBezTo>
                <a:close/>
                <a:moveTo>
                  <a:pt x="382067" y="432333"/>
                </a:moveTo>
              </a:path>
            </a:pathLst>
          </a:custGeom>
          <a:solidFill>
            <a:srgbClr val="5DADEC">
              <a:alpha val="100000"/>
            </a:srgbClr>
          </a:solidFill>
          <a:ln w="1217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19" name="Picture 119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035425" y="1174221"/>
            <a:ext cx="439208" cy="448204"/>
          </a:xfrm>
          <a:prstGeom prst="rect">
            <a:avLst/>
          </a:prstGeom>
          <a:noFill/>
        </p:spPr>
      </p:pic>
      <p:sp>
        <p:nvSpPr>
          <p:cNvPr id="120" name="Freeform 120"/>
          <p:cNvSpPr/>
          <p:nvPr/>
        </p:nvSpPr>
        <p:spPr>
          <a:xfrm flipV="1">
            <a:off x="4388908" y="1162573"/>
            <a:ext cx="96854" cy="98961"/>
          </a:xfrm>
          <a:custGeom>
            <a:avLst/>
            <a:gdLst/>
            <a:ahLst/>
            <a:cxnLst/>
            <a:rect l="0" t="0" r="0" b="0"/>
            <a:pathLst>
              <a:path w="101066" h="101067">
                <a:moveTo>
                  <a:pt x="12700" y="101067"/>
                </a:moveTo>
                <a:cubicBezTo>
                  <a:pt x="5689" y="101067"/>
                  <a:pt x="0" y="95911"/>
                  <a:pt x="0" y="88900"/>
                </a:cubicBezTo>
                <a:cubicBezTo>
                  <a:pt x="0" y="81890"/>
                  <a:pt x="5689" y="75667"/>
                  <a:pt x="12700" y="75667"/>
                </a:cubicBezTo>
                <a:cubicBezTo>
                  <a:pt x="50800" y="75667"/>
                  <a:pt x="75666" y="47410"/>
                  <a:pt x="75666" y="12700"/>
                </a:cubicBezTo>
                <a:cubicBezTo>
                  <a:pt x="75666" y="5690"/>
                  <a:pt x="81876" y="0"/>
                  <a:pt x="88900" y="0"/>
                </a:cubicBezTo>
                <a:cubicBezTo>
                  <a:pt x="95923" y="0"/>
                  <a:pt x="101066" y="5690"/>
                  <a:pt x="101066" y="12700"/>
                </a:cubicBezTo>
                <a:cubicBezTo>
                  <a:pt x="101066" y="61430"/>
                  <a:pt x="63500" y="101067"/>
                  <a:pt x="12700" y="101067"/>
                </a:cubicBezTo>
                <a:close/>
                <a:moveTo>
                  <a:pt x="-355067" y="101600"/>
                </a:moveTo>
              </a:path>
            </a:pathLst>
          </a:custGeom>
          <a:solidFill>
            <a:srgbClr val="5DADEC">
              <a:alpha val="100000"/>
            </a:srgbClr>
          </a:solidFill>
          <a:ln w="1217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1" name="Freeform 121">
            <a:hlinkClick r:id="rId6"/>
          </p:cNvPr>
          <p:cNvSpPr/>
          <p:nvPr/>
        </p:nvSpPr>
        <p:spPr>
          <a:xfrm flipV="1">
            <a:off x="1514474" y="2000250"/>
            <a:ext cx="2733674" cy="371474"/>
          </a:xfrm>
          <a:custGeom>
            <a:avLst/>
            <a:gdLst/>
            <a:ahLst/>
            <a:cxnLst/>
            <a:rect l="0" t="0" r="0" b="0"/>
            <a:pathLst>
              <a:path w="3644900" h="495300">
                <a:moveTo>
                  <a:pt x="0" y="76200"/>
                </a:moveTo>
                <a:lnTo>
                  <a:pt x="0" y="419100"/>
                </a:lnTo>
                <a:cubicBezTo>
                  <a:pt x="0" y="424104"/>
                  <a:pt x="487" y="429059"/>
                  <a:pt x="1464" y="433967"/>
                </a:cubicBezTo>
                <a:cubicBezTo>
                  <a:pt x="2440" y="438874"/>
                  <a:pt x="3885" y="443639"/>
                  <a:pt x="5800" y="448261"/>
                </a:cubicBezTo>
                <a:cubicBezTo>
                  <a:pt x="7714" y="452884"/>
                  <a:pt x="10061" y="457275"/>
                  <a:pt x="12841" y="461435"/>
                </a:cubicBezTo>
                <a:cubicBezTo>
                  <a:pt x="15621" y="465595"/>
                  <a:pt x="18780" y="469444"/>
                  <a:pt x="22318" y="472982"/>
                </a:cubicBezTo>
                <a:cubicBezTo>
                  <a:pt x="25856" y="476520"/>
                  <a:pt x="29705" y="479679"/>
                  <a:pt x="33865" y="482459"/>
                </a:cubicBezTo>
                <a:cubicBezTo>
                  <a:pt x="38025" y="485239"/>
                  <a:pt x="42416" y="487586"/>
                  <a:pt x="47039" y="489500"/>
                </a:cubicBezTo>
                <a:cubicBezTo>
                  <a:pt x="51661" y="491415"/>
                  <a:pt x="56426" y="492860"/>
                  <a:pt x="61334" y="493836"/>
                </a:cubicBezTo>
                <a:cubicBezTo>
                  <a:pt x="66241" y="494813"/>
                  <a:pt x="71196" y="495300"/>
                  <a:pt x="76200" y="495300"/>
                </a:cubicBezTo>
                <a:lnTo>
                  <a:pt x="3568700" y="495300"/>
                </a:lnTo>
                <a:cubicBezTo>
                  <a:pt x="3573703" y="495300"/>
                  <a:pt x="3578658" y="494813"/>
                  <a:pt x="3583565" y="493837"/>
                </a:cubicBezTo>
                <a:cubicBezTo>
                  <a:pt x="3588472" y="492860"/>
                  <a:pt x="3593237" y="491415"/>
                  <a:pt x="3597860" y="489500"/>
                </a:cubicBezTo>
                <a:cubicBezTo>
                  <a:pt x="3602482" y="487586"/>
                  <a:pt x="3606874" y="485239"/>
                  <a:pt x="3611034" y="482459"/>
                </a:cubicBezTo>
                <a:cubicBezTo>
                  <a:pt x="3615194" y="479679"/>
                  <a:pt x="3619043" y="476520"/>
                  <a:pt x="3622581" y="472982"/>
                </a:cubicBezTo>
                <a:cubicBezTo>
                  <a:pt x="3626118" y="469444"/>
                  <a:pt x="3629277" y="465595"/>
                  <a:pt x="3632057" y="461435"/>
                </a:cubicBezTo>
                <a:cubicBezTo>
                  <a:pt x="3634837" y="457275"/>
                  <a:pt x="3637184" y="452884"/>
                  <a:pt x="3639098" y="448261"/>
                </a:cubicBezTo>
                <a:cubicBezTo>
                  <a:pt x="3641013" y="443639"/>
                  <a:pt x="3642458" y="438874"/>
                  <a:pt x="3643434" y="433967"/>
                </a:cubicBezTo>
                <a:cubicBezTo>
                  <a:pt x="3644411" y="429059"/>
                  <a:pt x="3644899" y="424104"/>
                  <a:pt x="3644900" y="419100"/>
                </a:cubicBezTo>
                <a:lnTo>
                  <a:pt x="3644900" y="76200"/>
                </a:lnTo>
                <a:cubicBezTo>
                  <a:pt x="3644899" y="71197"/>
                  <a:pt x="3644411" y="66242"/>
                  <a:pt x="3643434" y="61335"/>
                </a:cubicBezTo>
                <a:cubicBezTo>
                  <a:pt x="3642459" y="56428"/>
                  <a:pt x="3641014" y="51663"/>
                  <a:pt x="3639099" y="47040"/>
                </a:cubicBezTo>
                <a:cubicBezTo>
                  <a:pt x="3637184" y="42418"/>
                  <a:pt x="3634837" y="38027"/>
                  <a:pt x="3632057" y="33866"/>
                </a:cubicBezTo>
                <a:cubicBezTo>
                  <a:pt x="3629277" y="29706"/>
                  <a:pt x="3626118" y="25857"/>
                  <a:pt x="3622581" y="22319"/>
                </a:cubicBezTo>
                <a:cubicBezTo>
                  <a:pt x="3619043" y="18781"/>
                  <a:pt x="3615194" y="15623"/>
                  <a:pt x="3611034" y="12843"/>
                </a:cubicBezTo>
                <a:cubicBezTo>
                  <a:pt x="3606874" y="10063"/>
                  <a:pt x="3602482" y="7716"/>
                  <a:pt x="3597860" y="5801"/>
                </a:cubicBezTo>
                <a:cubicBezTo>
                  <a:pt x="3593237" y="3887"/>
                  <a:pt x="3588472" y="2441"/>
                  <a:pt x="3583565" y="1465"/>
                </a:cubicBezTo>
                <a:cubicBezTo>
                  <a:pt x="3578658" y="489"/>
                  <a:pt x="3573703" y="1"/>
                  <a:pt x="3568700" y="0"/>
                </a:cubicBezTo>
                <a:lnTo>
                  <a:pt x="76200" y="0"/>
                </a:lnTo>
                <a:cubicBezTo>
                  <a:pt x="71196" y="1"/>
                  <a:pt x="66241" y="489"/>
                  <a:pt x="61334" y="1465"/>
                </a:cubicBezTo>
                <a:cubicBezTo>
                  <a:pt x="56426" y="2441"/>
                  <a:pt x="51661" y="3887"/>
                  <a:pt x="47039" y="5801"/>
                </a:cubicBezTo>
                <a:cubicBezTo>
                  <a:pt x="42416" y="7716"/>
                  <a:pt x="38025" y="10063"/>
                  <a:pt x="33865" y="12843"/>
                </a:cubicBezTo>
                <a:cubicBezTo>
                  <a:pt x="29705" y="15623"/>
                  <a:pt x="25856" y="18781"/>
                  <a:pt x="22318" y="22319"/>
                </a:cubicBezTo>
                <a:cubicBezTo>
                  <a:pt x="18780" y="25857"/>
                  <a:pt x="15621" y="29706"/>
                  <a:pt x="12841" y="33867"/>
                </a:cubicBezTo>
                <a:cubicBezTo>
                  <a:pt x="10061" y="38027"/>
                  <a:pt x="7714" y="42418"/>
                  <a:pt x="5800" y="47041"/>
                </a:cubicBezTo>
                <a:cubicBezTo>
                  <a:pt x="3885" y="51663"/>
                  <a:pt x="2440" y="56428"/>
                  <a:pt x="1464" y="61335"/>
                </a:cubicBezTo>
                <a:cubicBezTo>
                  <a:pt x="487" y="66242"/>
                  <a:pt x="0" y="71197"/>
                  <a:pt x="0" y="76200"/>
                </a:cubicBezTo>
                <a:close/>
                <a:moveTo>
                  <a:pt x="1066800" y="3162300"/>
                </a:moveTo>
              </a:path>
            </a:pathLst>
          </a:custGeom>
          <a:solidFill>
            <a:srgbClr val="AFB8C1">
              <a:alpha val="2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2" name="Freeform 122">
            <a:hlinkClick r:id="rId2"/>
          </p:cNvPr>
          <p:cNvSpPr/>
          <p:nvPr/>
        </p:nvSpPr>
        <p:spPr>
          <a:xfrm flipV="1">
            <a:off x="2324100" y="2581275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457200" h="457200">
                <a:moveTo>
                  <a:pt x="457200" y="228600"/>
                </a:moveTo>
                <a:cubicBezTo>
                  <a:pt x="457199" y="213590"/>
                  <a:pt x="455735" y="198725"/>
                  <a:pt x="452807" y="184003"/>
                </a:cubicBezTo>
                <a:cubicBezTo>
                  <a:pt x="449879" y="169281"/>
                  <a:pt x="445542" y="154987"/>
                  <a:pt x="439798" y="141119"/>
                </a:cubicBezTo>
                <a:cubicBezTo>
                  <a:pt x="434054" y="127252"/>
                  <a:pt x="427013" y="114078"/>
                  <a:pt x="418673" y="101597"/>
                </a:cubicBezTo>
                <a:cubicBezTo>
                  <a:pt x="410334" y="89117"/>
                  <a:pt x="400858" y="77570"/>
                  <a:pt x="390244" y="66956"/>
                </a:cubicBezTo>
                <a:cubicBezTo>
                  <a:pt x="379630" y="56342"/>
                  <a:pt x="368083" y="46866"/>
                  <a:pt x="355603" y="38527"/>
                </a:cubicBezTo>
                <a:cubicBezTo>
                  <a:pt x="343122" y="30187"/>
                  <a:pt x="329948" y="23146"/>
                  <a:pt x="316081" y="17402"/>
                </a:cubicBezTo>
                <a:cubicBezTo>
                  <a:pt x="302213" y="11658"/>
                  <a:pt x="287919" y="7321"/>
                  <a:pt x="273197" y="4393"/>
                </a:cubicBezTo>
                <a:cubicBezTo>
                  <a:pt x="258475" y="1465"/>
                  <a:pt x="243610" y="1"/>
                  <a:pt x="228600" y="0"/>
                </a:cubicBezTo>
                <a:cubicBezTo>
                  <a:pt x="213589" y="1"/>
                  <a:pt x="198724" y="1465"/>
                  <a:pt x="184002" y="4393"/>
                </a:cubicBezTo>
                <a:cubicBezTo>
                  <a:pt x="169280" y="7321"/>
                  <a:pt x="154986" y="11658"/>
                  <a:pt x="141118" y="17402"/>
                </a:cubicBezTo>
                <a:cubicBezTo>
                  <a:pt x="127251" y="23146"/>
                  <a:pt x="114077" y="30187"/>
                  <a:pt x="101596" y="38527"/>
                </a:cubicBezTo>
                <a:cubicBezTo>
                  <a:pt x="89116" y="46866"/>
                  <a:pt x="77569" y="56342"/>
                  <a:pt x="66955" y="66956"/>
                </a:cubicBezTo>
                <a:cubicBezTo>
                  <a:pt x="56341" y="77570"/>
                  <a:pt x="46865" y="89117"/>
                  <a:pt x="38526" y="101597"/>
                </a:cubicBezTo>
                <a:cubicBezTo>
                  <a:pt x="30186" y="114078"/>
                  <a:pt x="23145" y="127252"/>
                  <a:pt x="17401" y="141119"/>
                </a:cubicBezTo>
                <a:cubicBezTo>
                  <a:pt x="11657" y="154987"/>
                  <a:pt x="7320" y="169281"/>
                  <a:pt x="4392" y="184003"/>
                </a:cubicBezTo>
                <a:cubicBezTo>
                  <a:pt x="1464" y="198725"/>
                  <a:pt x="0" y="213590"/>
                  <a:pt x="0" y="228600"/>
                </a:cubicBezTo>
                <a:cubicBezTo>
                  <a:pt x="0" y="243611"/>
                  <a:pt x="1464" y="258476"/>
                  <a:pt x="4392" y="273198"/>
                </a:cubicBezTo>
                <a:cubicBezTo>
                  <a:pt x="7320" y="287920"/>
                  <a:pt x="11657" y="302214"/>
                  <a:pt x="17401" y="316082"/>
                </a:cubicBezTo>
                <a:cubicBezTo>
                  <a:pt x="23145" y="329949"/>
                  <a:pt x="30186" y="343123"/>
                  <a:pt x="38526" y="355604"/>
                </a:cubicBezTo>
                <a:cubicBezTo>
                  <a:pt x="46865" y="368084"/>
                  <a:pt x="56341" y="379631"/>
                  <a:pt x="66955" y="390245"/>
                </a:cubicBezTo>
                <a:cubicBezTo>
                  <a:pt x="77569" y="400859"/>
                  <a:pt x="89116" y="410335"/>
                  <a:pt x="101596" y="418674"/>
                </a:cubicBezTo>
                <a:cubicBezTo>
                  <a:pt x="114077" y="427014"/>
                  <a:pt x="127251" y="434055"/>
                  <a:pt x="141118" y="439799"/>
                </a:cubicBezTo>
                <a:cubicBezTo>
                  <a:pt x="154986" y="445543"/>
                  <a:pt x="169280" y="449880"/>
                  <a:pt x="184002" y="452808"/>
                </a:cubicBezTo>
                <a:cubicBezTo>
                  <a:pt x="198724" y="455736"/>
                  <a:pt x="213589" y="457200"/>
                  <a:pt x="228600" y="457200"/>
                </a:cubicBezTo>
                <a:cubicBezTo>
                  <a:pt x="243610" y="457200"/>
                  <a:pt x="258475" y="455736"/>
                  <a:pt x="273197" y="452808"/>
                </a:cubicBezTo>
                <a:cubicBezTo>
                  <a:pt x="287919" y="449880"/>
                  <a:pt x="302213" y="445543"/>
                  <a:pt x="316081" y="439799"/>
                </a:cubicBezTo>
                <a:cubicBezTo>
                  <a:pt x="329948" y="434055"/>
                  <a:pt x="343122" y="427014"/>
                  <a:pt x="355603" y="418674"/>
                </a:cubicBezTo>
                <a:cubicBezTo>
                  <a:pt x="368083" y="410335"/>
                  <a:pt x="379630" y="400859"/>
                  <a:pt x="390244" y="390245"/>
                </a:cubicBezTo>
                <a:cubicBezTo>
                  <a:pt x="400858" y="379631"/>
                  <a:pt x="410334" y="368084"/>
                  <a:pt x="418673" y="355604"/>
                </a:cubicBezTo>
                <a:cubicBezTo>
                  <a:pt x="427013" y="343123"/>
                  <a:pt x="434054" y="329949"/>
                  <a:pt x="439798" y="316082"/>
                </a:cubicBezTo>
                <a:cubicBezTo>
                  <a:pt x="445542" y="302214"/>
                  <a:pt x="449879" y="287920"/>
                  <a:pt x="452807" y="273198"/>
                </a:cubicBezTo>
                <a:cubicBezTo>
                  <a:pt x="455735" y="258476"/>
                  <a:pt x="457199" y="243611"/>
                  <a:pt x="457200" y="228600"/>
                </a:cubicBezTo>
                <a:close/>
                <a:moveTo>
                  <a:pt x="228600" y="457200"/>
                </a:moveTo>
              </a:path>
            </a:pathLst>
          </a:custGeom>
          <a:solidFill>
            <a:srgbClr val="88C9F9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3" name="Freeform 123">
            <a:hlinkClick r:id="rId2"/>
          </p:cNvPr>
          <p:cNvSpPr/>
          <p:nvPr/>
        </p:nvSpPr>
        <p:spPr>
          <a:xfrm flipV="1">
            <a:off x="2381171" y="2589908"/>
            <a:ext cx="216967" cy="241689"/>
          </a:xfrm>
          <a:custGeom>
            <a:avLst/>
            <a:gdLst/>
            <a:ahLst/>
            <a:cxnLst/>
            <a:rect l="0" t="0" r="0" b="0"/>
            <a:pathLst>
              <a:path w="359118" h="400037">
                <a:moveTo>
                  <a:pt x="232131" y="392023"/>
                </a:moveTo>
                <a:cubicBezTo>
                  <a:pt x="219151" y="384810"/>
                  <a:pt x="208356" y="372618"/>
                  <a:pt x="193675" y="377025"/>
                </a:cubicBezTo>
                <a:cubicBezTo>
                  <a:pt x="169863" y="384162"/>
                  <a:pt x="138113" y="400037"/>
                  <a:pt x="117475" y="380200"/>
                </a:cubicBezTo>
                <a:cubicBezTo>
                  <a:pt x="96838" y="360362"/>
                  <a:pt x="92075" y="342100"/>
                  <a:pt x="117475" y="342887"/>
                </a:cubicBezTo>
                <a:cubicBezTo>
                  <a:pt x="142875" y="343674"/>
                  <a:pt x="160338" y="373850"/>
                  <a:pt x="173038" y="361150"/>
                </a:cubicBezTo>
                <a:cubicBezTo>
                  <a:pt x="185738" y="348450"/>
                  <a:pt x="182550" y="338124"/>
                  <a:pt x="152400" y="334162"/>
                </a:cubicBezTo>
                <a:cubicBezTo>
                  <a:pt x="122250" y="330200"/>
                  <a:pt x="89688" y="325424"/>
                  <a:pt x="72225" y="325424"/>
                </a:cubicBezTo>
                <a:cubicBezTo>
                  <a:pt x="54763" y="325424"/>
                  <a:pt x="50787" y="315112"/>
                  <a:pt x="62700" y="303987"/>
                </a:cubicBezTo>
                <a:cubicBezTo>
                  <a:pt x="74613" y="292862"/>
                  <a:pt x="55550" y="292087"/>
                  <a:pt x="35713" y="280974"/>
                </a:cubicBezTo>
                <a:cubicBezTo>
                  <a:pt x="15875" y="269862"/>
                  <a:pt x="40475" y="265099"/>
                  <a:pt x="57150" y="255574"/>
                </a:cubicBezTo>
                <a:cubicBezTo>
                  <a:pt x="73825" y="246049"/>
                  <a:pt x="86513" y="257962"/>
                  <a:pt x="93663" y="273837"/>
                </a:cubicBezTo>
                <a:cubicBezTo>
                  <a:pt x="100813" y="289712"/>
                  <a:pt x="131521" y="308762"/>
                  <a:pt x="144336" y="306374"/>
                </a:cubicBezTo>
                <a:cubicBezTo>
                  <a:pt x="157163" y="303987"/>
                  <a:pt x="157163" y="297637"/>
                  <a:pt x="154775" y="286537"/>
                </a:cubicBezTo>
                <a:cubicBezTo>
                  <a:pt x="152387" y="275437"/>
                  <a:pt x="164300" y="278600"/>
                  <a:pt x="165087" y="291300"/>
                </a:cubicBezTo>
                <a:cubicBezTo>
                  <a:pt x="165875" y="304000"/>
                  <a:pt x="180175" y="313525"/>
                  <a:pt x="191275" y="314312"/>
                </a:cubicBezTo>
                <a:cubicBezTo>
                  <a:pt x="202375" y="315099"/>
                  <a:pt x="211912" y="299224"/>
                  <a:pt x="199212" y="291300"/>
                </a:cubicBezTo>
                <a:cubicBezTo>
                  <a:pt x="186512" y="283375"/>
                  <a:pt x="173812" y="277012"/>
                  <a:pt x="189687" y="273037"/>
                </a:cubicBezTo>
                <a:cubicBezTo>
                  <a:pt x="205562" y="269062"/>
                  <a:pt x="216675" y="248424"/>
                  <a:pt x="198425" y="239699"/>
                </a:cubicBezTo>
                <a:cubicBezTo>
                  <a:pt x="180175" y="230975"/>
                  <a:pt x="148425" y="225412"/>
                  <a:pt x="134138" y="232562"/>
                </a:cubicBezTo>
                <a:cubicBezTo>
                  <a:pt x="119850" y="239712"/>
                  <a:pt x="87300" y="250025"/>
                  <a:pt x="78575" y="244475"/>
                </a:cubicBezTo>
                <a:cubicBezTo>
                  <a:pt x="69850" y="238925"/>
                  <a:pt x="65088" y="233172"/>
                  <a:pt x="54763" y="229298"/>
                </a:cubicBezTo>
                <a:cubicBezTo>
                  <a:pt x="44450" y="225425"/>
                  <a:pt x="2375" y="206375"/>
                  <a:pt x="1575" y="181762"/>
                </a:cubicBezTo>
                <a:cubicBezTo>
                  <a:pt x="775" y="157149"/>
                  <a:pt x="0" y="129362"/>
                  <a:pt x="16663" y="128574"/>
                </a:cubicBezTo>
                <a:cubicBezTo>
                  <a:pt x="33325" y="127787"/>
                  <a:pt x="73813" y="138887"/>
                  <a:pt x="86513" y="149212"/>
                </a:cubicBezTo>
                <a:cubicBezTo>
                  <a:pt x="99213" y="159537"/>
                  <a:pt x="116675" y="157149"/>
                  <a:pt x="122225" y="145250"/>
                </a:cubicBezTo>
                <a:cubicBezTo>
                  <a:pt x="127775" y="133350"/>
                  <a:pt x="123812" y="126200"/>
                  <a:pt x="118263" y="107150"/>
                </a:cubicBezTo>
                <a:cubicBezTo>
                  <a:pt x="112713" y="88100"/>
                  <a:pt x="121895" y="78575"/>
                  <a:pt x="130797" y="61912"/>
                </a:cubicBezTo>
                <a:cubicBezTo>
                  <a:pt x="139700" y="45250"/>
                  <a:pt x="146838" y="35725"/>
                  <a:pt x="146838" y="23812"/>
                </a:cubicBezTo>
                <a:cubicBezTo>
                  <a:pt x="146838" y="11900"/>
                  <a:pt x="159538" y="0"/>
                  <a:pt x="178588" y="19850"/>
                </a:cubicBezTo>
                <a:cubicBezTo>
                  <a:pt x="197638" y="39700"/>
                  <a:pt x="215100" y="78587"/>
                  <a:pt x="223038" y="92875"/>
                </a:cubicBezTo>
                <a:cubicBezTo>
                  <a:pt x="230975" y="107162"/>
                  <a:pt x="237325" y="138912"/>
                  <a:pt x="246850" y="145262"/>
                </a:cubicBezTo>
                <a:cubicBezTo>
                  <a:pt x="256375" y="151612"/>
                  <a:pt x="271463" y="166700"/>
                  <a:pt x="260337" y="164312"/>
                </a:cubicBezTo>
                <a:cubicBezTo>
                  <a:pt x="249212" y="161925"/>
                  <a:pt x="227000" y="165100"/>
                  <a:pt x="221450" y="180975"/>
                </a:cubicBezTo>
                <a:cubicBezTo>
                  <a:pt x="215900" y="196850"/>
                  <a:pt x="192088" y="227012"/>
                  <a:pt x="203187" y="230187"/>
                </a:cubicBezTo>
                <a:cubicBezTo>
                  <a:pt x="214287" y="233362"/>
                  <a:pt x="227000" y="212534"/>
                  <a:pt x="231762" y="202704"/>
                </a:cubicBezTo>
                <a:cubicBezTo>
                  <a:pt x="236525" y="192875"/>
                  <a:pt x="242875" y="180975"/>
                  <a:pt x="252400" y="177800"/>
                </a:cubicBezTo>
                <a:cubicBezTo>
                  <a:pt x="261925" y="174625"/>
                  <a:pt x="282562" y="199047"/>
                  <a:pt x="288912" y="202704"/>
                </a:cubicBezTo>
                <a:cubicBezTo>
                  <a:pt x="295262" y="206375"/>
                  <a:pt x="290500" y="221450"/>
                  <a:pt x="277800" y="219862"/>
                </a:cubicBezTo>
                <a:cubicBezTo>
                  <a:pt x="265100" y="218275"/>
                  <a:pt x="248438" y="219862"/>
                  <a:pt x="248438" y="227787"/>
                </a:cubicBezTo>
                <a:cubicBezTo>
                  <a:pt x="248438" y="235712"/>
                  <a:pt x="264313" y="246049"/>
                  <a:pt x="277013" y="243662"/>
                </a:cubicBezTo>
                <a:cubicBezTo>
                  <a:pt x="289713" y="241274"/>
                  <a:pt x="299238" y="237312"/>
                  <a:pt x="307175" y="227787"/>
                </a:cubicBezTo>
                <a:cubicBezTo>
                  <a:pt x="315113" y="218262"/>
                  <a:pt x="330988" y="200799"/>
                  <a:pt x="337338" y="189687"/>
                </a:cubicBezTo>
                <a:cubicBezTo>
                  <a:pt x="343688" y="178574"/>
                  <a:pt x="348450" y="176987"/>
                  <a:pt x="351625" y="196824"/>
                </a:cubicBezTo>
                <a:cubicBezTo>
                  <a:pt x="353733" y="210007"/>
                  <a:pt x="356540" y="217259"/>
                  <a:pt x="359118" y="225044"/>
                </a:cubicBezTo>
                <a:cubicBezTo>
                  <a:pt x="346253" y="299072"/>
                  <a:pt x="297904" y="360718"/>
                  <a:pt x="232131" y="392023"/>
                </a:cubicBezTo>
                <a:lnTo>
                  <a:pt x="232131" y="392023"/>
                </a:lnTo>
                <a:close/>
                <a:moveTo>
                  <a:pt x="-72161" y="414324"/>
                </a:moveTo>
              </a:path>
            </a:pathLst>
          </a:custGeom>
          <a:solidFill>
            <a:srgbClr val="5C913B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4" name="Freeform 124"/>
          <p:cNvSpPr/>
          <p:nvPr/>
        </p:nvSpPr>
        <p:spPr>
          <a:xfrm flipV="1">
            <a:off x="4653768" y="5358619"/>
            <a:ext cx="303186" cy="303186"/>
          </a:xfrm>
          <a:custGeom>
            <a:avLst/>
            <a:gdLst/>
            <a:ahLst/>
            <a:cxnLst/>
            <a:rect l="0" t="0" r="0" b="0"/>
            <a:pathLst>
              <a:path w="501826" h="501826">
                <a:moveTo>
                  <a:pt x="412558" y="412559"/>
                </a:moveTo>
                <a:cubicBezTo>
                  <a:pt x="501826" y="323291"/>
                  <a:pt x="501826" y="178536"/>
                  <a:pt x="412558" y="89268"/>
                </a:cubicBezTo>
                <a:cubicBezTo>
                  <a:pt x="323290" y="0"/>
                  <a:pt x="178548" y="0"/>
                  <a:pt x="89267" y="89268"/>
                </a:cubicBezTo>
                <a:cubicBezTo>
                  <a:pt x="0" y="178536"/>
                  <a:pt x="0" y="323291"/>
                  <a:pt x="89267" y="412559"/>
                </a:cubicBezTo>
                <a:cubicBezTo>
                  <a:pt x="178535" y="501826"/>
                  <a:pt x="323277" y="501826"/>
                  <a:pt x="412558" y="412559"/>
                </a:cubicBezTo>
              </a:path>
            </a:pathLst>
          </a:custGeom>
          <a:solidFill>
            <a:srgbClr val="FFCB4C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5" name="Freeform 125"/>
          <p:cNvSpPr/>
          <p:nvPr/>
        </p:nvSpPr>
        <p:spPr>
          <a:xfrm flipV="1">
            <a:off x="4726377" y="5431228"/>
            <a:ext cx="210184" cy="210191"/>
          </a:xfrm>
          <a:custGeom>
            <a:avLst/>
            <a:gdLst/>
            <a:ahLst/>
            <a:cxnLst/>
            <a:rect l="0" t="0" r="0" b="0"/>
            <a:pathLst>
              <a:path w="347891" h="347903">
                <a:moveTo>
                  <a:pt x="146977" y="200913"/>
                </a:moveTo>
                <a:cubicBezTo>
                  <a:pt x="102603" y="156540"/>
                  <a:pt x="67995" y="132283"/>
                  <a:pt x="24485" y="102946"/>
                </a:cubicBezTo>
                <a:cubicBezTo>
                  <a:pt x="14567" y="96227"/>
                  <a:pt x="0" y="78447"/>
                  <a:pt x="24498" y="53936"/>
                </a:cubicBezTo>
                <a:cubicBezTo>
                  <a:pt x="73482" y="4953"/>
                  <a:pt x="191008" y="0"/>
                  <a:pt x="269443" y="78435"/>
                </a:cubicBezTo>
                <a:cubicBezTo>
                  <a:pt x="347891" y="156883"/>
                  <a:pt x="342950" y="274396"/>
                  <a:pt x="293941" y="323392"/>
                </a:cubicBezTo>
                <a:cubicBezTo>
                  <a:pt x="269443" y="347903"/>
                  <a:pt x="251650" y="333324"/>
                  <a:pt x="244945" y="323392"/>
                </a:cubicBezTo>
                <a:cubicBezTo>
                  <a:pt x="215633" y="279920"/>
                  <a:pt x="191363" y="245300"/>
                  <a:pt x="146977" y="200914"/>
                </a:cubicBezTo>
                <a:lnTo>
                  <a:pt x="146977" y="200913"/>
                </a:lnTo>
                <a:close/>
                <a:moveTo>
                  <a:pt x="146990" y="445769"/>
                </a:moveTo>
              </a:path>
            </a:pathLst>
          </a:custGeom>
          <a:solidFill>
            <a:srgbClr val="65471B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26" name="Picture 126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60900" y="5384800"/>
            <a:ext cx="292100" cy="279400"/>
          </a:xfrm>
          <a:prstGeom prst="rect">
            <a:avLst/>
          </a:prstGeom>
          <a:noFill/>
        </p:spPr>
      </p:pic>
      <p:pic>
        <p:nvPicPr>
          <p:cNvPr id="127" name="Picture 127"/>
          <p:cNvPicPr>
            <a:picLocks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045075" y="5390005"/>
            <a:ext cx="301624" cy="232656"/>
          </a:xfrm>
          <a:prstGeom prst="rect">
            <a:avLst/>
          </a:prstGeom>
          <a:noFill/>
        </p:spPr>
      </p:pic>
      <p:sp>
        <p:nvSpPr>
          <p:cNvPr id="128" name="Rectangle 128"/>
          <p:cNvSpPr/>
          <p:nvPr/>
        </p:nvSpPr>
        <p:spPr>
          <a:xfrm>
            <a:off x="747712" y="1141073"/>
            <a:ext cx="4325996" cy="273569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Gettin</a:t>
            </a:r>
            <a:r>
              <a:rPr lang="en-GB" sz="3479" b="1" i="0" spc="749" baseline="0" dirty="0">
                <a:solidFill>
                  <a:srgbClr val="224466"/>
                </a:solidFill>
                <a:latin typeface="Arial"/>
              </a:rPr>
              <a:t>g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i</a:t>
            </a:r>
            <a:r>
              <a:rPr lang="en-GB" sz="3479" b="1" i="0" spc="750" baseline="0" dirty="0">
                <a:solidFill>
                  <a:srgbClr val="224466"/>
                </a:solidFill>
                <a:latin typeface="Arial"/>
              </a:rPr>
              <a:t>n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touch</a:t>
            </a:r>
          </a:p>
          <a:p>
            <a:pPr marL="0">
              <a:lnSpc>
                <a:spcPts val="5234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Email</a:t>
            </a:r>
            <a:r>
              <a:rPr lang="en-GB" sz="2174" b="0" i="0" spc="1244" baseline="0" dirty="0">
                <a:solidFill>
                  <a:srgbClr val="1F2328"/>
                </a:solidFill>
                <a:latin typeface="Arial"/>
              </a:rPr>
              <a:t>:</a:t>
            </a:r>
            <a:r>
              <a:rPr lang="en-GB" sz="1848" b="0" i="0" spc="0" baseline="0" dirty="0">
                <a:solidFill>
                  <a:srgbClr val="1F2328"/>
                </a:solidFill>
                <a:latin typeface="Menlo"/>
                <a:hlinkClick r:id="rId6"/>
              </a:rPr>
              <a:t>j.hill@herts.ac.uk</a:t>
            </a:r>
          </a:p>
          <a:p>
            <a:pPr marL="0">
              <a:lnSpc>
                <a:spcPts val="4424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Office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:</a:t>
            </a:r>
            <a:r>
              <a:rPr lang="en-GB" sz="2174" b="0" i="0" spc="0" baseline="0" dirty="0">
                <a:solidFill>
                  <a:srgbClr val="0969DA"/>
                </a:solidFill>
                <a:latin typeface="Arial"/>
                <a:hlinkClick r:id="rId2"/>
              </a:rPr>
              <a:t>M316</a:t>
            </a:r>
          </a:p>
          <a:p>
            <a:pPr marL="0">
              <a:lnSpc>
                <a:spcPts val="4500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Dro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p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time/day</a:t>
            </a:r>
          </a:p>
          <a:p>
            <a:pPr marL="0">
              <a:lnSpc>
                <a:spcPts val="32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Emai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l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ahea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confir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m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tha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I'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m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there</a:t>
            </a:r>
          </a:p>
        </p:txBody>
      </p:sp>
      <p:sp>
        <p:nvSpPr>
          <p:cNvPr id="129" name="Rectangle 129"/>
          <p:cNvSpPr/>
          <p:nvPr/>
        </p:nvSpPr>
        <p:spPr>
          <a:xfrm>
            <a:off x="861863" y="4947033"/>
            <a:ext cx="4482653" cy="73948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Thi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i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wha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Googl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Gemin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i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think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my</a:t>
            </a:r>
          </a:p>
          <a:p>
            <a:pPr marL="1244947">
              <a:lnSpc>
                <a:spcPts val="3224"/>
              </a:lnSpc>
            </a:pP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offic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doo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look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like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Freeform 130"/>
          <p:cNvSpPr/>
          <p:nvPr/>
        </p:nvSpPr>
        <p:spPr>
          <a:xfrm flipV="1">
            <a:off x="0" y="-1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1" name="Freeform 131"/>
          <p:cNvSpPr/>
          <p:nvPr/>
        </p:nvSpPr>
        <p:spPr>
          <a:xfrm flipV="1">
            <a:off x="0" y="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32" name="Picture 13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976547" y="4668507"/>
            <a:ext cx="286279" cy="211468"/>
          </a:xfrm>
          <a:prstGeom prst="rect">
            <a:avLst/>
          </a:prstGeom>
          <a:noFill/>
        </p:spPr>
      </p:pic>
      <p:sp>
        <p:nvSpPr>
          <p:cNvPr id="133" name="Freeform 133"/>
          <p:cNvSpPr/>
          <p:nvPr/>
        </p:nvSpPr>
        <p:spPr>
          <a:xfrm flipV="1">
            <a:off x="5026668" y="4688964"/>
            <a:ext cx="195252" cy="31321"/>
          </a:xfrm>
          <a:custGeom>
            <a:avLst/>
            <a:gdLst/>
            <a:ahLst/>
            <a:cxnLst/>
            <a:rect l="0" t="0" r="0" b="0"/>
            <a:pathLst>
              <a:path w="323177" h="51842">
                <a:moveTo>
                  <a:pt x="307963" y="39269"/>
                </a:moveTo>
                <a:cubicBezTo>
                  <a:pt x="296012" y="42368"/>
                  <a:pt x="295148" y="34367"/>
                  <a:pt x="279997" y="36145"/>
                </a:cubicBezTo>
                <a:cubicBezTo>
                  <a:pt x="265164" y="37884"/>
                  <a:pt x="285446" y="45530"/>
                  <a:pt x="277521" y="50013"/>
                </a:cubicBezTo>
                <a:cubicBezTo>
                  <a:pt x="274854" y="51524"/>
                  <a:pt x="271031" y="51842"/>
                  <a:pt x="266319" y="51258"/>
                </a:cubicBezTo>
                <a:cubicBezTo>
                  <a:pt x="252959" y="49619"/>
                  <a:pt x="51004" y="44349"/>
                  <a:pt x="43472" y="40717"/>
                </a:cubicBezTo>
                <a:cubicBezTo>
                  <a:pt x="36780" y="37491"/>
                  <a:pt x="32817" y="33757"/>
                  <a:pt x="26734" y="39434"/>
                </a:cubicBezTo>
                <a:cubicBezTo>
                  <a:pt x="19076" y="46571"/>
                  <a:pt x="8116" y="42456"/>
                  <a:pt x="4941" y="40082"/>
                </a:cubicBezTo>
                <a:cubicBezTo>
                  <a:pt x="851" y="37008"/>
                  <a:pt x="0" y="30912"/>
                  <a:pt x="7912" y="23864"/>
                </a:cubicBezTo>
                <a:cubicBezTo>
                  <a:pt x="15799" y="18530"/>
                  <a:pt x="29160" y="12954"/>
                  <a:pt x="51918" y="9144"/>
                </a:cubicBezTo>
                <a:cubicBezTo>
                  <a:pt x="54420" y="8725"/>
                  <a:pt x="56553" y="8560"/>
                  <a:pt x="58547" y="8484"/>
                </a:cubicBezTo>
                <a:cubicBezTo>
                  <a:pt x="74130" y="7963"/>
                  <a:pt x="76289" y="29693"/>
                  <a:pt x="98298" y="30277"/>
                </a:cubicBezTo>
                <a:cubicBezTo>
                  <a:pt x="112726" y="30658"/>
                  <a:pt x="239942" y="16688"/>
                  <a:pt x="250419" y="18111"/>
                </a:cubicBezTo>
                <a:cubicBezTo>
                  <a:pt x="251702" y="18288"/>
                  <a:pt x="253048" y="18415"/>
                  <a:pt x="254597" y="18415"/>
                </a:cubicBezTo>
                <a:cubicBezTo>
                  <a:pt x="274447" y="18415"/>
                  <a:pt x="279058" y="0"/>
                  <a:pt x="300178" y="14402"/>
                </a:cubicBezTo>
                <a:cubicBezTo>
                  <a:pt x="309131" y="21679"/>
                  <a:pt x="323177" y="35332"/>
                  <a:pt x="307963" y="39269"/>
                </a:cubicBezTo>
                <a:lnTo>
                  <a:pt x="307963" y="39269"/>
                </a:lnTo>
                <a:close/>
                <a:moveTo>
                  <a:pt x="100000" y="213906"/>
                </a:moveTo>
              </a:path>
            </a:pathLst>
          </a:custGeom>
          <a:solidFill>
            <a:srgbClr val="F19020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4" name="Freeform 134"/>
          <p:cNvSpPr/>
          <p:nvPr/>
        </p:nvSpPr>
        <p:spPr>
          <a:xfrm flipV="1">
            <a:off x="5027136" y="4660989"/>
            <a:ext cx="182231" cy="64421"/>
          </a:xfrm>
          <a:custGeom>
            <a:avLst/>
            <a:gdLst/>
            <a:ahLst/>
            <a:cxnLst/>
            <a:rect l="0" t="0" r="0" b="0"/>
            <a:pathLst>
              <a:path w="301625" h="106629">
                <a:moveTo>
                  <a:pt x="0" y="106629"/>
                </a:moveTo>
                <a:cubicBezTo>
                  <a:pt x="19342" y="87236"/>
                  <a:pt x="33071" y="66687"/>
                  <a:pt x="42698" y="49187"/>
                </a:cubicBezTo>
                <a:cubicBezTo>
                  <a:pt x="49886" y="36119"/>
                  <a:pt x="54839" y="24689"/>
                  <a:pt x="57772" y="16954"/>
                </a:cubicBezTo>
                <a:cubicBezTo>
                  <a:pt x="73355" y="16434"/>
                  <a:pt x="75514" y="25463"/>
                  <a:pt x="97523" y="26048"/>
                </a:cubicBezTo>
                <a:cubicBezTo>
                  <a:pt x="111951" y="26429"/>
                  <a:pt x="120168" y="16281"/>
                  <a:pt x="130836" y="10439"/>
                </a:cubicBezTo>
                <a:cubicBezTo>
                  <a:pt x="149911" y="0"/>
                  <a:pt x="163462" y="19710"/>
                  <a:pt x="178067" y="19710"/>
                </a:cubicBezTo>
                <a:cubicBezTo>
                  <a:pt x="188862" y="19710"/>
                  <a:pt x="206248" y="4381"/>
                  <a:pt x="218402" y="10007"/>
                </a:cubicBezTo>
                <a:cubicBezTo>
                  <a:pt x="236017" y="18174"/>
                  <a:pt x="239167" y="25133"/>
                  <a:pt x="249644" y="26568"/>
                </a:cubicBezTo>
                <a:cubicBezTo>
                  <a:pt x="253733" y="36614"/>
                  <a:pt x="259055" y="48107"/>
                  <a:pt x="265544" y="59703"/>
                </a:cubicBezTo>
                <a:cubicBezTo>
                  <a:pt x="274942" y="76517"/>
                  <a:pt x="286855" y="93548"/>
                  <a:pt x="301625" y="106604"/>
                </a:cubicBezTo>
                <a:lnTo>
                  <a:pt x="0" y="106604"/>
                </a:lnTo>
                <a:lnTo>
                  <a:pt x="0" y="106629"/>
                </a:lnTo>
                <a:close/>
                <a:moveTo>
                  <a:pt x="40348" y="222389"/>
                </a:moveTo>
              </a:path>
            </a:pathLst>
          </a:custGeom>
          <a:solidFill>
            <a:srgbClr val="F36C24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35" name="Picture 13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022203" y="4646656"/>
            <a:ext cx="197309" cy="66671"/>
          </a:xfrm>
          <a:prstGeom prst="rect">
            <a:avLst/>
          </a:prstGeom>
          <a:noFill/>
        </p:spPr>
      </p:pic>
      <p:sp>
        <p:nvSpPr>
          <p:cNvPr id="136" name="Freeform 136"/>
          <p:cNvSpPr/>
          <p:nvPr/>
        </p:nvSpPr>
        <p:spPr>
          <a:xfrm flipV="1">
            <a:off x="5086448" y="4772806"/>
            <a:ext cx="66478" cy="75961"/>
          </a:xfrm>
          <a:custGeom>
            <a:avLst/>
            <a:gdLst/>
            <a:ahLst/>
            <a:cxnLst/>
            <a:rect l="0" t="0" r="0" b="0"/>
            <a:pathLst>
              <a:path w="110033" h="125730">
                <a:moveTo>
                  <a:pt x="110033" y="62865"/>
                </a:moveTo>
                <a:cubicBezTo>
                  <a:pt x="110033" y="54529"/>
                  <a:pt x="108637" y="46509"/>
                  <a:pt x="105845" y="38808"/>
                </a:cubicBezTo>
                <a:cubicBezTo>
                  <a:pt x="103053" y="31106"/>
                  <a:pt x="99078" y="24307"/>
                  <a:pt x="93919" y="18413"/>
                </a:cubicBezTo>
                <a:cubicBezTo>
                  <a:pt x="88760" y="12518"/>
                  <a:pt x="82811" y="7976"/>
                  <a:pt x="76070" y="4785"/>
                </a:cubicBezTo>
                <a:cubicBezTo>
                  <a:pt x="69330" y="1595"/>
                  <a:pt x="62312" y="0"/>
                  <a:pt x="55017" y="0"/>
                </a:cubicBezTo>
                <a:cubicBezTo>
                  <a:pt x="47721" y="0"/>
                  <a:pt x="40703" y="1595"/>
                  <a:pt x="33963" y="4785"/>
                </a:cubicBezTo>
                <a:cubicBezTo>
                  <a:pt x="27222" y="7976"/>
                  <a:pt x="21273" y="12518"/>
                  <a:pt x="16114" y="18413"/>
                </a:cubicBezTo>
                <a:cubicBezTo>
                  <a:pt x="10955" y="24307"/>
                  <a:pt x="6980" y="31106"/>
                  <a:pt x="4188" y="38808"/>
                </a:cubicBezTo>
                <a:cubicBezTo>
                  <a:pt x="1396" y="46509"/>
                  <a:pt x="0" y="54529"/>
                  <a:pt x="0" y="62865"/>
                </a:cubicBezTo>
                <a:cubicBezTo>
                  <a:pt x="0" y="71201"/>
                  <a:pt x="1396" y="79221"/>
                  <a:pt x="4188" y="86922"/>
                </a:cubicBezTo>
                <a:cubicBezTo>
                  <a:pt x="6980" y="94624"/>
                  <a:pt x="10955" y="101422"/>
                  <a:pt x="16114" y="107317"/>
                </a:cubicBezTo>
                <a:cubicBezTo>
                  <a:pt x="21273" y="113212"/>
                  <a:pt x="27222" y="117754"/>
                  <a:pt x="33963" y="120945"/>
                </a:cubicBezTo>
                <a:cubicBezTo>
                  <a:pt x="40703" y="124135"/>
                  <a:pt x="47721" y="125730"/>
                  <a:pt x="55017" y="125730"/>
                </a:cubicBezTo>
                <a:cubicBezTo>
                  <a:pt x="62312" y="125730"/>
                  <a:pt x="69330" y="124135"/>
                  <a:pt x="76070" y="120945"/>
                </a:cubicBezTo>
                <a:cubicBezTo>
                  <a:pt x="82811" y="117754"/>
                  <a:pt x="88760" y="113212"/>
                  <a:pt x="93919" y="107317"/>
                </a:cubicBezTo>
                <a:cubicBezTo>
                  <a:pt x="99078" y="101422"/>
                  <a:pt x="103053" y="94624"/>
                  <a:pt x="105845" y="86922"/>
                </a:cubicBezTo>
                <a:cubicBezTo>
                  <a:pt x="108637" y="79221"/>
                  <a:pt x="110033" y="71201"/>
                  <a:pt x="110033" y="62865"/>
                </a:cubicBezTo>
                <a:close/>
                <a:moveTo>
                  <a:pt x="190119" y="426567"/>
                </a:moveTo>
              </a:path>
            </a:pathLst>
          </a:custGeom>
          <a:solidFill>
            <a:srgbClr val="65471B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37" name="Picture 137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045603" y="4715987"/>
            <a:ext cx="148166" cy="66335"/>
          </a:xfrm>
          <a:prstGeom prst="rect">
            <a:avLst/>
          </a:prstGeom>
          <a:noFill/>
        </p:spPr>
      </p:pic>
      <p:sp>
        <p:nvSpPr>
          <p:cNvPr id="138" name="Freeform 138"/>
          <p:cNvSpPr/>
          <p:nvPr/>
        </p:nvSpPr>
        <p:spPr>
          <a:xfrm flipV="1">
            <a:off x="5000434" y="4592178"/>
            <a:ext cx="238865" cy="96947"/>
          </a:xfrm>
          <a:custGeom>
            <a:avLst/>
            <a:gdLst/>
            <a:ahLst/>
            <a:cxnLst/>
            <a:rect l="0" t="0" r="0" b="0"/>
            <a:pathLst>
              <a:path w="395364" h="160465">
                <a:moveTo>
                  <a:pt x="364071" y="115024"/>
                </a:moveTo>
                <a:cubicBezTo>
                  <a:pt x="361023" y="115024"/>
                  <a:pt x="358140" y="114453"/>
                  <a:pt x="355359" y="113640"/>
                </a:cubicBezTo>
                <a:cubicBezTo>
                  <a:pt x="346621" y="124371"/>
                  <a:pt x="333477" y="131369"/>
                  <a:pt x="318554" y="131369"/>
                </a:cubicBezTo>
                <a:cubicBezTo>
                  <a:pt x="317449" y="131369"/>
                  <a:pt x="316408" y="131115"/>
                  <a:pt x="315316" y="131039"/>
                </a:cubicBezTo>
                <a:cubicBezTo>
                  <a:pt x="305994" y="141542"/>
                  <a:pt x="292532" y="148298"/>
                  <a:pt x="277381" y="148298"/>
                </a:cubicBezTo>
                <a:cubicBezTo>
                  <a:pt x="258267" y="148298"/>
                  <a:pt x="241821" y="137643"/>
                  <a:pt x="233109" y="122060"/>
                </a:cubicBezTo>
                <a:cubicBezTo>
                  <a:pt x="228714" y="132194"/>
                  <a:pt x="218643" y="139294"/>
                  <a:pt x="206896" y="139294"/>
                </a:cubicBezTo>
                <a:cubicBezTo>
                  <a:pt x="197777" y="139294"/>
                  <a:pt x="189764" y="134950"/>
                  <a:pt x="184531" y="128308"/>
                </a:cubicBezTo>
                <a:cubicBezTo>
                  <a:pt x="178079" y="146977"/>
                  <a:pt x="160554" y="160465"/>
                  <a:pt x="139700" y="160465"/>
                </a:cubicBezTo>
                <a:cubicBezTo>
                  <a:pt x="122898" y="160465"/>
                  <a:pt x="108204" y="151714"/>
                  <a:pt x="99721" y="138582"/>
                </a:cubicBezTo>
                <a:cubicBezTo>
                  <a:pt x="97384" y="138951"/>
                  <a:pt x="95047" y="139319"/>
                  <a:pt x="92609" y="139319"/>
                </a:cubicBezTo>
                <a:cubicBezTo>
                  <a:pt x="74422" y="139319"/>
                  <a:pt x="58814" y="129007"/>
                  <a:pt x="50787" y="114021"/>
                </a:cubicBezTo>
                <a:cubicBezTo>
                  <a:pt x="48209" y="114503"/>
                  <a:pt x="45580" y="114821"/>
                  <a:pt x="42863" y="114821"/>
                </a:cubicBezTo>
                <a:cubicBezTo>
                  <a:pt x="19190" y="114821"/>
                  <a:pt x="0" y="95631"/>
                  <a:pt x="0" y="71958"/>
                </a:cubicBezTo>
                <a:cubicBezTo>
                  <a:pt x="0" y="48285"/>
                  <a:pt x="19190" y="29096"/>
                  <a:pt x="42863" y="29096"/>
                </a:cubicBezTo>
                <a:cubicBezTo>
                  <a:pt x="50330" y="29096"/>
                  <a:pt x="57277" y="31115"/>
                  <a:pt x="63360" y="34493"/>
                </a:cubicBezTo>
                <a:cubicBezTo>
                  <a:pt x="68136" y="30912"/>
                  <a:pt x="74003" y="28702"/>
                  <a:pt x="80442" y="28702"/>
                </a:cubicBezTo>
                <a:cubicBezTo>
                  <a:pt x="82283" y="28702"/>
                  <a:pt x="84061" y="28905"/>
                  <a:pt x="85801" y="29248"/>
                </a:cubicBezTo>
                <a:cubicBezTo>
                  <a:pt x="96660" y="11735"/>
                  <a:pt x="115862" y="0"/>
                  <a:pt x="137986" y="0"/>
                </a:cubicBezTo>
                <a:cubicBezTo>
                  <a:pt x="159690" y="0"/>
                  <a:pt x="178702" y="11240"/>
                  <a:pt x="189713" y="28156"/>
                </a:cubicBezTo>
                <a:cubicBezTo>
                  <a:pt x="198857" y="16955"/>
                  <a:pt x="212598" y="9652"/>
                  <a:pt x="228181" y="9652"/>
                </a:cubicBezTo>
                <a:cubicBezTo>
                  <a:pt x="251231" y="9652"/>
                  <a:pt x="270434" y="25375"/>
                  <a:pt x="276136" y="46622"/>
                </a:cubicBezTo>
                <a:cubicBezTo>
                  <a:pt x="276568" y="46609"/>
                  <a:pt x="276962" y="46495"/>
                  <a:pt x="277394" y="46495"/>
                </a:cubicBezTo>
                <a:cubicBezTo>
                  <a:pt x="280988" y="46495"/>
                  <a:pt x="284493" y="46889"/>
                  <a:pt x="287884" y="47600"/>
                </a:cubicBezTo>
                <a:cubicBezTo>
                  <a:pt x="296190" y="40539"/>
                  <a:pt x="306819" y="36119"/>
                  <a:pt x="318580" y="36119"/>
                </a:cubicBezTo>
                <a:cubicBezTo>
                  <a:pt x="333489" y="36119"/>
                  <a:pt x="346647" y="43117"/>
                  <a:pt x="355372" y="53848"/>
                </a:cubicBezTo>
                <a:cubicBezTo>
                  <a:pt x="358153" y="53035"/>
                  <a:pt x="361036" y="52464"/>
                  <a:pt x="364084" y="52464"/>
                </a:cubicBezTo>
                <a:cubicBezTo>
                  <a:pt x="381356" y="52464"/>
                  <a:pt x="395364" y="66472"/>
                  <a:pt x="395364" y="83744"/>
                </a:cubicBezTo>
                <a:cubicBezTo>
                  <a:pt x="395364" y="101016"/>
                  <a:pt x="381343" y="115024"/>
                  <a:pt x="364071" y="115024"/>
                </a:cubicBezTo>
                <a:lnTo>
                  <a:pt x="364071" y="115024"/>
                </a:lnTo>
                <a:close/>
                <a:moveTo>
                  <a:pt x="16091" y="162331"/>
                </a:moveTo>
              </a:path>
            </a:pathLst>
          </a:custGeom>
          <a:solidFill>
            <a:srgbClr val="CCD6DD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9" name="Freeform 139"/>
          <p:cNvSpPr/>
          <p:nvPr/>
        </p:nvSpPr>
        <p:spPr>
          <a:xfrm flipV="1">
            <a:off x="5178569" y="4619026"/>
            <a:ext cx="32548" cy="32548"/>
          </a:xfrm>
          <a:custGeom>
            <a:avLst/>
            <a:gdLst/>
            <a:ahLst/>
            <a:cxnLst/>
            <a:rect l="0" t="0" r="0" b="0"/>
            <a:pathLst>
              <a:path w="53874" h="53873">
                <a:moveTo>
                  <a:pt x="53874" y="26937"/>
                </a:moveTo>
                <a:cubicBezTo>
                  <a:pt x="53874" y="23365"/>
                  <a:pt x="53190" y="19928"/>
                  <a:pt x="51823" y="16628"/>
                </a:cubicBezTo>
                <a:cubicBezTo>
                  <a:pt x="50456" y="13328"/>
                  <a:pt x="48510" y="10415"/>
                  <a:pt x="45984" y="7889"/>
                </a:cubicBezTo>
                <a:cubicBezTo>
                  <a:pt x="43458" y="5364"/>
                  <a:pt x="40545" y="3417"/>
                  <a:pt x="37245" y="2050"/>
                </a:cubicBezTo>
                <a:cubicBezTo>
                  <a:pt x="33945" y="683"/>
                  <a:pt x="30509" y="0"/>
                  <a:pt x="26937" y="0"/>
                </a:cubicBezTo>
                <a:cubicBezTo>
                  <a:pt x="23365" y="0"/>
                  <a:pt x="19929" y="683"/>
                  <a:pt x="16629" y="2050"/>
                </a:cubicBezTo>
                <a:cubicBezTo>
                  <a:pt x="13329" y="3417"/>
                  <a:pt x="10416" y="5364"/>
                  <a:pt x="7890" y="7889"/>
                </a:cubicBezTo>
                <a:cubicBezTo>
                  <a:pt x="5364" y="10415"/>
                  <a:pt x="3418" y="13328"/>
                  <a:pt x="2051" y="16628"/>
                </a:cubicBezTo>
                <a:cubicBezTo>
                  <a:pt x="684" y="19928"/>
                  <a:pt x="0" y="23365"/>
                  <a:pt x="0" y="26937"/>
                </a:cubicBezTo>
                <a:cubicBezTo>
                  <a:pt x="0" y="30509"/>
                  <a:pt x="684" y="33945"/>
                  <a:pt x="2051" y="37245"/>
                </a:cubicBezTo>
                <a:cubicBezTo>
                  <a:pt x="3418" y="40545"/>
                  <a:pt x="5364" y="43458"/>
                  <a:pt x="7890" y="45984"/>
                </a:cubicBezTo>
                <a:cubicBezTo>
                  <a:pt x="10416" y="48510"/>
                  <a:pt x="13329" y="50456"/>
                  <a:pt x="16629" y="51823"/>
                </a:cubicBezTo>
                <a:cubicBezTo>
                  <a:pt x="19929" y="53190"/>
                  <a:pt x="23365" y="53873"/>
                  <a:pt x="26937" y="53873"/>
                </a:cubicBezTo>
                <a:cubicBezTo>
                  <a:pt x="30509" y="53873"/>
                  <a:pt x="33945" y="53190"/>
                  <a:pt x="37245" y="51823"/>
                </a:cubicBezTo>
                <a:cubicBezTo>
                  <a:pt x="40545" y="50456"/>
                  <a:pt x="43458" y="48510"/>
                  <a:pt x="45984" y="45984"/>
                </a:cubicBezTo>
                <a:cubicBezTo>
                  <a:pt x="48510" y="43458"/>
                  <a:pt x="50456" y="40545"/>
                  <a:pt x="51823" y="37245"/>
                </a:cubicBezTo>
                <a:cubicBezTo>
                  <a:pt x="53190" y="33945"/>
                  <a:pt x="53874" y="30509"/>
                  <a:pt x="53874" y="26937"/>
                </a:cubicBezTo>
                <a:close/>
                <a:moveTo>
                  <a:pt x="-252819" y="100177"/>
                </a:moveTo>
              </a:path>
            </a:pathLst>
          </a:custGeom>
          <a:solidFill>
            <a:srgbClr val="E1E8ED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0" name="Freeform 140"/>
          <p:cNvSpPr/>
          <p:nvPr/>
        </p:nvSpPr>
        <p:spPr>
          <a:xfrm flipV="1">
            <a:off x="5013678" y="4611660"/>
            <a:ext cx="120403" cy="65710"/>
          </a:xfrm>
          <a:custGeom>
            <a:avLst/>
            <a:gdLst/>
            <a:ahLst/>
            <a:cxnLst/>
            <a:rect l="0" t="0" r="0" b="0"/>
            <a:pathLst>
              <a:path w="199289" h="108763">
                <a:moveTo>
                  <a:pt x="199289" y="67907"/>
                </a:moveTo>
                <a:cubicBezTo>
                  <a:pt x="199289" y="83058"/>
                  <a:pt x="187008" y="95352"/>
                  <a:pt x="171857" y="95352"/>
                </a:cubicBezTo>
                <a:cubicBezTo>
                  <a:pt x="167183" y="95352"/>
                  <a:pt x="162840" y="94069"/>
                  <a:pt x="158992" y="92012"/>
                </a:cubicBezTo>
                <a:cubicBezTo>
                  <a:pt x="155804" y="99645"/>
                  <a:pt x="148273" y="105017"/>
                  <a:pt x="139472" y="105017"/>
                </a:cubicBezTo>
                <a:cubicBezTo>
                  <a:pt x="132271" y="105017"/>
                  <a:pt x="125921" y="101397"/>
                  <a:pt x="122098" y="95898"/>
                </a:cubicBezTo>
                <a:cubicBezTo>
                  <a:pt x="113589" y="103810"/>
                  <a:pt x="102273" y="108763"/>
                  <a:pt x="89738" y="108763"/>
                </a:cubicBezTo>
                <a:cubicBezTo>
                  <a:pt x="67450" y="108763"/>
                  <a:pt x="48895" y="93396"/>
                  <a:pt x="43701" y="72721"/>
                </a:cubicBezTo>
                <a:cubicBezTo>
                  <a:pt x="39065" y="77382"/>
                  <a:pt x="32652" y="80277"/>
                  <a:pt x="25553" y="80277"/>
                </a:cubicBezTo>
                <a:cubicBezTo>
                  <a:pt x="11443" y="80277"/>
                  <a:pt x="0" y="68835"/>
                  <a:pt x="0" y="54725"/>
                </a:cubicBezTo>
                <a:cubicBezTo>
                  <a:pt x="0" y="40615"/>
                  <a:pt x="11443" y="29172"/>
                  <a:pt x="25553" y="29172"/>
                </a:cubicBezTo>
                <a:cubicBezTo>
                  <a:pt x="34481" y="29172"/>
                  <a:pt x="42304" y="33757"/>
                  <a:pt x="46876" y="40691"/>
                </a:cubicBezTo>
                <a:cubicBezTo>
                  <a:pt x="53442" y="26963"/>
                  <a:pt x="66294" y="16904"/>
                  <a:pt x="81788" y="14288"/>
                </a:cubicBezTo>
                <a:cubicBezTo>
                  <a:pt x="86741" y="5779"/>
                  <a:pt x="95847" y="0"/>
                  <a:pt x="106401" y="0"/>
                </a:cubicBezTo>
                <a:cubicBezTo>
                  <a:pt x="120041" y="0"/>
                  <a:pt x="131407" y="9576"/>
                  <a:pt x="134252" y="22353"/>
                </a:cubicBezTo>
                <a:cubicBezTo>
                  <a:pt x="138367" y="20066"/>
                  <a:pt x="143028" y="18644"/>
                  <a:pt x="148057" y="18644"/>
                </a:cubicBezTo>
                <a:cubicBezTo>
                  <a:pt x="161646" y="18644"/>
                  <a:pt x="172974" y="28156"/>
                  <a:pt x="175870" y="40869"/>
                </a:cubicBezTo>
                <a:cubicBezTo>
                  <a:pt x="189103" y="42838"/>
                  <a:pt x="199289" y="54128"/>
                  <a:pt x="199289" y="67907"/>
                </a:cubicBezTo>
                <a:lnTo>
                  <a:pt x="199289" y="67907"/>
                </a:lnTo>
                <a:close/>
                <a:moveTo>
                  <a:pt x="21832" y="142875"/>
                </a:moveTo>
              </a:path>
            </a:pathLst>
          </a:custGeom>
          <a:solidFill>
            <a:srgbClr val="E1E8ED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1" name="Freeform 141"/>
          <p:cNvSpPr/>
          <p:nvPr/>
        </p:nvSpPr>
        <p:spPr>
          <a:xfrm flipV="1">
            <a:off x="6975631" y="3133725"/>
            <a:ext cx="231461" cy="276225"/>
          </a:xfrm>
          <a:custGeom>
            <a:avLst/>
            <a:gdLst/>
            <a:ahLst/>
            <a:cxnLst/>
            <a:rect l="0" t="0" r="0" b="0"/>
            <a:pathLst>
              <a:path w="383109" h="457200">
                <a:moveTo>
                  <a:pt x="381267" y="258433"/>
                </a:moveTo>
                <a:cubicBezTo>
                  <a:pt x="379413" y="263398"/>
                  <a:pt x="374663" y="266700"/>
                  <a:pt x="369355" y="266700"/>
                </a:cubicBezTo>
                <a:lnTo>
                  <a:pt x="216002" y="266700"/>
                </a:lnTo>
                <a:lnTo>
                  <a:pt x="304457" y="438684"/>
                </a:lnTo>
                <a:cubicBezTo>
                  <a:pt x="307239" y="444094"/>
                  <a:pt x="305804" y="450711"/>
                  <a:pt x="301016" y="454470"/>
                </a:cubicBezTo>
                <a:cubicBezTo>
                  <a:pt x="298704" y="456299"/>
                  <a:pt x="295923" y="457200"/>
                  <a:pt x="293155" y="457200"/>
                </a:cubicBezTo>
                <a:cubicBezTo>
                  <a:pt x="290195" y="457200"/>
                  <a:pt x="287236" y="456159"/>
                  <a:pt x="284861" y="454114"/>
                </a:cubicBezTo>
                <a:lnTo>
                  <a:pt x="191555" y="373533"/>
                </a:lnTo>
                <a:lnTo>
                  <a:pt x="5461" y="212814"/>
                </a:lnTo>
                <a:cubicBezTo>
                  <a:pt x="1448" y="209347"/>
                  <a:pt x="0" y="203747"/>
                  <a:pt x="1855" y="198781"/>
                </a:cubicBezTo>
                <a:cubicBezTo>
                  <a:pt x="3709" y="193815"/>
                  <a:pt x="8446" y="190500"/>
                  <a:pt x="13755" y="190500"/>
                </a:cubicBezTo>
                <a:lnTo>
                  <a:pt x="167107" y="190500"/>
                </a:lnTo>
                <a:lnTo>
                  <a:pt x="78651" y="18517"/>
                </a:lnTo>
                <a:cubicBezTo>
                  <a:pt x="75870" y="13107"/>
                  <a:pt x="77305" y="6490"/>
                  <a:pt x="82093" y="2731"/>
                </a:cubicBezTo>
                <a:cubicBezTo>
                  <a:pt x="84405" y="902"/>
                  <a:pt x="87186" y="0"/>
                  <a:pt x="89955" y="0"/>
                </a:cubicBezTo>
                <a:cubicBezTo>
                  <a:pt x="92914" y="0"/>
                  <a:pt x="95873" y="1042"/>
                  <a:pt x="98248" y="3087"/>
                </a:cubicBezTo>
                <a:lnTo>
                  <a:pt x="191555" y="83668"/>
                </a:lnTo>
                <a:lnTo>
                  <a:pt x="377648" y="244387"/>
                </a:lnTo>
                <a:cubicBezTo>
                  <a:pt x="381674" y="247854"/>
                  <a:pt x="383109" y="253454"/>
                  <a:pt x="381267" y="258433"/>
                </a:cubicBezTo>
                <a:close/>
                <a:moveTo>
                  <a:pt x="161722" y="457200"/>
                </a:moveTo>
              </a:path>
            </a:pathLst>
          </a:custGeom>
          <a:solidFill>
            <a:srgbClr val="FFAC33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2" name="Freeform 142"/>
          <p:cNvSpPr/>
          <p:nvPr/>
        </p:nvSpPr>
        <p:spPr>
          <a:xfrm flipV="1">
            <a:off x="10629897" y="3124200"/>
            <a:ext cx="752476" cy="361949"/>
          </a:xfrm>
          <a:custGeom>
            <a:avLst/>
            <a:gdLst/>
            <a:ahLst/>
            <a:cxnLst/>
            <a:rect l="0" t="0" r="0" b="0"/>
            <a:pathLst>
              <a:path w="1003302" h="482600">
                <a:moveTo>
                  <a:pt x="2" y="76200"/>
                </a:moveTo>
                <a:lnTo>
                  <a:pt x="2" y="406400"/>
                </a:lnTo>
                <a:cubicBezTo>
                  <a:pt x="0" y="411404"/>
                  <a:pt x="488" y="416359"/>
                  <a:pt x="1463" y="421267"/>
                </a:cubicBezTo>
                <a:cubicBezTo>
                  <a:pt x="2439" y="426174"/>
                  <a:pt x="3885" y="430939"/>
                  <a:pt x="5800" y="435562"/>
                </a:cubicBezTo>
                <a:cubicBezTo>
                  <a:pt x="7714" y="440184"/>
                  <a:pt x="10061" y="444575"/>
                  <a:pt x="12839" y="448736"/>
                </a:cubicBezTo>
                <a:cubicBezTo>
                  <a:pt x="15619" y="452895"/>
                  <a:pt x="18779" y="456744"/>
                  <a:pt x="22318" y="460282"/>
                </a:cubicBezTo>
                <a:cubicBezTo>
                  <a:pt x="25856" y="463820"/>
                  <a:pt x="29705" y="466979"/>
                  <a:pt x="33865" y="469759"/>
                </a:cubicBezTo>
                <a:cubicBezTo>
                  <a:pt x="38024" y="472538"/>
                  <a:pt x="42416" y="474885"/>
                  <a:pt x="47039" y="476800"/>
                </a:cubicBezTo>
                <a:cubicBezTo>
                  <a:pt x="51662" y="478715"/>
                  <a:pt x="56428" y="480160"/>
                  <a:pt x="61336" y="481137"/>
                </a:cubicBezTo>
                <a:cubicBezTo>
                  <a:pt x="66242" y="482113"/>
                  <a:pt x="71199" y="482600"/>
                  <a:pt x="76202" y="482600"/>
                </a:cubicBezTo>
                <a:lnTo>
                  <a:pt x="927102" y="482600"/>
                </a:lnTo>
                <a:cubicBezTo>
                  <a:pt x="932104" y="482600"/>
                  <a:pt x="937059" y="482113"/>
                  <a:pt x="941966" y="481137"/>
                </a:cubicBezTo>
                <a:cubicBezTo>
                  <a:pt x="946872" y="480160"/>
                  <a:pt x="951638" y="478715"/>
                  <a:pt x="956261" y="476800"/>
                </a:cubicBezTo>
                <a:cubicBezTo>
                  <a:pt x="960882" y="474885"/>
                  <a:pt x="965273" y="472538"/>
                  <a:pt x="969434" y="469759"/>
                </a:cubicBezTo>
                <a:cubicBezTo>
                  <a:pt x="973593" y="466979"/>
                  <a:pt x="977443" y="463820"/>
                  <a:pt x="980982" y="460282"/>
                </a:cubicBezTo>
                <a:cubicBezTo>
                  <a:pt x="984521" y="456744"/>
                  <a:pt x="987681" y="452895"/>
                  <a:pt x="990460" y="448736"/>
                </a:cubicBezTo>
                <a:cubicBezTo>
                  <a:pt x="993240" y="444575"/>
                  <a:pt x="995586" y="440184"/>
                  <a:pt x="997500" y="435562"/>
                </a:cubicBezTo>
                <a:cubicBezTo>
                  <a:pt x="999415" y="430939"/>
                  <a:pt x="1000860" y="426174"/>
                  <a:pt x="1001836" y="421267"/>
                </a:cubicBezTo>
                <a:cubicBezTo>
                  <a:pt x="1002813" y="416359"/>
                  <a:pt x="1003302" y="411404"/>
                  <a:pt x="1003302" y="406400"/>
                </a:cubicBezTo>
                <a:lnTo>
                  <a:pt x="1003302" y="76200"/>
                </a:lnTo>
                <a:cubicBezTo>
                  <a:pt x="1003302" y="71197"/>
                  <a:pt x="1002813" y="66243"/>
                  <a:pt x="1001836" y="61336"/>
                </a:cubicBezTo>
                <a:cubicBezTo>
                  <a:pt x="1000860" y="56428"/>
                  <a:pt x="999415" y="51663"/>
                  <a:pt x="997500" y="47041"/>
                </a:cubicBezTo>
                <a:cubicBezTo>
                  <a:pt x="995586" y="42418"/>
                  <a:pt x="993239" y="38026"/>
                  <a:pt x="990459" y="33867"/>
                </a:cubicBezTo>
                <a:cubicBezTo>
                  <a:pt x="987679" y="29706"/>
                  <a:pt x="984521" y="25857"/>
                  <a:pt x="980982" y="22319"/>
                </a:cubicBezTo>
                <a:cubicBezTo>
                  <a:pt x="977443" y="18782"/>
                  <a:pt x="973593" y="15623"/>
                  <a:pt x="969434" y="12844"/>
                </a:cubicBezTo>
                <a:cubicBezTo>
                  <a:pt x="965273" y="10063"/>
                  <a:pt x="960882" y="7716"/>
                  <a:pt x="956261" y="5801"/>
                </a:cubicBezTo>
                <a:cubicBezTo>
                  <a:pt x="951638" y="3887"/>
                  <a:pt x="946872" y="2441"/>
                  <a:pt x="941966" y="1465"/>
                </a:cubicBezTo>
                <a:cubicBezTo>
                  <a:pt x="937059" y="489"/>
                  <a:pt x="932104" y="0"/>
                  <a:pt x="927102" y="0"/>
                </a:cubicBezTo>
                <a:lnTo>
                  <a:pt x="76202" y="0"/>
                </a:lnTo>
                <a:cubicBezTo>
                  <a:pt x="71199" y="0"/>
                  <a:pt x="66242" y="489"/>
                  <a:pt x="61336" y="1465"/>
                </a:cubicBezTo>
                <a:cubicBezTo>
                  <a:pt x="56428" y="2441"/>
                  <a:pt x="51662" y="3887"/>
                  <a:pt x="47039" y="5801"/>
                </a:cubicBezTo>
                <a:cubicBezTo>
                  <a:pt x="42416" y="7716"/>
                  <a:pt x="38026" y="10063"/>
                  <a:pt x="33866" y="12844"/>
                </a:cubicBezTo>
                <a:cubicBezTo>
                  <a:pt x="29705" y="15623"/>
                  <a:pt x="25856" y="18782"/>
                  <a:pt x="22318" y="22319"/>
                </a:cubicBezTo>
                <a:cubicBezTo>
                  <a:pt x="18779" y="25857"/>
                  <a:pt x="15619" y="29706"/>
                  <a:pt x="12839" y="33867"/>
                </a:cubicBezTo>
                <a:cubicBezTo>
                  <a:pt x="10061" y="38026"/>
                  <a:pt x="7714" y="42418"/>
                  <a:pt x="5800" y="47041"/>
                </a:cubicBezTo>
                <a:cubicBezTo>
                  <a:pt x="3885" y="51663"/>
                  <a:pt x="2439" y="56428"/>
                  <a:pt x="1463" y="61335"/>
                </a:cubicBezTo>
                <a:cubicBezTo>
                  <a:pt x="488" y="66242"/>
                  <a:pt x="0" y="71197"/>
                  <a:pt x="2" y="76200"/>
                </a:cubicBezTo>
                <a:close/>
                <a:moveTo>
                  <a:pt x="-9601198" y="4648200"/>
                </a:moveTo>
              </a:path>
            </a:pathLst>
          </a:custGeom>
          <a:solidFill>
            <a:srgbClr val="AFB8C1">
              <a:alpha val="2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3" name="Freeform 143"/>
          <p:cNvSpPr/>
          <p:nvPr/>
        </p:nvSpPr>
        <p:spPr>
          <a:xfrm flipV="1">
            <a:off x="6975631" y="3619500"/>
            <a:ext cx="231461" cy="276225"/>
          </a:xfrm>
          <a:custGeom>
            <a:avLst/>
            <a:gdLst/>
            <a:ahLst/>
            <a:cxnLst/>
            <a:rect l="0" t="0" r="0" b="0"/>
            <a:pathLst>
              <a:path w="383109" h="457200">
                <a:moveTo>
                  <a:pt x="381267" y="258433"/>
                </a:moveTo>
                <a:cubicBezTo>
                  <a:pt x="379413" y="263398"/>
                  <a:pt x="374663" y="266700"/>
                  <a:pt x="369355" y="266700"/>
                </a:cubicBezTo>
                <a:lnTo>
                  <a:pt x="216002" y="266700"/>
                </a:lnTo>
                <a:lnTo>
                  <a:pt x="304457" y="438684"/>
                </a:lnTo>
                <a:cubicBezTo>
                  <a:pt x="307239" y="444094"/>
                  <a:pt x="305804" y="450711"/>
                  <a:pt x="301016" y="454470"/>
                </a:cubicBezTo>
                <a:cubicBezTo>
                  <a:pt x="298704" y="456299"/>
                  <a:pt x="295923" y="457200"/>
                  <a:pt x="293155" y="457200"/>
                </a:cubicBezTo>
                <a:cubicBezTo>
                  <a:pt x="290195" y="457200"/>
                  <a:pt x="287236" y="456159"/>
                  <a:pt x="284861" y="454114"/>
                </a:cubicBezTo>
                <a:lnTo>
                  <a:pt x="191555" y="373533"/>
                </a:lnTo>
                <a:lnTo>
                  <a:pt x="5461" y="212814"/>
                </a:lnTo>
                <a:cubicBezTo>
                  <a:pt x="1448" y="209347"/>
                  <a:pt x="0" y="203747"/>
                  <a:pt x="1855" y="198781"/>
                </a:cubicBezTo>
                <a:cubicBezTo>
                  <a:pt x="3709" y="193815"/>
                  <a:pt x="8446" y="190500"/>
                  <a:pt x="13755" y="190500"/>
                </a:cubicBezTo>
                <a:lnTo>
                  <a:pt x="167107" y="190500"/>
                </a:lnTo>
                <a:lnTo>
                  <a:pt x="78651" y="18517"/>
                </a:lnTo>
                <a:cubicBezTo>
                  <a:pt x="75870" y="13107"/>
                  <a:pt x="77305" y="6490"/>
                  <a:pt x="82093" y="2731"/>
                </a:cubicBezTo>
                <a:cubicBezTo>
                  <a:pt x="84405" y="902"/>
                  <a:pt x="87186" y="0"/>
                  <a:pt x="89955" y="0"/>
                </a:cubicBezTo>
                <a:cubicBezTo>
                  <a:pt x="92914" y="0"/>
                  <a:pt x="95873" y="1042"/>
                  <a:pt x="98248" y="3087"/>
                </a:cubicBezTo>
                <a:lnTo>
                  <a:pt x="191555" y="83668"/>
                </a:lnTo>
                <a:lnTo>
                  <a:pt x="377648" y="244387"/>
                </a:lnTo>
                <a:cubicBezTo>
                  <a:pt x="381674" y="247854"/>
                  <a:pt x="383109" y="253454"/>
                  <a:pt x="381267" y="258433"/>
                </a:cubicBezTo>
                <a:close/>
                <a:moveTo>
                  <a:pt x="161722" y="457200"/>
                </a:moveTo>
              </a:path>
            </a:pathLst>
          </a:custGeom>
          <a:solidFill>
            <a:srgbClr val="FFAC33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4" name="Freeform 144"/>
          <p:cNvSpPr/>
          <p:nvPr/>
        </p:nvSpPr>
        <p:spPr>
          <a:xfrm flipV="1">
            <a:off x="8858248" y="3600450"/>
            <a:ext cx="1038225" cy="371474"/>
          </a:xfrm>
          <a:custGeom>
            <a:avLst/>
            <a:gdLst/>
            <a:ahLst/>
            <a:cxnLst/>
            <a:rect l="0" t="0" r="0" b="0"/>
            <a:pathLst>
              <a:path w="1384301" h="495300">
                <a:moveTo>
                  <a:pt x="1" y="76200"/>
                </a:moveTo>
                <a:lnTo>
                  <a:pt x="1" y="419100"/>
                </a:lnTo>
                <a:cubicBezTo>
                  <a:pt x="0" y="424104"/>
                  <a:pt x="488" y="429060"/>
                  <a:pt x="1464" y="433967"/>
                </a:cubicBezTo>
                <a:cubicBezTo>
                  <a:pt x="2440" y="438874"/>
                  <a:pt x="3885" y="443639"/>
                  <a:pt x="5800" y="448262"/>
                </a:cubicBezTo>
                <a:cubicBezTo>
                  <a:pt x="7716" y="452884"/>
                  <a:pt x="10063" y="457275"/>
                  <a:pt x="12842" y="461436"/>
                </a:cubicBezTo>
                <a:cubicBezTo>
                  <a:pt x="15621" y="465596"/>
                  <a:pt x="18780" y="469445"/>
                  <a:pt x="22319" y="472982"/>
                </a:cubicBezTo>
                <a:cubicBezTo>
                  <a:pt x="25856" y="476520"/>
                  <a:pt x="29705" y="479679"/>
                  <a:pt x="33865" y="482459"/>
                </a:cubicBezTo>
                <a:cubicBezTo>
                  <a:pt x="38025" y="485239"/>
                  <a:pt x="42416" y="487586"/>
                  <a:pt x="47039" y="489500"/>
                </a:cubicBezTo>
                <a:cubicBezTo>
                  <a:pt x="51661" y="491415"/>
                  <a:pt x="56426" y="492860"/>
                  <a:pt x="61333" y="493836"/>
                </a:cubicBezTo>
                <a:cubicBezTo>
                  <a:pt x="66241" y="494813"/>
                  <a:pt x="71197" y="495300"/>
                  <a:pt x="76201" y="495300"/>
                </a:cubicBezTo>
                <a:lnTo>
                  <a:pt x="1308101" y="495300"/>
                </a:lnTo>
                <a:cubicBezTo>
                  <a:pt x="1313103" y="495300"/>
                  <a:pt x="1318060" y="494813"/>
                  <a:pt x="1322966" y="493837"/>
                </a:cubicBezTo>
                <a:cubicBezTo>
                  <a:pt x="1327873" y="492861"/>
                  <a:pt x="1332637" y="491415"/>
                  <a:pt x="1337260" y="489501"/>
                </a:cubicBezTo>
                <a:cubicBezTo>
                  <a:pt x="1341881" y="487586"/>
                  <a:pt x="1346273" y="485239"/>
                  <a:pt x="1350434" y="482459"/>
                </a:cubicBezTo>
                <a:cubicBezTo>
                  <a:pt x="1354594" y="479679"/>
                  <a:pt x="1358443" y="476520"/>
                  <a:pt x="1361981" y="472982"/>
                </a:cubicBezTo>
                <a:cubicBezTo>
                  <a:pt x="1365517" y="469445"/>
                  <a:pt x="1368677" y="465596"/>
                  <a:pt x="1371456" y="461436"/>
                </a:cubicBezTo>
                <a:cubicBezTo>
                  <a:pt x="1374236" y="457275"/>
                  <a:pt x="1376585" y="452884"/>
                  <a:pt x="1378499" y="448262"/>
                </a:cubicBezTo>
                <a:cubicBezTo>
                  <a:pt x="1380414" y="443639"/>
                  <a:pt x="1381860" y="438874"/>
                  <a:pt x="1382835" y="433967"/>
                </a:cubicBezTo>
                <a:cubicBezTo>
                  <a:pt x="1383812" y="429060"/>
                  <a:pt x="1384301" y="424104"/>
                  <a:pt x="1384301" y="419100"/>
                </a:cubicBezTo>
                <a:lnTo>
                  <a:pt x="1384301" y="76200"/>
                </a:lnTo>
                <a:cubicBezTo>
                  <a:pt x="1384301" y="71197"/>
                  <a:pt x="1383812" y="66242"/>
                  <a:pt x="1382837" y="61334"/>
                </a:cubicBezTo>
                <a:cubicBezTo>
                  <a:pt x="1381860" y="56428"/>
                  <a:pt x="1380414" y="51663"/>
                  <a:pt x="1378499" y="47040"/>
                </a:cubicBezTo>
                <a:cubicBezTo>
                  <a:pt x="1376585" y="42418"/>
                  <a:pt x="1374236" y="38027"/>
                  <a:pt x="1371456" y="33867"/>
                </a:cubicBezTo>
                <a:cubicBezTo>
                  <a:pt x="1368677" y="29707"/>
                  <a:pt x="1365517" y="25857"/>
                  <a:pt x="1361981" y="22319"/>
                </a:cubicBezTo>
                <a:cubicBezTo>
                  <a:pt x="1358443" y="18782"/>
                  <a:pt x="1354594" y="15623"/>
                  <a:pt x="1350433" y="12843"/>
                </a:cubicBezTo>
                <a:cubicBezTo>
                  <a:pt x="1346273" y="10063"/>
                  <a:pt x="1341881" y="7716"/>
                  <a:pt x="1337260" y="5802"/>
                </a:cubicBezTo>
                <a:cubicBezTo>
                  <a:pt x="1332637" y="3887"/>
                  <a:pt x="1327873" y="2441"/>
                  <a:pt x="1322966" y="1465"/>
                </a:cubicBezTo>
                <a:cubicBezTo>
                  <a:pt x="1318060" y="489"/>
                  <a:pt x="1313103" y="1"/>
                  <a:pt x="1308101" y="0"/>
                </a:cubicBezTo>
                <a:lnTo>
                  <a:pt x="76201" y="0"/>
                </a:lnTo>
                <a:cubicBezTo>
                  <a:pt x="71197" y="1"/>
                  <a:pt x="66241" y="489"/>
                  <a:pt x="61333" y="1465"/>
                </a:cubicBezTo>
                <a:cubicBezTo>
                  <a:pt x="56426" y="2441"/>
                  <a:pt x="51661" y="3887"/>
                  <a:pt x="47039" y="5802"/>
                </a:cubicBezTo>
                <a:cubicBezTo>
                  <a:pt x="42416" y="7716"/>
                  <a:pt x="38025" y="10063"/>
                  <a:pt x="33865" y="12843"/>
                </a:cubicBezTo>
                <a:cubicBezTo>
                  <a:pt x="29705" y="15623"/>
                  <a:pt x="25856" y="18782"/>
                  <a:pt x="22319" y="22319"/>
                </a:cubicBezTo>
                <a:cubicBezTo>
                  <a:pt x="18780" y="25857"/>
                  <a:pt x="15621" y="29707"/>
                  <a:pt x="12841" y="33867"/>
                </a:cubicBezTo>
                <a:cubicBezTo>
                  <a:pt x="10062" y="38027"/>
                  <a:pt x="7716" y="42418"/>
                  <a:pt x="5800" y="47041"/>
                </a:cubicBezTo>
                <a:cubicBezTo>
                  <a:pt x="3885" y="51663"/>
                  <a:pt x="2440" y="56428"/>
                  <a:pt x="1464" y="61335"/>
                </a:cubicBezTo>
                <a:cubicBezTo>
                  <a:pt x="488" y="66242"/>
                  <a:pt x="0" y="71197"/>
                  <a:pt x="1" y="76200"/>
                </a:cubicBezTo>
                <a:close/>
                <a:moveTo>
                  <a:pt x="-6591299" y="5295900"/>
                </a:moveTo>
              </a:path>
            </a:pathLst>
          </a:custGeom>
          <a:solidFill>
            <a:srgbClr val="AFB8C1">
              <a:alpha val="2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5" name="Freeform 145"/>
          <p:cNvSpPr/>
          <p:nvPr/>
        </p:nvSpPr>
        <p:spPr>
          <a:xfrm flipV="1">
            <a:off x="6975631" y="4105275"/>
            <a:ext cx="231461" cy="276225"/>
          </a:xfrm>
          <a:custGeom>
            <a:avLst/>
            <a:gdLst/>
            <a:ahLst/>
            <a:cxnLst/>
            <a:rect l="0" t="0" r="0" b="0"/>
            <a:pathLst>
              <a:path w="383109" h="457200">
                <a:moveTo>
                  <a:pt x="381267" y="258433"/>
                </a:moveTo>
                <a:cubicBezTo>
                  <a:pt x="379413" y="263398"/>
                  <a:pt x="374663" y="266700"/>
                  <a:pt x="369355" y="266700"/>
                </a:cubicBezTo>
                <a:lnTo>
                  <a:pt x="216002" y="266700"/>
                </a:lnTo>
                <a:lnTo>
                  <a:pt x="304457" y="438684"/>
                </a:lnTo>
                <a:cubicBezTo>
                  <a:pt x="307239" y="444094"/>
                  <a:pt x="305804" y="450711"/>
                  <a:pt x="301016" y="454470"/>
                </a:cubicBezTo>
                <a:cubicBezTo>
                  <a:pt x="298704" y="456299"/>
                  <a:pt x="295923" y="457200"/>
                  <a:pt x="293155" y="457200"/>
                </a:cubicBezTo>
                <a:cubicBezTo>
                  <a:pt x="290195" y="457200"/>
                  <a:pt x="287236" y="456159"/>
                  <a:pt x="284861" y="454114"/>
                </a:cubicBezTo>
                <a:lnTo>
                  <a:pt x="191555" y="373533"/>
                </a:lnTo>
                <a:lnTo>
                  <a:pt x="5461" y="212814"/>
                </a:lnTo>
                <a:cubicBezTo>
                  <a:pt x="1448" y="209347"/>
                  <a:pt x="0" y="203747"/>
                  <a:pt x="1855" y="198781"/>
                </a:cubicBezTo>
                <a:cubicBezTo>
                  <a:pt x="3709" y="193815"/>
                  <a:pt x="8446" y="190500"/>
                  <a:pt x="13755" y="190500"/>
                </a:cubicBezTo>
                <a:lnTo>
                  <a:pt x="167107" y="190500"/>
                </a:lnTo>
                <a:lnTo>
                  <a:pt x="78651" y="18517"/>
                </a:lnTo>
                <a:cubicBezTo>
                  <a:pt x="75870" y="13107"/>
                  <a:pt x="77305" y="6490"/>
                  <a:pt x="82093" y="2731"/>
                </a:cubicBezTo>
                <a:cubicBezTo>
                  <a:pt x="84405" y="902"/>
                  <a:pt x="87186" y="0"/>
                  <a:pt x="89955" y="0"/>
                </a:cubicBezTo>
                <a:cubicBezTo>
                  <a:pt x="92914" y="0"/>
                  <a:pt x="95873" y="1042"/>
                  <a:pt x="98248" y="3087"/>
                </a:cubicBezTo>
                <a:lnTo>
                  <a:pt x="191555" y="83668"/>
                </a:lnTo>
                <a:lnTo>
                  <a:pt x="377648" y="244387"/>
                </a:lnTo>
                <a:cubicBezTo>
                  <a:pt x="381674" y="247854"/>
                  <a:pt x="383109" y="253454"/>
                  <a:pt x="381267" y="258433"/>
                </a:cubicBezTo>
                <a:close/>
                <a:moveTo>
                  <a:pt x="161722" y="457200"/>
                </a:moveTo>
              </a:path>
            </a:pathLst>
          </a:custGeom>
          <a:solidFill>
            <a:srgbClr val="FFAC33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6" name="Freeform 146"/>
          <p:cNvSpPr/>
          <p:nvPr/>
        </p:nvSpPr>
        <p:spPr>
          <a:xfrm flipV="1">
            <a:off x="9972673" y="4086225"/>
            <a:ext cx="752476" cy="371474"/>
          </a:xfrm>
          <a:custGeom>
            <a:avLst/>
            <a:gdLst/>
            <a:ahLst/>
            <a:cxnLst/>
            <a:rect l="0" t="0" r="0" b="0"/>
            <a:pathLst>
              <a:path w="1003302" h="495300">
                <a:moveTo>
                  <a:pt x="2" y="76200"/>
                </a:moveTo>
                <a:lnTo>
                  <a:pt x="2" y="419100"/>
                </a:lnTo>
                <a:cubicBezTo>
                  <a:pt x="0" y="424104"/>
                  <a:pt x="488" y="429059"/>
                  <a:pt x="1463" y="433967"/>
                </a:cubicBezTo>
                <a:cubicBezTo>
                  <a:pt x="2442" y="438874"/>
                  <a:pt x="3887" y="443639"/>
                  <a:pt x="5801" y="448262"/>
                </a:cubicBezTo>
                <a:cubicBezTo>
                  <a:pt x="7716" y="452884"/>
                  <a:pt x="10063" y="457276"/>
                  <a:pt x="12843" y="461436"/>
                </a:cubicBezTo>
                <a:cubicBezTo>
                  <a:pt x="15622" y="465596"/>
                  <a:pt x="18780" y="469445"/>
                  <a:pt x="22320" y="472982"/>
                </a:cubicBezTo>
                <a:cubicBezTo>
                  <a:pt x="25859" y="476520"/>
                  <a:pt x="29707" y="479679"/>
                  <a:pt x="33866" y="482459"/>
                </a:cubicBezTo>
                <a:cubicBezTo>
                  <a:pt x="38026" y="485238"/>
                  <a:pt x="42418" y="487585"/>
                  <a:pt x="47040" y="489500"/>
                </a:cubicBezTo>
                <a:cubicBezTo>
                  <a:pt x="51663" y="491415"/>
                  <a:pt x="56428" y="492860"/>
                  <a:pt x="61334" y="493837"/>
                </a:cubicBezTo>
                <a:cubicBezTo>
                  <a:pt x="66241" y="494813"/>
                  <a:pt x="71197" y="495300"/>
                  <a:pt x="76202" y="495300"/>
                </a:cubicBezTo>
                <a:lnTo>
                  <a:pt x="927102" y="495300"/>
                </a:lnTo>
                <a:cubicBezTo>
                  <a:pt x="932104" y="495300"/>
                  <a:pt x="937059" y="494813"/>
                  <a:pt x="941966" y="493837"/>
                </a:cubicBezTo>
                <a:cubicBezTo>
                  <a:pt x="946872" y="492860"/>
                  <a:pt x="951636" y="491415"/>
                  <a:pt x="956259" y="489500"/>
                </a:cubicBezTo>
                <a:cubicBezTo>
                  <a:pt x="960881" y="487585"/>
                  <a:pt x="965273" y="485238"/>
                  <a:pt x="969434" y="482459"/>
                </a:cubicBezTo>
                <a:cubicBezTo>
                  <a:pt x="973593" y="479679"/>
                  <a:pt x="977443" y="476520"/>
                  <a:pt x="980982" y="472982"/>
                </a:cubicBezTo>
                <a:cubicBezTo>
                  <a:pt x="984520" y="469445"/>
                  <a:pt x="987678" y="465596"/>
                  <a:pt x="990456" y="461436"/>
                </a:cubicBezTo>
                <a:cubicBezTo>
                  <a:pt x="993235" y="457276"/>
                  <a:pt x="995584" y="452884"/>
                  <a:pt x="997500" y="448262"/>
                </a:cubicBezTo>
                <a:cubicBezTo>
                  <a:pt x="999415" y="443639"/>
                  <a:pt x="1000860" y="438874"/>
                  <a:pt x="1001836" y="433967"/>
                </a:cubicBezTo>
                <a:cubicBezTo>
                  <a:pt x="1002813" y="429059"/>
                  <a:pt x="1003302" y="424104"/>
                  <a:pt x="1003302" y="419100"/>
                </a:cubicBezTo>
                <a:lnTo>
                  <a:pt x="1003302" y="76200"/>
                </a:lnTo>
                <a:cubicBezTo>
                  <a:pt x="1003302" y="71197"/>
                  <a:pt x="1002813" y="66242"/>
                  <a:pt x="1001836" y="61335"/>
                </a:cubicBezTo>
                <a:cubicBezTo>
                  <a:pt x="1000860" y="56428"/>
                  <a:pt x="999415" y="51663"/>
                  <a:pt x="997500" y="47041"/>
                </a:cubicBezTo>
                <a:cubicBezTo>
                  <a:pt x="995584" y="42418"/>
                  <a:pt x="993237" y="38027"/>
                  <a:pt x="990457" y="33867"/>
                </a:cubicBezTo>
                <a:cubicBezTo>
                  <a:pt x="987678" y="29706"/>
                  <a:pt x="984520" y="25857"/>
                  <a:pt x="980982" y="22319"/>
                </a:cubicBezTo>
                <a:cubicBezTo>
                  <a:pt x="977443" y="18782"/>
                  <a:pt x="973593" y="15623"/>
                  <a:pt x="969434" y="12843"/>
                </a:cubicBezTo>
                <a:cubicBezTo>
                  <a:pt x="965273" y="10063"/>
                  <a:pt x="960881" y="7716"/>
                  <a:pt x="956259" y="5801"/>
                </a:cubicBezTo>
                <a:cubicBezTo>
                  <a:pt x="951636" y="3887"/>
                  <a:pt x="946872" y="2441"/>
                  <a:pt x="941966" y="1465"/>
                </a:cubicBezTo>
                <a:cubicBezTo>
                  <a:pt x="937059" y="489"/>
                  <a:pt x="932104" y="1"/>
                  <a:pt x="927102" y="0"/>
                </a:cubicBezTo>
                <a:lnTo>
                  <a:pt x="76202" y="0"/>
                </a:lnTo>
                <a:cubicBezTo>
                  <a:pt x="71197" y="1"/>
                  <a:pt x="66241" y="489"/>
                  <a:pt x="61334" y="1466"/>
                </a:cubicBezTo>
                <a:cubicBezTo>
                  <a:pt x="56428" y="2441"/>
                  <a:pt x="51663" y="3887"/>
                  <a:pt x="47040" y="5801"/>
                </a:cubicBezTo>
                <a:cubicBezTo>
                  <a:pt x="42418" y="7716"/>
                  <a:pt x="38026" y="10063"/>
                  <a:pt x="33866" y="12843"/>
                </a:cubicBezTo>
                <a:cubicBezTo>
                  <a:pt x="29707" y="15623"/>
                  <a:pt x="25859" y="18782"/>
                  <a:pt x="22320" y="22319"/>
                </a:cubicBezTo>
                <a:cubicBezTo>
                  <a:pt x="18780" y="25857"/>
                  <a:pt x="15622" y="29706"/>
                  <a:pt x="12843" y="33867"/>
                </a:cubicBezTo>
                <a:cubicBezTo>
                  <a:pt x="10063" y="38027"/>
                  <a:pt x="7716" y="42418"/>
                  <a:pt x="5801" y="47041"/>
                </a:cubicBezTo>
                <a:cubicBezTo>
                  <a:pt x="3887" y="51663"/>
                  <a:pt x="2442" y="56428"/>
                  <a:pt x="1463" y="61335"/>
                </a:cubicBezTo>
                <a:cubicBezTo>
                  <a:pt x="488" y="66242"/>
                  <a:pt x="0" y="71197"/>
                  <a:pt x="2" y="76200"/>
                </a:cubicBezTo>
                <a:close/>
                <a:moveTo>
                  <a:pt x="-7429498" y="5943600"/>
                </a:moveTo>
              </a:path>
            </a:pathLst>
          </a:custGeom>
          <a:solidFill>
            <a:srgbClr val="AFB8C1">
              <a:alpha val="2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7" name="Rectangle 147"/>
          <p:cNvSpPr/>
          <p:nvPr/>
        </p:nvSpPr>
        <p:spPr>
          <a:xfrm>
            <a:off x="747712" y="1779248"/>
            <a:ext cx="4802848" cy="312621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Comin</a:t>
            </a:r>
            <a:r>
              <a:rPr lang="en-GB" sz="3479" b="1" i="0" spc="749" baseline="0" dirty="0">
                <a:solidFill>
                  <a:srgbClr val="224466"/>
                </a:solidFill>
                <a:latin typeface="Arial"/>
              </a:rPr>
              <a:t>g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up</a:t>
            </a:r>
          </a:p>
          <a:p>
            <a:pPr marL="271760">
              <a:lnSpc>
                <a:spcPts val="5234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1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.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Whe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LLM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help?</a:t>
            </a:r>
          </a:p>
          <a:p>
            <a:pPr marL="271760">
              <a:lnSpc>
                <a:spcPts val="3750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2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.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Strength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Weaknesse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f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LLMs</a:t>
            </a:r>
          </a:p>
          <a:p>
            <a:pPr marL="271760">
              <a:lnSpc>
                <a:spcPts val="38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3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.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Wha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prompting?</a:t>
            </a:r>
          </a:p>
          <a:p>
            <a:pPr marL="271760">
              <a:lnSpc>
                <a:spcPts val="38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4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.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Buildin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ga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stron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g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prompt</a:t>
            </a:r>
          </a:p>
          <a:p>
            <a:pPr marL="271760">
              <a:lnSpc>
                <a:spcPts val="38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5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.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Non-Generativ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Use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f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LLMs</a:t>
            </a:r>
          </a:p>
        </p:txBody>
      </p:sp>
      <p:sp>
        <p:nvSpPr>
          <p:cNvPr id="148" name="Rectangle 148"/>
          <p:cNvSpPr/>
          <p:nvPr/>
        </p:nvSpPr>
        <p:spPr>
          <a:xfrm>
            <a:off x="6473278" y="2641983"/>
            <a:ext cx="4813572" cy="226348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170705"/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6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.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Organisin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g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tha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folde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f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PDFs</a:t>
            </a:r>
          </a:p>
          <a:p>
            <a:pPr marL="170705">
              <a:lnSpc>
                <a:spcPts val="3750"/>
              </a:lnSpc>
              <a:tabLst>
                <a:tab pos="768845" algn="l"/>
              </a:tabLst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7.	Powe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Users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: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diagram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fro</a:t>
            </a:r>
            <a:r>
              <a:rPr lang="en-GB" sz="2174" b="0" i="0" spc="1244" baseline="0" dirty="0">
                <a:solidFill>
                  <a:srgbClr val="1F2328"/>
                </a:solidFill>
                <a:latin typeface="Arial"/>
              </a:rPr>
              <a:t>m</a:t>
            </a:r>
            <a:r>
              <a:rPr lang="en-GB" sz="2800" b="0" i="0" spc="0" baseline="-3739" dirty="0">
                <a:solidFill>
                  <a:srgbClr val="1F2328"/>
                </a:solidFill>
                <a:latin typeface="Menlo"/>
              </a:rPr>
              <a:t>text</a:t>
            </a:r>
          </a:p>
          <a:p>
            <a:pPr marL="170705">
              <a:lnSpc>
                <a:spcPts val="3825"/>
              </a:lnSpc>
              <a:tabLst>
                <a:tab pos="768845" algn="l"/>
              </a:tabLst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8.	Powe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Users</a:t>
            </a:r>
            <a:r>
              <a:rPr lang="en-GB" sz="2174" b="0" i="0" spc="1245" baseline="0" dirty="0">
                <a:solidFill>
                  <a:srgbClr val="1F2328"/>
                </a:solidFill>
                <a:latin typeface="Arial"/>
              </a:rPr>
              <a:t>:</a:t>
            </a:r>
            <a:r>
              <a:rPr lang="en-GB" sz="1848" b="0" i="0" spc="0" baseline="0" dirty="0">
                <a:solidFill>
                  <a:srgbClr val="1F2328"/>
                </a:solidFill>
                <a:latin typeface="Menlo"/>
              </a:rPr>
              <a:t>`code</a:t>
            </a:r>
            <a:r>
              <a:rPr lang="en-GB" sz="1848" b="0" i="0" spc="1214" baseline="0" dirty="0">
                <a:solidFill>
                  <a:srgbClr val="1F2328"/>
                </a:solidFill>
                <a:latin typeface="Menlo"/>
              </a:rPr>
              <a:t>`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blocks</a:t>
            </a:r>
          </a:p>
          <a:p>
            <a:pPr marL="170705">
              <a:lnSpc>
                <a:spcPts val="3825"/>
              </a:lnSpc>
              <a:tabLst>
                <a:tab pos="768845" algn="l"/>
              </a:tabLst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9.	Powe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Users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: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table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</a:t>
            </a:r>
            <a:r>
              <a:rPr lang="en-GB" sz="2174" b="0" i="0" spc="124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1848" b="0" i="0" spc="0" baseline="0" dirty="0">
                <a:solidFill>
                  <a:srgbClr val="1F2328"/>
                </a:solidFill>
                <a:latin typeface="Menlo"/>
              </a:rPr>
              <a:t>text</a:t>
            </a:r>
          </a:p>
          <a:p>
            <a:pPr marL="0">
              <a:lnSpc>
                <a:spcPts val="38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10</a:t>
            </a:r>
            <a:r>
              <a:rPr lang="en-GB" sz="2174" b="0" i="0" spc="399" baseline="0" dirty="0">
                <a:solidFill>
                  <a:srgbClr val="1F2328"/>
                </a:solidFill>
                <a:latin typeface="Arial"/>
              </a:rPr>
              <a:t>.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U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H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Guidance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Ethica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l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Us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f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Freeform 149"/>
          <p:cNvSpPr/>
          <p:nvPr/>
        </p:nvSpPr>
        <p:spPr>
          <a:xfrm flipV="1">
            <a:off x="0" y="-1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0" name="Freeform 150"/>
          <p:cNvSpPr/>
          <p:nvPr/>
        </p:nvSpPr>
        <p:spPr>
          <a:xfrm flipV="1">
            <a:off x="0" y="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1" name="Freeform 151"/>
          <p:cNvSpPr/>
          <p:nvPr/>
        </p:nvSpPr>
        <p:spPr>
          <a:xfrm flipV="1">
            <a:off x="752474" y="1981200"/>
            <a:ext cx="3362324" cy="761999"/>
          </a:xfrm>
          <a:custGeom>
            <a:avLst/>
            <a:gdLst/>
            <a:ahLst/>
            <a:cxnLst/>
            <a:rect l="0" t="0" r="0" b="0"/>
            <a:pathLst>
              <a:path w="4483100" h="1016000">
                <a:moveTo>
                  <a:pt x="0" y="1016000"/>
                </a:moveTo>
                <a:lnTo>
                  <a:pt x="4483100" y="1016000"/>
                </a:lnTo>
                <a:lnTo>
                  <a:pt x="4483100" y="0"/>
                </a:lnTo>
                <a:lnTo>
                  <a:pt x="0" y="0"/>
                </a:lnTo>
                <a:lnTo>
                  <a:pt x="0" y="1016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2" name="Picture 15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2800" y="1968500"/>
            <a:ext cx="3290892" cy="787400"/>
          </a:xfrm>
          <a:prstGeom prst="rect">
            <a:avLst/>
          </a:prstGeom>
          <a:noFill/>
        </p:spPr>
      </p:pic>
      <p:sp>
        <p:nvSpPr>
          <p:cNvPr id="153" name="Freeform 153"/>
          <p:cNvSpPr/>
          <p:nvPr/>
        </p:nvSpPr>
        <p:spPr>
          <a:xfrm flipV="1">
            <a:off x="4810124" y="1981200"/>
            <a:ext cx="3381374" cy="761999"/>
          </a:xfrm>
          <a:custGeom>
            <a:avLst/>
            <a:gdLst/>
            <a:ahLst/>
            <a:cxnLst/>
            <a:rect l="0" t="0" r="0" b="0"/>
            <a:pathLst>
              <a:path w="4508500" h="1016000">
                <a:moveTo>
                  <a:pt x="0" y="1016000"/>
                </a:moveTo>
                <a:lnTo>
                  <a:pt x="4508500" y="1016000"/>
                </a:lnTo>
                <a:lnTo>
                  <a:pt x="4508500" y="0"/>
                </a:lnTo>
                <a:lnTo>
                  <a:pt x="0" y="0"/>
                </a:lnTo>
                <a:lnTo>
                  <a:pt x="0" y="1016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4" name="Picture 15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61731" y="2053718"/>
            <a:ext cx="142468" cy="602027"/>
          </a:xfrm>
          <a:prstGeom prst="rect">
            <a:avLst/>
          </a:prstGeom>
          <a:noFill/>
        </p:spPr>
      </p:pic>
      <p:sp>
        <p:nvSpPr>
          <p:cNvPr id="155" name="Freeform 155"/>
          <p:cNvSpPr/>
          <p:nvPr/>
        </p:nvSpPr>
        <p:spPr>
          <a:xfrm flipV="1">
            <a:off x="7662244" y="2227558"/>
            <a:ext cx="366433" cy="415487"/>
          </a:xfrm>
          <a:custGeom>
            <a:avLst/>
            <a:gdLst/>
            <a:ahLst/>
            <a:cxnLst/>
            <a:rect l="0" t="0" r="0" b="0"/>
            <a:pathLst>
              <a:path w="396367" h="450122">
                <a:moveTo>
                  <a:pt x="0" y="0"/>
                </a:moveTo>
                <a:lnTo>
                  <a:pt x="0" y="436430"/>
                </a:lnTo>
                <a:lnTo>
                  <a:pt x="88468" y="436430"/>
                </a:lnTo>
                <a:lnTo>
                  <a:pt x="88468" y="376528"/>
                </a:lnTo>
                <a:lnTo>
                  <a:pt x="93675" y="376528"/>
                </a:lnTo>
                <a:cubicBezTo>
                  <a:pt x="106388" y="397637"/>
                  <a:pt x="125184" y="415037"/>
                  <a:pt x="150050" y="428729"/>
                </a:cubicBezTo>
                <a:cubicBezTo>
                  <a:pt x="175488" y="442991"/>
                  <a:pt x="203238" y="450122"/>
                  <a:pt x="233312" y="450122"/>
                </a:cubicBezTo>
                <a:cubicBezTo>
                  <a:pt x="287655" y="450122"/>
                  <a:pt x="328422" y="434148"/>
                  <a:pt x="355600" y="402201"/>
                </a:cubicBezTo>
                <a:cubicBezTo>
                  <a:pt x="382778" y="370253"/>
                  <a:pt x="396367" y="328036"/>
                  <a:pt x="396367" y="275551"/>
                </a:cubicBezTo>
                <a:lnTo>
                  <a:pt x="396367" y="0"/>
                </a:lnTo>
                <a:lnTo>
                  <a:pt x="303555" y="0"/>
                </a:lnTo>
                <a:lnTo>
                  <a:pt x="303555" y="263569"/>
                </a:lnTo>
                <a:cubicBezTo>
                  <a:pt x="303555" y="298940"/>
                  <a:pt x="294602" y="324613"/>
                  <a:pt x="276669" y="340587"/>
                </a:cubicBezTo>
                <a:cubicBezTo>
                  <a:pt x="258750" y="357132"/>
                  <a:pt x="235331" y="365403"/>
                  <a:pt x="206426" y="365403"/>
                </a:cubicBezTo>
                <a:cubicBezTo>
                  <a:pt x="183870" y="365403"/>
                  <a:pt x="164211" y="359128"/>
                  <a:pt x="147447" y="346577"/>
                </a:cubicBezTo>
                <a:cubicBezTo>
                  <a:pt x="130683" y="334597"/>
                  <a:pt x="117373" y="318623"/>
                  <a:pt x="107543" y="298656"/>
                </a:cubicBezTo>
                <a:cubicBezTo>
                  <a:pt x="98298" y="278688"/>
                  <a:pt x="93675" y="257294"/>
                  <a:pt x="93675" y="234475"/>
                </a:cubicBezTo>
                <a:lnTo>
                  <a:pt x="93675" y="0"/>
                </a:lnTo>
                <a:lnTo>
                  <a:pt x="0" y="0"/>
                </a:lnTo>
                <a:close/>
                <a:moveTo>
                  <a:pt x="-2368103" y="717006"/>
                </a:moveTo>
              </a:path>
            </a:pathLst>
          </a:custGeom>
          <a:solidFill>
            <a:srgbClr val="000000">
              <a:alpha val="100000"/>
            </a:srgbClr>
          </a:solidFill>
          <a:ln w="1172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6" name="Picture 156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84373" y="2053718"/>
            <a:ext cx="142468" cy="602027"/>
          </a:xfrm>
          <a:prstGeom prst="rect">
            <a:avLst/>
          </a:prstGeom>
          <a:noFill/>
        </p:spPr>
      </p:pic>
      <p:sp>
        <p:nvSpPr>
          <p:cNvPr id="157" name="Freeform 157"/>
          <p:cNvSpPr/>
          <p:nvPr/>
        </p:nvSpPr>
        <p:spPr>
          <a:xfrm flipV="1">
            <a:off x="6835110" y="2227558"/>
            <a:ext cx="617381" cy="415487"/>
          </a:xfrm>
          <a:custGeom>
            <a:avLst/>
            <a:gdLst/>
            <a:ahLst/>
            <a:cxnLst/>
            <a:rect l="0" t="0" r="0" b="0"/>
            <a:pathLst>
              <a:path w="667816" h="450122">
                <a:moveTo>
                  <a:pt x="0" y="0"/>
                </a:moveTo>
                <a:lnTo>
                  <a:pt x="0" y="436430"/>
                </a:lnTo>
                <a:lnTo>
                  <a:pt x="88468" y="436430"/>
                </a:lnTo>
                <a:lnTo>
                  <a:pt x="88468" y="376528"/>
                </a:lnTo>
                <a:lnTo>
                  <a:pt x="93662" y="376528"/>
                </a:lnTo>
                <a:cubicBezTo>
                  <a:pt x="106388" y="397637"/>
                  <a:pt x="124891" y="415037"/>
                  <a:pt x="149174" y="428729"/>
                </a:cubicBezTo>
                <a:cubicBezTo>
                  <a:pt x="173456" y="442991"/>
                  <a:pt x="200342" y="450122"/>
                  <a:pt x="229832" y="450122"/>
                </a:cubicBezTo>
                <a:cubicBezTo>
                  <a:pt x="262788" y="450122"/>
                  <a:pt x="290830" y="442421"/>
                  <a:pt x="313956" y="427017"/>
                </a:cubicBezTo>
                <a:cubicBezTo>
                  <a:pt x="337083" y="411615"/>
                  <a:pt x="353568" y="392217"/>
                  <a:pt x="363397" y="368827"/>
                </a:cubicBezTo>
                <a:cubicBezTo>
                  <a:pt x="377850" y="391646"/>
                  <a:pt x="397510" y="410759"/>
                  <a:pt x="422376" y="426161"/>
                </a:cubicBezTo>
                <a:cubicBezTo>
                  <a:pt x="447230" y="442135"/>
                  <a:pt x="477596" y="450122"/>
                  <a:pt x="513435" y="450122"/>
                </a:cubicBezTo>
                <a:cubicBezTo>
                  <a:pt x="565480" y="450122"/>
                  <a:pt x="604215" y="434434"/>
                  <a:pt x="629653" y="403056"/>
                </a:cubicBezTo>
                <a:cubicBezTo>
                  <a:pt x="655104" y="372250"/>
                  <a:pt x="667816" y="331174"/>
                  <a:pt x="667816" y="279829"/>
                </a:cubicBezTo>
                <a:lnTo>
                  <a:pt x="667816" y="0"/>
                </a:lnTo>
                <a:lnTo>
                  <a:pt x="575018" y="0"/>
                </a:lnTo>
                <a:lnTo>
                  <a:pt x="575018" y="264426"/>
                </a:lnTo>
                <a:cubicBezTo>
                  <a:pt x="575018" y="299226"/>
                  <a:pt x="567207" y="324613"/>
                  <a:pt x="551599" y="340587"/>
                </a:cubicBezTo>
                <a:cubicBezTo>
                  <a:pt x="536562" y="357132"/>
                  <a:pt x="515467" y="365403"/>
                  <a:pt x="488289" y="365403"/>
                </a:cubicBezTo>
                <a:cubicBezTo>
                  <a:pt x="466890" y="365403"/>
                  <a:pt x="448106" y="359414"/>
                  <a:pt x="431914" y="347433"/>
                </a:cubicBezTo>
                <a:cubicBezTo>
                  <a:pt x="415721" y="336023"/>
                  <a:pt x="403009" y="320335"/>
                  <a:pt x="393750" y="300366"/>
                </a:cubicBezTo>
                <a:cubicBezTo>
                  <a:pt x="385076" y="280400"/>
                  <a:pt x="380746" y="258150"/>
                  <a:pt x="380746" y="233619"/>
                </a:cubicBezTo>
                <a:lnTo>
                  <a:pt x="380746" y="0"/>
                </a:lnTo>
                <a:lnTo>
                  <a:pt x="287947" y="0"/>
                </a:lnTo>
                <a:lnTo>
                  <a:pt x="287947" y="264426"/>
                </a:lnTo>
                <a:cubicBezTo>
                  <a:pt x="287947" y="299226"/>
                  <a:pt x="280136" y="324613"/>
                  <a:pt x="264528" y="340587"/>
                </a:cubicBezTo>
                <a:cubicBezTo>
                  <a:pt x="248907" y="357132"/>
                  <a:pt x="226936" y="365403"/>
                  <a:pt x="198615" y="365403"/>
                </a:cubicBezTo>
                <a:cubicBezTo>
                  <a:pt x="177800" y="365403"/>
                  <a:pt x="159575" y="359414"/>
                  <a:pt x="143967" y="347433"/>
                </a:cubicBezTo>
                <a:cubicBezTo>
                  <a:pt x="128359" y="335453"/>
                  <a:pt x="115925" y="319479"/>
                  <a:pt x="106680" y="299512"/>
                </a:cubicBezTo>
                <a:cubicBezTo>
                  <a:pt x="98006" y="279544"/>
                  <a:pt x="93662" y="257294"/>
                  <a:pt x="93662" y="232763"/>
                </a:cubicBezTo>
                <a:lnTo>
                  <a:pt x="93662" y="0"/>
                </a:lnTo>
                <a:lnTo>
                  <a:pt x="0" y="0"/>
                </a:lnTo>
                <a:close/>
                <a:moveTo>
                  <a:pt x="-1473401" y="717006"/>
                </a:moveTo>
              </a:path>
            </a:pathLst>
          </a:custGeom>
          <a:solidFill>
            <a:srgbClr val="000000">
              <a:alpha val="100000"/>
            </a:srgbClr>
          </a:solidFill>
          <a:ln w="1172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8" name="Picture 158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71642" y="2214858"/>
            <a:ext cx="427901" cy="453525"/>
          </a:xfrm>
          <a:prstGeom prst="rect">
            <a:avLst/>
          </a:prstGeom>
          <a:noFill/>
        </p:spPr>
      </p:pic>
      <p:sp>
        <p:nvSpPr>
          <p:cNvPr id="159" name="Freeform 159"/>
          <p:cNvSpPr/>
          <p:nvPr/>
        </p:nvSpPr>
        <p:spPr>
          <a:xfrm flipV="1">
            <a:off x="5762549" y="2064838"/>
            <a:ext cx="583705" cy="590846"/>
          </a:xfrm>
          <a:custGeom>
            <a:avLst/>
            <a:gdLst/>
            <a:ahLst/>
            <a:cxnLst/>
            <a:rect l="0" t="0" r="0" b="0"/>
            <a:pathLst>
              <a:path w="631388" h="640099">
                <a:moveTo>
                  <a:pt x="325242" y="0"/>
                </a:moveTo>
                <a:cubicBezTo>
                  <a:pt x="280715" y="0"/>
                  <a:pt x="238796" y="7987"/>
                  <a:pt x="199478" y="23961"/>
                </a:cubicBezTo>
                <a:cubicBezTo>
                  <a:pt x="160738" y="39934"/>
                  <a:pt x="126335" y="62184"/>
                  <a:pt x="96269" y="90709"/>
                </a:cubicBezTo>
                <a:cubicBezTo>
                  <a:pt x="66203" y="119804"/>
                  <a:pt x="42496" y="153749"/>
                  <a:pt x="25151" y="192542"/>
                </a:cubicBezTo>
                <a:cubicBezTo>
                  <a:pt x="8383" y="231907"/>
                  <a:pt x="0" y="274409"/>
                  <a:pt x="0" y="320049"/>
                </a:cubicBezTo>
                <a:cubicBezTo>
                  <a:pt x="0" y="365689"/>
                  <a:pt x="8383" y="407906"/>
                  <a:pt x="25151" y="446700"/>
                </a:cubicBezTo>
                <a:cubicBezTo>
                  <a:pt x="42496" y="486065"/>
                  <a:pt x="65914" y="520009"/>
                  <a:pt x="95402" y="548534"/>
                </a:cubicBezTo>
                <a:cubicBezTo>
                  <a:pt x="125468" y="577629"/>
                  <a:pt x="160161" y="600164"/>
                  <a:pt x="199478" y="616138"/>
                </a:cubicBezTo>
                <a:cubicBezTo>
                  <a:pt x="238796" y="632112"/>
                  <a:pt x="280715" y="640099"/>
                  <a:pt x="325242" y="640099"/>
                </a:cubicBezTo>
                <a:cubicBezTo>
                  <a:pt x="372651" y="640099"/>
                  <a:pt x="416301" y="631826"/>
                  <a:pt x="456204" y="615282"/>
                </a:cubicBezTo>
                <a:cubicBezTo>
                  <a:pt x="496679" y="598738"/>
                  <a:pt x="530499" y="575633"/>
                  <a:pt x="557677" y="545967"/>
                </a:cubicBezTo>
                <a:lnTo>
                  <a:pt x="491764" y="481785"/>
                </a:lnTo>
                <a:cubicBezTo>
                  <a:pt x="471520" y="504035"/>
                  <a:pt x="447238" y="521150"/>
                  <a:pt x="418904" y="533130"/>
                </a:cubicBezTo>
                <a:cubicBezTo>
                  <a:pt x="391154" y="545111"/>
                  <a:pt x="359925" y="551101"/>
                  <a:pt x="325242" y="551101"/>
                </a:cubicBezTo>
                <a:cubicBezTo>
                  <a:pt x="284182" y="551101"/>
                  <a:pt x="246311" y="541402"/>
                  <a:pt x="211621" y="522006"/>
                </a:cubicBezTo>
                <a:cubicBezTo>
                  <a:pt x="176928" y="503179"/>
                  <a:pt x="148885" y="476366"/>
                  <a:pt x="127492" y="441565"/>
                </a:cubicBezTo>
                <a:cubicBezTo>
                  <a:pt x="106677" y="407335"/>
                  <a:pt x="96269" y="366830"/>
                  <a:pt x="96269" y="320049"/>
                </a:cubicBezTo>
                <a:cubicBezTo>
                  <a:pt x="96269" y="273269"/>
                  <a:pt x="106967" y="232478"/>
                  <a:pt x="128360" y="197677"/>
                </a:cubicBezTo>
                <a:cubicBezTo>
                  <a:pt x="149753" y="163448"/>
                  <a:pt x="177796" y="136634"/>
                  <a:pt x="212487" y="117238"/>
                </a:cubicBezTo>
                <a:cubicBezTo>
                  <a:pt x="247175" y="98411"/>
                  <a:pt x="285046" y="88998"/>
                  <a:pt x="326105" y="88998"/>
                </a:cubicBezTo>
                <a:cubicBezTo>
                  <a:pt x="363684" y="88998"/>
                  <a:pt x="397797" y="95843"/>
                  <a:pt x="428442" y="109535"/>
                </a:cubicBezTo>
                <a:cubicBezTo>
                  <a:pt x="459087" y="123799"/>
                  <a:pt x="483661" y="143765"/>
                  <a:pt x="502165" y="169437"/>
                </a:cubicBezTo>
                <a:cubicBezTo>
                  <a:pt x="521241" y="195110"/>
                  <a:pt x="532810" y="225917"/>
                  <a:pt x="536862" y="261859"/>
                </a:cubicBezTo>
                <a:lnTo>
                  <a:pt x="324365" y="261859"/>
                </a:lnTo>
                <a:lnTo>
                  <a:pt x="324365" y="344866"/>
                </a:lnTo>
                <a:lnTo>
                  <a:pt x="626193" y="344866"/>
                </a:lnTo>
                <a:cubicBezTo>
                  <a:pt x="629660" y="329462"/>
                  <a:pt x="631388" y="313204"/>
                  <a:pt x="631388" y="296088"/>
                </a:cubicBezTo>
                <a:lnTo>
                  <a:pt x="631388" y="295232"/>
                </a:lnTo>
                <a:cubicBezTo>
                  <a:pt x="631388" y="235900"/>
                  <a:pt x="618091" y="183985"/>
                  <a:pt x="591497" y="139487"/>
                </a:cubicBezTo>
                <a:cubicBezTo>
                  <a:pt x="565475" y="95559"/>
                  <a:pt x="529343" y="61329"/>
                  <a:pt x="483090" y="36797"/>
                </a:cubicBezTo>
                <a:cubicBezTo>
                  <a:pt x="436824" y="12266"/>
                  <a:pt x="384208" y="0"/>
                  <a:pt x="325242" y="0"/>
                </a:cubicBezTo>
                <a:close/>
                <a:moveTo>
                  <a:pt x="-299531" y="730698"/>
                </a:moveTo>
              </a:path>
            </a:pathLst>
          </a:custGeom>
          <a:solidFill>
            <a:srgbClr val="000000">
              <a:alpha val="100000"/>
            </a:srgbClr>
          </a:solidFill>
          <a:ln w="1172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0" name="Freeform 160"/>
          <p:cNvSpPr/>
          <p:nvPr/>
        </p:nvSpPr>
        <p:spPr>
          <a:xfrm flipV="1">
            <a:off x="4810124" y="1981222"/>
            <a:ext cx="761923" cy="760750"/>
          </a:xfrm>
          <a:custGeom>
            <a:avLst/>
            <a:gdLst/>
            <a:ahLst/>
            <a:cxnLst/>
            <a:rect l="0" t="0" r="0" b="0"/>
            <a:pathLst>
              <a:path w="824165" h="824166">
                <a:moveTo>
                  <a:pt x="734881" y="455741"/>
                </a:moveTo>
                <a:cubicBezTo>
                  <a:pt x="671385" y="483074"/>
                  <a:pt x="615829" y="520572"/>
                  <a:pt x="568189" y="568189"/>
                </a:cubicBezTo>
                <a:cubicBezTo>
                  <a:pt x="520573" y="615806"/>
                  <a:pt x="483073" y="671386"/>
                  <a:pt x="455740" y="734882"/>
                </a:cubicBezTo>
                <a:cubicBezTo>
                  <a:pt x="445248" y="759217"/>
                  <a:pt x="436816" y="784231"/>
                  <a:pt x="430352" y="809878"/>
                </a:cubicBezTo>
                <a:cubicBezTo>
                  <a:pt x="428244" y="818263"/>
                  <a:pt x="420725" y="824166"/>
                  <a:pt x="412083" y="824166"/>
                </a:cubicBezTo>
                <a:cubicBezTo>
                  <a:pt x="403439" y="824166"/>
                  <a:pt x="395921" y="818263"/>
                  <a:pt x="393814" y="809878"/>
                </a:cubicBezTo>
                <a:cubicBezTo>
                  <a:pt x="387348" y="784231"/>
                  <a:pt x="378917" y="759240"/>
                  <a:pt x="368424" y="734882"/>
                </a:cubicBezTo>
                <a:cubicBezTo>
                  <a:pt x="341091" y="671386"/>
                  <a:pt x="303593" y="615806"/>
                  <a:pt x="255976" y="568189"/>
                </a:cubicBezTo>
                <a:cubicBezTo>
                  <a:pt x="208360" y="520572"/>
                  <a:pt x="152779" y="483074"/>
                  <a:pt x="89283" y="455741"/>
                </a:cubicBezTo>
                <a:cubicBezTo>
                  <a:pt x="64948" y="445248"/>
                  <a:pt x="39934" y="436817"/>
                  <a:pt x="14287" y="430351"/>
                </a:cubicBezTo>
                <a:cubicBezTo>
                  <a:pt x="5902" y="428244"/>
                  <a:pt x="0" y="420726"/>
                  <a:pt x="0" y="412082"/>
                </a:cubicBezTo>
                <a:cubicBezTo>
                  <a:pt x="0" y="403440"/>
                  <a:pt x="5902" y="395922"/>
                  <a:pt x="14287" y="393813"/>
                </a:cubicBezTo>
                <a:cubicBezTo>
                  <a:pt x="39934" y="387349"/>
                  <a:pt x="64925" y="378917"/>
                  <a:pt x="89283" y="368425"/>
                </a:cubicBezTo>
                <a:cubicBezTo>
                  <a:pt x="152779" y="341092"/>
                  <a:pt x="208337" y="303593"/>
                  <a:pt x="255976" y="255976"/>
                </a:cubicBezTo>
                <a:cubicBezTo>
                  <a:pt x="303616" y="208360"/>
                  <a:pt x="341091" y="152780"/>
                  <a:pt x="368424" y="89284"/>
                </a:cubicBezTo>
                <a:cubicBezTo>
                  <a:pt x="378917" y="64948"/>
                  <a:pt x="387348" y="39934"/>
                  <a:pt x="393814" y="14288"/>
                </a:cubicBezTo>
                <a:cubicBezTo>
                  <a:pt x="395921" y="5902"/>
                  <a:pt x="403439" y="0"/>
                  <a:pt x="412083" y="0"/>
                </a:cubicBezTo>
                <a:cubicBezTo>
                  <a:pt x="420725" y="0"/>
                  <a:pt x="428244" y="5902"/>
                  <a:pt x="430352" y="14288"/>
                </a:cubicBezTo>
                <a:cubicBezTo>
                  <a:pt x="436816" y="39934"/>
                  <a:pt x="445248" y="64925"/>
                  <a:pt x="455740" y="89284"/>
                </a:cubicBezTo>
                <a:cubicBezTo>
                  <a:pt x="483073" y="152780"/>
                  <a:pt x="520573" y="208336"/>
                  <a:pt x="568189" y="255976"/>
                </a:cubicBezTo>
                <a:cubicBezTo>
                  <a:pt x="615805" y="303593"/>
                  <a:pt x="671385" y="341092"/>
                  <a:pt x="734881" y="368425"/>
                </a:cubicBezTo>
                <a:cubicBezTo>
                  <a:pt x="759217" y="378917"/>
                  <a:pt x="784231" y="387349"/>
                  <a:pt x="809877" y="393813"/>
                </a:cubicBezTo>
                <a:cubicBezTo>
                  <a:pt x="818263" y="395922"/>
                  <a:pt x="824165" y="403440"/>
                  <a:pt x="824165" y="412082"/>
                </a:cubicBezTo>
                <a:cubicBezTo>
                  <a:pt x="824165" y="420726"/>
                  <a:pt x="818263" y="428244"/>
                  <a:pt x="809877" y="430351"/>
                </a:cubicBezTo>
                <a:cubicBezTo>
                  <a:pt x="784231" y="436817"/>
                  <a:pt x="759240" y="445248"/>
                  <a:pt x="734881" y="455741"/>
                </a:cubicBezTo>
                <a:close/>
                <a:moveTo>
                  <a:pt x="368438" y="824179"/>
                </a:moveTo>
              </a:path>
            </a:pathLst>
          </a:custGeom>
          <a:solidFill>
            <a:srgbClr val="FFFFFF">
              <a:alpha val="100000"/>
            </a:srgbClr>
          </a:solidFill>
          <a:ln w="1172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61" name="Picture 161"/>
          <p:cNvPicPr>
            <a:picLocks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810124" y="1981200"/>
            <a:ext cx="1009715" cy="761999"/>
          </a:xfrm>
          <a:prstGeom prst="rect">
            <a:avLst/>
          </a:prstGeom>
          <a:noFill/>
        </p:spPr>
      </p:pic>
      <p:pic>
        <p:nvPicPr>
          <p:cNvPr id="162" name="Picture 162"/>
          <p:cNvPicPr>
            <a:picLocks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810124" y="1981200"/>
            <a:ext cx="1009715" cy="761999"/>
          </a:xfrm>
          <a:prstGeom prst="rect">
            <a:avLst/>
          </a:prstGeom>
          <a:noFill/>
        </p:spPr>
      </p:pic>
      <p:sp>
        <p:nvSpPr>
          <p:cNvPr id="163" name="Freeform 163"/>
          <p:cNvSpPr/>
          <p:nvPr/>
        </p:nvSpPr>
        <p:spPr>
          <a:xfrm flipV="1">
            <a:off x="752474" y="3000375"/>
            <a:ext cx="3543299" cy="761999"/>
          </a:xfrm>
          <a:custGeom>
            <a:avLst/>
            <a:gdLst/>
            <a:ahLst/>
            <a:cxnLst/>
            <a:rect l="0" t="0" r="0" b="0"/>
            <a:pathLst>
              <a:path w="4724400" h="1016000">
                <a:moveTo>
                  <a:pt x="0" y="1016000"/>
                </a:moveTo>
                <a:lnTo>
                  <a:pt x="4724400" y="1016000"/>
                </a:lnTo>
                <a:lnTo>
                  <a:pt x="4724400" y="0"/>
                </a:lnTo>
                <a:lnTo>
                  <a:pt x="0" y="0"/>
                </a:lnTo>
                <a:lnTo>
                  <a:pt x="0" y="1016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4" name="Freeform 164"/>
          <p:cNvSpPr/>
          <p:nvPr/>
        </p:nvSpPr>
        <p:spPr>
          <a:xfrm flipV="1">
            <a:off x="752474" y="3000384"/>
            <a:ext cx="760496" cy="761981"/>
          </a:xfrm>
          <a:custGeom>
            <a:avLst/>
            <a:gdLst/>
            <a:ahLst/>
            <a:cxnLst/>
            <a:rect l="0" t="0" r="0" b="0"/>
            <a:pathLst>
              <a:path w="1880743" h="1881887">
                <a:moveTo>
                  <a:pt x="368936" y="630428"/>
                </a:moveTo>
                <a:lnTo>
                  <a:pt x="739013" y="838073"/>
                </a:lnTo>
                <a:lnTo>
                  <a:pt x="745236" y="856108"/>
                </a:lnTo>
                <a:lnTo>
                  <a:pt x="739013" y="866141"/>
                </a:lnTo>
                <a:lnTo>
                  <a:pt x="720979" y="866141"/>
                </a:lnTo>
                <a:lnTo>
                  <a:pt x="659130" y="869951"/>
                </a:lnTo>
                <a:lnTo>
                  <a:pt x="447675" y="875666"/>
                </a:lnTo>
                <a:lnTo>
                  <a:pt x="264287" y="883286"/>
                </a:lnTo>
                <a:lnTo>
                  <a:pt x="86614" y="892811"/>
                </a:lnTo>
                <a:lnTo>
                  <a:pt x="41910" y="902336"/>
                </a:lnTo>
                <a:lnTo>
                  <a:pt x="0" y="957581"/>
                </a:lnTo>
                <a:lnTo>
                  <a:pt x="4318" y="985140"/>
                </a:lnTo>
                <a:lnTo>
                  <a:pt x="41910" y="1010413"/>
                </a:lnTo>
                <a:lnTo>
                  <a:pt x="95758" y="1005714"/>
                </a:lnTo>
                <a:lnTo>
                  <a:pt x="214757" y="997586"/>
                </a:lnTo>
                <a:lnTo>
                  <a:pt x="393319" y="985267"/>
                </a:lnTo>
                <a:lnTo>
                  <a:pt x="522859" y="977647"/>
                </a:lnTo>
                <a:lnTo>
                  <a:pt x="714756" y="957708"/>
                </a:lnTo>
                <a:lnTo>
                  <a:pt x="745236" y="957708"/>
                </a:lnTo>
                <a:lnTo>
                  <a:pt x="749554" y="970027"/>
                </a:lnTo>
                <a:lnTo>
                  <a:pt x="739140" y="977647"/>
                </a:lnTo>
                <a:lnTo>
                  <a:pt x="731012" y="985267"/>
                </a:lnTo>
                <a:lnTo>
                  <a:pt x="546227" y="1110489"/>
                </a:lnTo>
                <a:lnTo>
                  <a:pt x="346202" y="1242823"/>
                </a:lnTo>
                <a:lnTo>
                  <a:pt x="241427" y="1319023"/>
                </a:lnTo>
                <a:lnTo>
                  <a:pt x="184785" y="1357631"/>
                </a:lnTo>
                <a:lnTo>
                  <a:pt x="156210" y="1393826"/>
                </a:lnTo>
                <a:lnTo>
                  <a:pt x="143891" y="1472820"/>
                </a:lnTo>
                <a:lnTo>
                  <a:pt x="195326" y="1529462"/>
                </a:lnTo>
                <a:lnTo>
                  <a:pt x="264414" y="1524763"/>
                </a:lnTo>
                <a:lnTo>
                  <a:pt x="282067" y="1520064"/>
                </a:lnTo>
                <a:lnTo>
                  <a:pt x="352044" y="1466216"/>
                </a:lnTo>
                <a:lnTo>
                  <a:pt x="501523" y="1350519"/>
                </a:lnTo>
                <a:lnTo>
                  <a:pt x="696722" y="1206755"/>
                </a:lnTo>
                <a:lnTo>
                  <a:pt x="725297" y="1183006"/>
                </a:lnTo>
                <a:lnTo>
                  <a:pt x="736727" y="1191134"/>
                </a:lnTo>
                <a:lnTo>
                  <a:pt x="738124" y="1196850"/>
                </a:lnTo>
                <a:lnTo>
                  <a:pt x="725297" y="1218313"/>
                </a:lnTo>
                <a:lnTo>
                  <a:pt x="619125" y="1410209"/>
                </a:lnTo>
                <a:lnTo>
                  <a:pt x="505841" y="1605408"/>
                </a:lnTo>
                <a:lnTo>
                  <a:pt x="455422" y="1686307"/>
                </a:lnTo>
                <a:lnTo>
                  <a:pt x="442087" y="1734821"/>
                </a:lnTo>
                <a:cubicBezTo>
                  <a:pt x="437388" y="1754761"/>
                  <a:pt x="433959" y="1771524"/>
                  <a:pt x="433959" y="1791971"/>
                </a:cubicBezTo>
                <a:lnTo>
                  <a:pt x="492506" y="1871473"/>
                </a:lnTo>
                <a:lnTo>
                  <a:pt x="524891" y="1881887"/>
                </a:lnTo>
                <a:lnTo>
                  <a:pt x="602996" y="1871473"/>
                </a:lnTo>
                <a:lnTo>
                  <a:pt x="635889" y="1842898"/>
                </a:lnTo>
                <a:lnTo>
                  <a:pt x="684403" y="1731900"/>
                </a:lnTo>
                <a:lnTo>
                  <a:pt x="763016" y="1557148"/>
                </a:lnTo>
                <a:lnTo>
                  <a:pt x="884936" y="1319531"/>
                </a:lnTo>
                <a:lnTo>
                  <a:pt x="920623" y="1249046"/>
                </a:lnTo>
                <a:lnTo>
                  <a:pt x="939673" y="1183768"/>
                </a:lnTo>
                <a:lnTo>
                  <a:pt x="946785" y="1163829"/>
                </a:lnTo>
                <a:lnTo>
                  <a:pt x="959104" y="1163829"/>
                </a:lnTo>
                <a:lnTo>
                  <a:pt x="959104" y="1175259"/>
                </a:lnTo>
                <a:lnTo>
                  <a:pt x="969137" y="1309117"/>
                </a:lnTo>
                <a:lnTo>
                  <a:pt x="987679" y="1473455"/>
                </a:lnTo>
                <a:lnTo>
                  <a:pt x="1005713" y="1684910"/>
                </a:lnTo>
                <a:lnTo>
                  <a:pt x="1011936" y="1744473"/>
                </a:lnTo>
                <a:lnTo>
                  <a:pt x="1041400" y="1815847"/>
                </a:lnTo>
                <a:lnTo>
                  <a:pt x="1099947" y="1854455"/>
                </a:lnTo>
                <a:lnTo>
                  <a:pt x="1145667" y="1832611"/>
                </a:lnTo>
                <a:lnTo>
                  <a:pt x="1183260" y="1778763"/>
                </a:lnTo>
                <a:lnTo>
                  <a:pt x="1178053" y="1743965"/>
                </a:lnTo>
                <a:lnTo>
                  <a:pt x="1155701" y="1598677"/>
                </a:lnTo>
                <a:lnTo>
                  <a:pt x="1111886" y="1371093"/>
                </a:lnTo>
                <a:lnTo>
                  <a:pt x="1083311" y="1218693"/>
                </a:lnTo>
                <a:lnTo>
                  <a:pt x="1099948" y="1218693"/>
                </a:lnTo>
                <a:lnTo>
                  <a:pt x="1118998" y="1237743"/>
                </a:lnTo>
                <a:lnTo>
                  <a:pt x="1196087" y="1340105"/>
                </a:lnTo>
                <a:lnTo>
                  <a:pt x="1325627" y="1502030"/>
                </a:lnTo>
                <a:lnTo>
                  <a:pt x="1382777" y="1566292"/>
                </a:lnTo>
                <a:lnTo>
                  <a:pt x="1449452" y="1637285"/>
                </a:lnTo>
                <a:lnTo>
                  <a:pt x="1492251" y="1671067"/>
                </a:lnTo>
                <a:lnTo>
                  <a:pt x="1573150" y="1671067"/>
                </a:lnTo>
                <a:lnTo>
                  <a:pt x="1632713" y="1582548"/>
                </a:lnTo>
                <a:lnTo>
                  <a:pt x="1606042" y="1491108"/>
                </a:lnTo>
                <a:lnTo>
                  <a:pt x="1522731" y="1385444"/>
                </a:lnTo>
                <a:lnTo>
                  <a:pt x="1453642" y="1295909"/>
                </a:lnTo>
                <a:lnTo>
                  <a:pt x="1354582" y="1162559"/>
                </a:lnTo>
                <a:lnTo>
                  <a:pt x="1292734" y="1055879"/>
                </a:lnTo>
                <a:lnTo>
                  <a:pt x="1298448" y="1047370"/>
                </a:lnTo>
                <a:lnTo>
                  <a:pt x="1313181" y="1048767"/>
                </a:lnTo>
                <a:lnTo>
                  <a:pt x="1536954" y="1096392"/>
                </a:lnTo>
                <a:lnTo>
                  <a:pt x="1657859" y="1118236"/>
                </a:lnTo>
                <a:lnTo>
                  <a:pt x="1802131" y="1143001"/>
                </a:lnTo>
                <a:lnTo>
                  <a:pt x="1867409" y="1112521"/>
                </a:lnTo>
                <a:lnTo>
                  <a:pt x="1874520" y="1081533"/>
                </a:lnTo>
                <a:lnTo>
                  <a:pt x="1848866" y="1018160"/>
                </a:lnTo>
                <a:lnTo>
                  <a:pt x="1694561" y="980060"/>
                </a:lnTo>
                <a:lnTo>
                  <a:pt x="1513586" y="943865"/>
                </a:lnTo>
                <a:lnTo>
                  <a:pt x="1244092" y="880111"/>
                </a:lnTo>
                <a:lnTo>
                  <a:pt x="1240791" y="877698"/>
                </a:lnTo>
                <a:lnTo>
                  <a:pt x="1244601" y="872999"/>
                </a:lnTo>
                <a:lnTo>
                  <a:pt x="1366013" y="861569"/>
                </a:lnTo>
                <a:lnTo>
                  <a:pt x="1417956" y="858775"/>
                </a:lnTo>
                <a:lnTo>
                  <a:pt x="1545082" y="858775"/>
                </a:lnTo>
                <a:lnTo>
                  <a:pt x="1781810" y="841122"/>
                </a:lnTo>
                <a:lnTo>
                  <a:pt x="1843659" y="800228"/>
                </a:lnTo>
                <a:lnTo>
                  <a:pt x="1880743" y="750190"/>
                </a:lnTo>
                <a:lnTo>
                  <a:pt x="1874520" y="712090"/>
                </a:lnTo>
                <a:lnTo>
                  <a:pt x="1779270" y="663576"/>
                </a:lnTo>
                <a:lnTo>
                  <a:pt x="1650746" y="694056"/>
                </a:lnTo>
                <a:lnTo>
                  <a:pt x="1350772" y="765430"/>
                </a:lnTo>
                <a:lnTo>
                  <a:pt x="1247902" y="791084"/>
                </a:lnTo>
                <a:lnTo>
                  <a:pt x="1233678" y="791084"/>
                </a:lnTo>
                <a:lnTo>
                  <a:pt x="1233678" y="782575"/>
                </a:lnTo>
                <a:lnTo>
                  <a:pt x="1319403" y="698754"/>
                </a:lnTo>
                <a:lnTo>
                  <a:pt x="1476502" y="556895"/>
                </a:lnTo>
                <a:lnTo>
                  <a:pt x="1673225" y="374015"/>
                </a:lnTo>
                <a:lnTo>
                  <a:pt x="1683258" y="328803"/>
                </a:lnTo>
                <a:lnTo>
                  <a:pt x="1657985" y="293116"/>
                </a:lnTo>
                <a:lnTo>
                  <a:pt x="1631315" y="296926"/>
                </a:lnTo>
                <a:lnTo>
                  <a:pt x="1458468" y="426974"/>
                </a:lnTo>
                <a:lnTo>
                  <a:pt x="1391793" y="485521"/>
                </a:lnTo>
                <a:lnTo>
                  <a:pt x="1240790" y="612648"/>
                </a:lnTo>
                <a:lnTo>
                  <a:pt x="1230757" y="612648"/>
                </a:lnTo>
                <a:lnTo>
                  <a:pt x="1230757" y="599313"/>
                </a:lnTo>
                <a:lnTo>
                  <a:pt x="1265555" y="548386"/>
                </a:lnTo>
                <a:lnTo>
                  <a:pt x="1449324" y="272161"/>
                </a:lnTo>
                <a:lnTo>
                  <a:pt x="1458849" y="187452"/>
                </a:lnTo>
                <a:lnTo>
                  <a:pt x="1445514" y="159893"/>
                </a:lnTo>
                <a:lnTo>
                  <a:pt x="1397889" y="143256"/>
                </a:lnTo>
                <a:lnTo>
                  <a:pt x="1345565" y="152781"/>
                </a:lnTo>
                <a:lnTo>
                  <a:pt x="1237996" y="303784"/>
                </a:lnTo>
                <a:lnTo>
                  <a:pt x="1126998" y="473837"/>
                </a:lnTo>
                <a:lnTo>
                  <a:pt x="1037463" y="626237"/>
                </a:lnTo>
                <a:lnTo>
                  <a:pt x="1026541" y="620014"/>
                </a:lnTo>
                <a:lnTo>
                  <a:pt x="973709" y="50927"/>
                </a:lnTo>
                <a:lnTo>
                  <a:pt x="948944" y="21844"/>
                </a:lnTo>
                <a:lnTo>
                  <a:pt x="891794" y="0"/>
                </a:lnTo>
                <a:lnTo>
                  <a:pt x="844169" y="36195"/>
                </a:lnTo>
                <a:lnTo>
                  <a:pt x="818896" y="94742"/>
                </a:lnTo>
                <a:lnTo>
                  <a:pt x="844169" y="210439"/>
                </a:lnTo>
                <a:lnTo>
                  <a:pt x="874649" y="361442"/>
                </a:lnTo>
                <a:lnTo>
                  <a:pt x="899414" y="481457"/>
                </a:lnTo>
                <a:lnTo>
                  <a:pt x="921766" y="630555"/>
                </a:lnTo>
                <a:lnTo>
                  <a:pt x="935101" y="680085"/>
                </a:lnTo>
                <a:lnTo>
                  <a:pt x="934212" y="683387"/>
                </a:lnTo>
                <a:lnTo>
                  <a:pt x="923290" y="681990"/>
                </a:lnTo>
                <a:lnTo>
                  <a:pt x="810895" y="527685"/>
                </a:lnTo>
                <a:lnTo>
                  <a:pt x="639953" y="296672"/>
                </a:lnTo>
                <a:lnTo>
                  <a:pt x="504698" y="151892"/>
                </a:lnTo>
                <a:lnTo>
                  <a:pt x="472313" y="139065"/>
                </a:lnTo>
                <a:lnTo>
                  <a:pt x="416179" y="168148"/>
                </a:lnTo>
                <a:lnTo>
                  <a:pt x="421386" y="220091"/>
                </a:lnTo>
                <a:lnTo>
                  <a:pt x="452755" y="266320"/>
                </a:lnTo>
                <a:lnTo>
                  <a:pt x="639953" y="504445"/>
                </a:lnTo>
                <a:lnTo>
                  <a:pt x="752856" y="652019"/>
                </a:lnTo>
                <a:lnTo>
                  <a:pt x="825754" y="737235"/>
                </a:lnTo>
                <a:lnTo>
                  <a:pt x="825246" y="749554"/>
                </a:lnTo>
                <a:lnTo>
                  <a:pt x="820928" y="749554"/>
                </a:lnTo>
                <a:lnTo>
                  <a:pt x="323723" y="426720"/>
                </a:lnTo>
                <a:lnTo>
                  <a:pt x="235204" y="415290"/>
                </a:lnTo>
                <a:lnTo>
                  <a:pt x="197104" y="450977"/>
                </a:lnTo>
                <a:lnTo>
                  <a:pt x="201803" y="509524"/>
                </a:lnTo>
                <a:lnTo>
                  <a:pt x="219837" y="528574"/>
                </a:lnTo>
                <a:lnTo>
                  <a:pt x="369316" y="631444"/>
                </a:lnTo>
                <a:lnTo>
                  <a:pt x="368808" y="630936"/>
                </a:lnTo>
                <a:lnTo>
                  <a:pt x="368936" y="630428"/>
                </a:lnTo>
                <a:close/>
                <a:moveTo>
                  <a:pt x="3125598" y="4720717"/>
                </a:moveTo>
              </a:path>
            </a:pathLst>
          </a:custGeom>
          <a:solidFill>
            <a:srgbClr val="D97757">
              <a:alpha val="100000"/>
            </a:srgbClr>
          </a:solidFill>
          <a:ln w="513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65" name="Picture 165"/>
          <p:cNvPicPr>
            <a:picLocks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652634" y="3060139"/>
            <a:ext cx="2655840" cy="650391"/>
          </a:xfrm>
          <a:prstGeom prst="rect">
            <a:avLst/>
          </a:prstGeom>
          <a:noFill/>
        </p:spPr>
      </p:pic>
      <p:sp>
        <p:nvSpPr>
          <p:cNvPr id="166" name="Freeform 166"/>
          <p:cNvSpPr/>
          <p:nvPr/>
        </p:nvSpPr>
        <p:spPr>
          <a:xfrm flipV="1">
            <a:off x="4991099" y="3000375"/>
            <a:ext cx="2809874" cy="761999"/>
          </a:xfrm>
          <a:custGeom>
            <a:avLst/>
            <a:gdLst/>
            <a:ahLst/>
            <a:cxnLst/>
            <a:rect l="0" t="0" r="0" b="0"/>
            <a:pathLst>
              <a:path w="3746500" h="1016000">
                <a:moveTo>
                  <a:pt x="0" y="1016000"/>
                </a:moveTo>
                <a:lnTo>
                  <a:pt x="3746500" y="1016000"/>
                </a:lnTo>
                <a:lnTo>
                  <a:pt x="3746500" y="0"/>
                </a:lnTo>
                <a:lnTo>
                  <a:pt x="0" y="0"/>
                </a:lnTo>
                <a:lnTo>
                  <a:pt x="0" y="1016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67" name="Picture 167"/>
          <p:cNvPicPr>
            <a:picLocks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53365" y="3142552"/>
            <a:ext cx="407161" cy="448309"/>
          </a:xfrm>
          <a:prstGeom prst="rect">
            <a:avLst/>
          </a:prstGeom>
          <a:noFill/>
        </p:spPr>
      </p:pic>
      <p:pic>
        <p:nvPicPr>
          <p:cNvPr id="168" name="Picture 168"/>
          <p:cNvPicPr>
            <a:picLocks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86253" y="3253423"/>
            <a:ext cx="622546" cy="434022"/>
          </a:xfrm>
          <a:prstGeom prst="rect">
            <a:avLst/>
          </a:prstGeom>
          <a:noFill/>
        </p:spPr>
      </p:pic>
      <p:sp>
        <p:nvSpPr>
          <p:cNvPr id="169" name="Freeform 169"/>
          <p:cNvSpPr/>
          <p:nvPr/>
        </p:nvSpPr>
        <p:spPr>
          <a:xfrm flipV="1">
            <a:off x="6953201" y="3266123"/>
            <a:ext cx="252031" cy="305752"/>
          </a:xfrm>
          <a:custGeom>
            <a:avLst/>
            <a:gdLst/>
            <a:ahLst/>
            <a:cxnLst/>
            <a:rect l="0" t="0" r="0" b="0"/>
            <a:pathLst>
              <a:path w="1344168" h="1630681">
                <a:moveTo>
                  <a:pt x="0" y="0"/>
                </a:moveTo>
                <a:lnTo>
                  <a:pt x="365760" y="0"/>
                </a:lnTo>
                <a:lnTo>
                  <a:pt x="365760" y="938784"/>
                </a:lnTo>
                <a:cubicBezTo>
                  <a:pt x="365760" y="1167384"/>
                  <a:pt x="533400" y="1289305"/>
                  <a:pt x="697992" y="1289305"/>
                </a:cubicBezTo>
                <a:cubicBezTo>
                  <a:pt x="899160" y="1289305"/>
                  <a:pt x="978408" y="1146049"/>
                  <a:pt x="978408" y="947928"/>
                </a:cubicBezTo>
                <a:lnTo>
                  <a:pt x="978408" y="0"/>
                </a:lnTo>
                <a:lnTo>
                  <a:pt x="1344168" y="0"/>
                </a:lnTo>
                <a:lnTo>
                  <a:pt x="1344168" y="1054609"/>
                </a:lnTo>
                <a:cubicBezTo>
                  <a:pt x="1344168" y="1399033"/>
                  <a:pt x="1142999" y="1630681"/>
                  <a:pt x="807720" y="1630681"/>
                </a:cubicBezTo>
                <a:cubicBezTo>
                  <a:pt x="600456" y="1630681"/>
                  <a:pt x="457200" y="1536193"/>
                  <a:pt x="365760" y="1429513"/>
                </a:cubicBezTo>
                <a:lnTo>
                  <a:pt x="365760" y="1600201"/>
                </a:lnTo>
                <a:lnTo>
                  <a:pt x="0" y="1600201"/>
                </a:lnTo>
                <a:lnTo>
                  <a:pt x="0" y="0"/>
                </a:lnTo>
                <a:close/>
                <a:moveTo>
                  <a:pt x="-7416545" y="3048000"/>
                </a:moveTo>
              </a:path>
            </a:pathLst>
          </a:custGeom>
          <a:solidFill>
            <a:srgbClr val="000000">
              <a:alpha val="100000"/>
            </a:srgbClr>
          </a:solidFill>
          <a:ln w="2381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70" name="Picture 170"/>
          <p:cNvPicPr>
            <a:picLocks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37944" y="3148839"/>
            <a:ext cx="419162" cy="435736"/>
          </a:xfrm>
          <a:prstGeom prst="rect">
            <a:avLst/>
          </a:prstGeom>
          <a:noFill/>
        </p:spPr>
      </p:pic>
      <p:sp>
        <p:nvSpPr>
          <p:cNvPr id="171" name="Freeform 171"/>
          <p:cNvSpPr/>
          <p:nvPr/>
        </p:nvSpPr>
        <p:spPr>
          <a:xfrm flipV="1">
            <a:off x="7688984" y="3162729"/>
            <a:ext cx="73151" cy="410336"/>
          </a:xfrm>
          <a:custGeom>
            <a:avLst/>
            <a:gdLst/>
            <a:ahLst/>
            <a:cxnLst/>
            <a:rect l="0" t="0" r="0" b="0"/>
            <a:pathLst>
              <a:path w="390144" h="2188464">
                <a:moveTo>
                  <a:pt x="390144" y="2188464"/>
                </a:moveTo>
                <a:lnTo>
                  <a:pt x="0" y="2188464"/>
                </a:lnTo>
                <a:lnTo>
                  <a:pt x="0" y="0"/>
                </a:lnTo>
                <a:lnTo>
                  <a:pt x="390144" y="0"/>
                </a:lnTo>
                <a:lnTo>
                  <a:pt x="390144" y="2188464"/>
                </a:lnTo>
                <a:close/>
                <a:moveTo>
                  <a:pt x="-13522832" y="3054350"/>
                </a:moveTo>
              </a:path>
            </a:pathLst>
          </a:custGeom>
          <a:solidFill>
            <a:srgbClr val="000000">
              <a:alpha val="100000"/>
            </a:srgbClr>
          </a:solidFill>
          <a:ln w="2381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72" name="Picture 172"/>
          <p:cNvPicPr>
            <a:picLocks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983471" y="2987675"/>
            <a:ext cx="777282" cy="787380"/>
          </a:xfrm>
          <a:prstGeom prst="rect">
            <a:avLst/>
          </a:prstGeom>
          <a:noFill/>
        </p:spPr>
      </p:pic>
      <p:sp>
        <p:nvSpPr>
          <p:cNvPr id="173" name="Freeform 173"/>
          <p:cNvSpPr/>
          <p:nvPr/>
        </p:nvSpPr>
        <p:spPr>
          <a:xfrm>
            <a:off x="5682688" y="5648340"/>
            <a:ext cx="83231" cy="96468"/>
          </a:xfrm>
          <a:custGeom>
            <a:avLst/>
            <a:gdLst/>
            <a:ahLst/>
            <a:cxnLst/>
            <a:rect l="0" t="0" r="0" b="0"/>
            <a:pathLst>
              <a:path w="4711700" h="5461000">
                <a:moveTo>
                  <a:pt x="2095500" y="2273300"/>
                </a:moveTo>
                <a:cubicBezTo>
                  <a:pt x="1985433" y="1138767"/>
                  <a:pt x="1930400" y="503767"/>
                  <a:pt x="1930400" y="368300"/>
                </a:cubicBezTo>
                <a:cubicBezTo>
                  <a:pt x="1930400" y="215900"/>
                  <a:pt x="2032000" y="97367"/>
                  <a:pt x="2235200" y="12700"/>
                </a:cubicBezTo>
                <a:cubicBezTo>
                  <a:pt x="2243666" y="12700"/>
                  <a:pt x="2264833" y="12700"/>
                  <a:pt x="2298700" y="12700"/>
                </a:cubicBezTo>
                <a:cubicBezTo>
                  <a:pt x="2332566" y="12700"/>
                  <a:pt x="2357966" y="8467"/>
                  <a:pt x="2374900" y="0"/>
                </a:cubicBezTo>
                <a:cubicBezTo>
                  <a:pt x="2476500" y="8467"/>
                  <a:pt x="2569633" y="46567"/>
                  <a:pt x="2654300" y="114300"/>
                </a:cubicBezTo>
                <a:cubicBezTo>
                  <a:pt x="2738966" y="182034"/>
                  <a:pt x="2781300" y="266700"/>
                  <a:pt x="2781300" y="368300"/>
                </a:cubicBezTo>
                <a:cubicBezTo>
                  <a:pt x="2781300" y="512234"/>
                  <a:pt x="2755900" y="850900"/>
                  <a:pt x="2705100" y="1384300"/>
                </a:cubicBezTo>
                <a:cubicBezTo>
                  <a:pt x="2654300" y="1917700"/>
                  <a:pt x="2624666" y="2214034"/>
                  <a:pt x="2616200" y="2273300"/>
                </a:cubicBezTo>
                <a:lnTo>
                  <a:pt x="3352800" y="1739900"/>
                </a:lnTo>
                <a:cubicBezTo>
                  <a:pt x="3826933" y="1392767"/>
                  <a:pt x="4085166" y="1206500"/>
                  <a:pt x="4127500" y="1181100"/>
                </a:cubicBezTo>
                <a:cubicBezTo>
                  <a:pt x="4169833" y="1155700"/>
                  <a:pt x="4212166" y="1143000"/>
                  <a:pt x="4254500" y="1143000"/>
                </a:cubicBezTo>
                <a:cubicBezTo>
                  <a:pt x="4364566" y="1143000"/>
                  <a:pt x="4466166" y="1185334"/>
                  <a:pt x="4559300" y="1270000"/>
                </a:cubicBezTo>
                <a:cubicBezTo>
                  <a:pt x="4652433" y="1354667"/>
                  <a:pt x="4703233" y="1468967"/>
                  <a:pt x="4711700" y="1612900"/>
                </a:cubicBezTo>
                <a:cubicBezTo>
                  <a:pt x="4711700" y="1722967"/>
                  <a:pt x="4669366" y="1820334"/>
                  <a:pt x="4584700" y="1905000"/>
                </a:cubicBezTo>
                <a:cubicBezTo>
                  <a:pt x="4542366" y="1930400"/>
                  <a:pt x="4254500" y="2070100"/>
                  <a:pt x="3721100" y="2324100"/>
                </a:cubicBezTo>
                <a:cubicBezTo>
                  <a:pt x="3187700" y="2578100"/>
                  <a:pt x="2899833" y="2713567"/>
                  <a:pt x="2857500" y="2730500"/>
                </a:cubicBezTo>
                <a:lnTo>
                  <a:pt x="3695700" y="3124200"/>
                </a:lnTo>
                <a:lnTo>
                  <a:pt x="4584700" y="3568700"/>
                </a:lnTo>
                <a:cubicBezTo>
                  <a:pt x="4660900" y="3644900"/>
                  <a:pt x="4699000" y="3742267"/>
                  <a:pt x="4699000" y="3860800"/>
                </a:cubicBezTo>
                <a:cubicBezTo>
                  <a:pt x="4699000" y="3987800"/>
                  <a:pt x="4660900" y="4093634"/>
                  <a:pt x="4584700" y="4178300"/>
                </a:cubicBezTo>
                <a:cubicBezTo>
                  <a:pt x="4508500" y="4262967"/>
                  <a:pt x="4406900" y="4309534"/>
                  <a:pt x="4279900" y="4318000"/>
                </a:cubicBezTo>
                <a:cubicBezTo>
                  <a:pt x="4212166" y="4318000"/>
                  <a:pt x="4135966" y="4292600"/>
                  <a:pt x="4051300" y="4241800"/>
                </a:cubicBezTo>
                <a:cubicBezTo>
                  <a:pt x="3966633" y="4191000"/>
                  <a:pt x="3733800" y="4021667"/>
                  <a:pt x="3352800" y="3733800"/>
                </a:cubicBezTo>
                <a:lnTo>
                  <a:pt x="2616200" y="3200400"/>
                </a:lnTo>
                <a:cubicBezTo>
                  <a:pt x="2726266" y="4334934"/>
                  <a:pt x="2781300" y="4969934"/>
                  <a:pt x="2781300" y="5105400"/>
                </a:cubicBezTo>
                <a:cubicBezTo>
                  <a:pt x="2781300" y="5190067"/>
                  <a:pt x="2751666" y="5270500"/>
                  <a:pt x="2692400" y="5346700"/>
                </a:cubicBezTo>
                <a:cubicBezTo>
                  <a:pt x="2633133" y="5422900"/>
                  <a:pt x="2523066" y="5461000"/>
                  <a:pt x="2362200" y="5461000"/>
                </a:cubicBezTo>
                <a:cubicBezTo>
                  <a:pt x="2201333" y="5461000"/>
                  <a:pt x="2091266" y="5422900"/>
                  <a:pt x="2032000" y="5346700"/>
                </a:cubicBezTo>
                <a:cubicBezTo>
                  <a:pt x="1972733" y="5270500"/>
                  <a:pt x="1938866" y="5190067"/>
                  <a:pt x="1930400" y="5105400"/>
                </a:cubicBezTo>
                <a:cubicBezTo>
                  <a:pt x="1930400" y="4961467"/>
                  <a:pt x="1955800" y="4622800"/>
                  <a:pt x="2006600" y="4089400"/>
                </a:cubicBezTo>
                <a:cubicBezTo>
                  <a:pt x="2057400" y="3556000"/>
                  <a:pt x="2087033" y="3259667"/>
                  <a:pt x="2095500" y="3200400"/>
                </a:cubicBezTo>
                <a:lnTo>
                  <a:pt x="1358900" y="3733800"/>
                </a:lnTo>
                <a:cubicBezTo>
                  <a:pt x="884766" y="4080934"/>
                  <a:pt x="626533" y="4267200"/>
                  <a:pt x="584200" y="4292600"/>
                </a:cubicBezTo>
                <a:cubicBezTo>
                  <a:pt x="550333" y="4318000"/>
                  <a:pt x="508000" y="4330700"/>
                  <a:pt x="457200" y="4330700"/>
                </a:cubicBezTo>
                <a:cubicBezTo>
                  <a:pt x="347133" y="4330700"/>
                  <a:pt x="245533" y="4288367"/>
                  <a:pt x="152400" y="4203700"/>
                </a:cubicBezTo>
                <a:cubicBezTo>
                  <a:pt x="59266" y="4119034"/>
                  <a:pt x="8466" y="4004734"/>
                  <a:pt x="0" y="3860800"/>
                </a:cubicBezTo>
                <a:cubicBezTo>
                  <a:pt x="0" y="3818467"/>
                  <a:pt x="0" y="3784600"/>
                  <a:pt x="0" y="3759200"/>
                </a:cubicBezTo>
                <a:cubicBezTo>
                  <a:pt x="0" y="3733800"/>
                  <a:pt x="12700" y="3708400"/>
                  <a:pt x="38100" y="3683000"/>
                </a:cubicBezTo>
                <a:cubicBezTo>
                  <a:pt x="63500" y="3657600"/>
                  <a:pt x="84666" y="3632200"/>
                  <a:pt x="101600" y="3606800"/>
                </a:cubicBezTo>
                <a:cubicBezTo>
                  <a:pt x="118533" y="3581400"/>
                  <a:pt x="156633" y="3551767"/>
                  <a:pt x="215900" y="3517900"/>
                </a:cubicBezTo>
                <a:cubicBezTo>
                  <a:pt x="275166" y="3484034"/>
                  <a:pt x="330200" y="3454400"/>
                  <a:pt x="381000" y="3429000"/>
                </a:cubicBezTo>
                <a:cubicBezTo>
                  <a:pt x="431800" y="3403600"/>
                  <a:pt x="512233" y="3365500"/>
                  <a:pt x="622300" y="3314700"/>
                </a:cubicBezTo>
                <a:cubicBezTo>
                  <a:pt x="732366" y="3263900"/>
                  <a:pt x="838200" y="3217334"/>
                  <a:pt x="939800" y="3175000"/>
                </a:cubicBezTo>
                <a:cubicBezTo>
                  <a:pt x="1041400" y="3132667"/>
                  <a:pt x="1176866" y="3069167"/>
                  <a:pt x="1346200" y="2984500"/>
                </a:cubicBezTo>
                <a:cubicBezTo>
                  <a:pt x="1515533" y="2899834"/>
                  <a:pt x="1684866" y="2815167"/>
                  <a:pt x="1854200" y="2730500"/>
                </a:cubicBezTo>
                <a:lnTo>
                  <a:pt x="127000" y="1905000"/>
                </a:lnTo>
                <a:cubicBezTo>
                  <a:pt x="50800" y="1828800"/>
                  <a:pt x="12700" y="1731434"/>
                  <a:pt x="12700" y="1612900"/>
                </a:cubicBezTo>
                <a:cubicBezTo>
                  <a:pt x="12700" y="1485900"/>
                  <a:pt x="50800" y="1380067"/>
                  <a:pt x="127000" y="1295400"/>
                </a:cubicBezTo>
                <a:cubicBezTo>
                  <a:pt x="203200" y="1210734"/>
                  <a:pt x="304800" y="1164167"/>
                  <a:pt x="431800" y="1155700"/>
                </a:cubicBezTo>
                <a:cubicBezTo>
                  <a:pt x="499533" y="1155700"/>
                  <a:pt x="575733" y="1181100"/>
                  <a:pt x="660400" y="1231900"/>
                </a:cubicBezTo>
                <a:cubicBezTo>
                  <a:pt x="745066" y="1282700"/>
                  <a:pt x="977900" y="1452034"/>
                  <a:pt x="1358900" y="1739900"/>
                </a:cubicBezTo>
                <a:lnTo>
                  <a:pt x="2095500" y="2273300"/>
                </a:lnTo>
                <a:close/>
                <a:moveTo>
                  <a:pt x="2819400" y="5905500"/>
                </a:moveTo>
              </a:path>
            </a:pathLst>
          </a:custGeom>
          <a:solidFill>
            <a:srgbClr val="1F2328">
              <a:alpha val="100000"/>
            </a:srgbClr>
          </a:solidFill>
          <a:ln w="2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4" name="Freeform 174"/>
          <p:cNvSpPr/>
          <p:nvPr/>
        </p:nvSpPr>
        <p:spPr>
          <a:xfrm>
            <a:off x="758367" y="6419871"/>
            <a:ext cx="51679" cy="59898"/>
          </a:xfrm>
          <a:custGeom>
            <a:avLst/>
            <a:gdLst/>
            <a:ahLst/>
            <a:cxnLst/>
            <a:rect l="0" t="0" r="0" b="0"/>
            <a:pathLst>
              <a:path w="4711700" h="5461000">
                <a:moveTo>
                  <a:pt x="2095500" y="2273300"/>
                </a:moveTo>
                <a:cubicBezTo>
                  <a:pt x="1985433" y="1138767"/>
                  <a:pt x="1930400" y="503767"/>
                  <a:pt x="1930400" y="368300"/>
                </a:cubicBezTo>
                <a:cubicBezTo>
                  <a:pt x="1930400" y="215900"/>
                  <a:pt x="2032000" y="97367"/>
                  <a:pt x="2235200" y="12700"/>
                </a:cubicBezTo>
                <a:cubicBezTo>
                  <a:pt x="2243666" y="12700"/>
                  <a:pt x="2264833" y="12700"/>
                  <a:pt x="2298700" y="12700"/>
                </a:cubicBezTo>
                <a:cubicBezTo>
                  <a:pt x="2332566" y="12700"/>
                  <a:pt x="2357966" y="8467"/>
                  <a:pt x="2374900" y="0"/>
                </a:cubicBezTo>
                <a:cubicBezTo>
                  <a:pt x="2476500" y="8467"/>
                  <a:pt x="2569633" y="46567"/>
                  <a:pt x="2654300" y="114300"/>
                </a:cubicBezTo>
                <a:cubicBezTo>
                  <a:pt x="2738966" y="182034"/>
                  <a:pt x="2781300" y="266700"/>
                  <a:pt x="2781300" y="368300"/>
                </a:cubicBezTo>
                <a:cubicBezTo>
                  <a:pt x="2781300" y="512234"/>
                  <a:pt x="2755900" y="850900"/>
                  <a:pt x="2705100" y="1384300"/>
                </a:cubicBezTo>
                <a:cubicBezTo>
                  <a:pt x="2654300" y="1917700"/>
                  <a:pt x="2624666" y="2214034"/>
                  <a:pt x="2616200" y="2273300"/>
                </a:cubicBezTo>
                <a:lnTo>
                  <a:pt x="3352800" y="1739900"/>
                </a:lnTo>
                <a:cubicBezTo>
                  <a:pt x="3826933" y="1392767"/>
                  <a:pt x="4085166" y="1206500"/>
                  <a:pt x="4127500" y="1181100"/>
                </a:cubicBezTo>
                <a:cubicBezTo>
                  <a:pt x="4169833" y="1155700"/>
                  <a:pt x="4212166" y="1143000"/>
                  <a:pt x="4254500" y="1143000"/>
                </a:cubicBezTo>
                <a:cubicBezTo>
                  <a:pt x="4364566" y="1143000"/>
                  <a:pt x="4466166" y="1185334"/>
                  <a:pt x="4559300" y="1270000"/>
                </a:cubicBezTo>
                <a:cubicBezTo>
                  <a:pt x="4652433" y="1354667"/>
                  <a:pt x="4703233" y="1468967"/>
                  <a:pt x="4711700" y="1612900"/>
                </a:cubicBezTo>
                <a:cubicBezTo>
                  <a:pt x="4711700" y="1722967"/>
                  <a:pt x="4669366" y="1820334"/>
                  <a:pt x="4584700" y="1905000"/>
                </a:cubicBezTo>
                <a:cubicBezTo>
                  <a:pt x="4542366" y="1930400"/>
                  <a:pt x="4254500" y="2070100"/>
                  <a:pt x="3721100" y="2324100"/>
                </a:cubicBezTo>
                <a:cubicBezTo>
                  <a:pt x="3187700" y="2578100"/>
                  <a:pt x="2899833" y="2713567"/>
                  <a:pt x="2857500" y="2730500"/>
                </a:cubicBezTo>
                <a:lnTo>
                  <a:pt x="3695700" y="3124200"/>
                </a:lnTo>
                <a:lnTo>
                  <a:pt x="4584700" y="3568700"/>
                </a:lnTo>
                <a:cubicBezTo>
                  <a:pt x="4660900" y="3644900"/>
                  <a:pt x="4699000" y="3742267"/>
                  <a:pt x="4699000" y="3860800"/>
                </a:cubicBezTo>
                <a:cubicBezTo>
                  <a:pt x="4699000" y="3987800"/>
                  <a:pt x="4660900" y="4093634"/>
                  <a:pt x="4584700" y="4178300"/>
                </a:cubicBezTo>
                <a:cubicBezTo>
                  <a:pt x="4508500" y="4262967"/>
                  <a:pt x="4406900" y="4309534"/>
                  <a:pt x="4279900" y="4318000"/>
                </a:cubicBezTo>
                <a:cubicBezTo>
                  <a:pt x="4212166" y="4318000"/>
                  <a:pt x="4135966" y="4292600"/>
                  <a:pt x="4051300" y="4241800"/>
                </a:cubicBezTo>
                <a:cubicBezTo>
                  <a:pt x="3966633" y="4191000"/>
                  <a:pt x="3733800" y="4021667"/>
                  <a:pt x="3352800" y="3733800"/>
                </a:cubicBezTo>
                <a:lnTo>
                  <a:pt x="2616200" y="3200400"/>
                </a:lnTo>
                <a:cubicBezTo>
                  <a:pt x="2726266" y="4334934"/>
                  <a:pt x="2781300" y="4969934"/>
                  <a:pt x="2781300" y="5105400"/>
                </a:cubicBezTo>
                <a:cubicBezTo>
                  <a:pt x="2781300" y="5190067"/>
                  <a:pt x="2751666" y="5270500"/>
                  <a:pt x="2692400" y="5346700"/>
                </a:cubicBezTo>
                <a:cubicBezTo>
                  <a:pt x="2633133" y="5422900"/>
                  <a:pt x="2523066" y="5461000"/>
                  <a:pt x="2362200" y="5461000"/>
                </a:cubicBezTo>
                <a:cubicBezTo>
                  <a:pt x="2201333" y="5461000"/>
                  <a:pt x="2091266" y="5422900"/>
                  <a:pt x="2032000" y="5346700"/>
                </a:cubicBezTo>
                <a:cubicBezTo>
                  <a:pt x="1972733" y="5270500"/>
                  <a:pt x="1938866" y="5190067"/>
                  <a:pt x="1930400" y="5105400"/>
                </a:cubicBezTo>
                <a:cubicBezTo>
                  <a:pt x="1930400" y="4961467"/>
                  <a:pt x="1955800" y="4622800"/>
                  <a:pt x="2006600" y="4089400"/>
                </a:cubicBezTo>
                <a:cubicBezTo>
                  <a:pt x="2057400" y="3556000"/>
                  <a:pt x="2087033" y="3259667"/>
                  <a:pt x="2095500" y="3200400"/>
                </a:cubicBezTo>
                <a:lnTo>
                  <a:pt x="1358900" y="3733800"/>
                </a:lnTo>
                <a:cubicBezTo>
                  <a:pt x="884766" y="4080934"/>
                  <a:pt x="626533" y="4267200"/>
                  <a:pt x="584200" y="4292600"/>
                </a:cubicBezTo>
                <a:cubicBezTo>
                  <a:pt x="550333" y="4318000"/>
                  <a:pt x="508000" y="4330700"/>
                  <a:pt x="457200" y="4330700"/>
                </a:cubicBezTo>
                <a:cubicBezTo>
                  <a:pt x="347133" y="4330700"/>
                  <a:pt x="245533" y="4288367"/>
                  <a:pt x="152400" y="4203700"/>
                </a:cubicBezTo>
                <a:cubicBezTo>
                  <a:pt x="59266" y="4119034"/>
                  <a:pt x="8466" y="4004734"/>
                  <a:pt x="0" y="3860800"/>
                </a:cubicBezTo>
                <a:cubicBezTo>
                  <a:pt x="0" y="3818467"/>
                  <a:pt x="0" y="3784600"/>
                  <a:pt x="0" y="3759200"/>
                </a:cubicBezTo>
                <a:cubicBezTo>
                  <a:pt x="0" y="3733800"/>
                  <a:pt x="12700" y="3708400"/>
                  <a:pt x="38100" y="3683000"/>
                </a:cubicBezTo>
                <a:cubicBezTo>
                  <a:pt x="63500" y="3657600"/>
                  <a:pt x="84666" y="3632200"/>
                  <a:pt x="101600" y="3606800"/>
                </a:cubicBezTo>
                <a:cubicBezTo>
                  <a:pt x="118533" y="3581400"/>
                  <a:pt x="156633" y="3551767"/>
                  <a:pt x="215900" y="3517900"/>
                </a:cubicBezTo>
                <a:cubicBezTo>
                  <a:pt x="275166" y="3484034"/>
                  <a:pt x="330200" y="3454400"/>
                  <a:pt x="381000" y="3429000"/>
                </a:cubicBezTo>
                <a:cubicBezTo>
                  <a:pt x="431800" y="3403600"/>
                  <a:pt x="512233" y="3365500"/>
                  <a:pt x="622300" y="3314700"/>
                </a:cubicBezTo>
                <a:cubicBezTo>
                  <a:pt x="732366" y="3263900"/>
                  <a:pt x="838200" y="3217334"/>
                  <a:pt x="939800" y="3175000"/>
                </a:cubicBezTo>
                <a:cubicBezTo>
                  <a:pt x="1041400" y="3132667"/>
                  <a:pt x="1176866" y="3069167"/>
                  <a:pt x="1346200" y="2984500"/>
                </a:cubicBezTo>
                <a:cubicBezTo>
                  <a:pt x="1515533" y="2899834"/>
                  <a:pt x="1684866" y="2815167"/>
                  <a:pt x="1854200" y="2730500"/>
                </a:cubicBezTo>
                <a:lnTo>
                  <a:pt x="127000" y="1905000"/>
                </a:lnTo>
                <a:cubicBezTo>
                  <a:pt x="50800" y="1828800"/>
                  <a:pt x="12700" y="1731434"/>
                  <a:pt x="12700" y="1612900"/>
                </a:cubicBezTo>
                <a:cubicBezTo>
                  <a:pt x="12700" y="1485900"/>
                  <a:pt x="50800" y="1380067"/>
                  <a:pt x="127000" y="1295400"/>
                </a:cubicBezTo>
                <a:cubicBezTo>
                  <a:pt x="203200" y="1210734"/>
                  <a:pt x="304800" y="1164167"/>
                  <a:pt x="431800" y="1155700"/>
                </a:cubicBezTo>
                <a:cubicBezTo>
                  <a:pt x="499533" y="1155700"/>
                  <a:pt x="575733" y="1181100"/>
                  <a:pt x="660400" y="1231900"/>
                </a:cubicBezTo>
                <a:cubicBezTo>
                  <a:pt x="745066" y="1282700"/>
                  <a:pt x="977900" y="1452034"/>
                  <a:pt x="1358900" y="1739900"/>
                </a:cubicBezTo>
                <a:lnTo>
                  <a:pt x="2095500" y="2273300"/>
                </a:lnTo>
                <a:close/>
                <a:moveTo>
                  <a:pt x="2819400" y="5905500"/>
                </a:moveTo>
              </a:path>
            </a:pathLst>
          </a:custGeom>
          <a:solidFill>
            <a:srgbClr val="1F2328">
              <a:alpha val="100000"/>
            </a:srgbClr>
          </a:solidFill>
          <a:ln w="139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5" name="Freeform 175"/>
          <p:cNvSpPr/>
          <p:nvPr/>
        </p:nvSpPr>
        <p:spPr>
          <a:xfrm flipV="1">
            <a:off x="4438649" y="6391275"/>
            <a:ext cx="1133475" cy="219074"/>
          </a:xfrm>
          <a:custGeom>
            <a:avLst/>
            <a:gdLst/>
            <a:ahLst/>
            <a:cxnLst/>
            <a:rect l="0" t="0" r="0" b="0"/>
            <a:pathLst>
              <a:path w="1511301" h="292100">
                <a:moveTo>
                  <a:pt x="1" y="76200"/>
                </a:moveTo>
                <a:lnTo>
                  <a:pt x="1" y="215900"/>
                </a:lnTo>
                <a:cubicBezTo>
                  <a:pt x="0" y="220904"/>
                  <a:pt x="488" y="225860"/>
                  <a:pt x="1464" y="230767"/>
                </a:cubicBezTo>
                <a:cubicBezTo>
                  <a:pt x="2440" y="235674"/>
                  <a:pt x="3886" y="240439"/>
                  <a:pt x="5800" y="245062"/>
                </a:cubicBezTo>
                <a:cubicBezTo>
                  <a:pt x="7715" y="249684"/>
                  <a:pt x="10062" y="254076"/>
                  <a:pt x="12842" y="258236"/>
                </a:cubicBezTo>
                <a:cubicBezTo>
                  <a:pt x="15622" y="262396"/>
                  <a:pt x="18780" y="266245"/>
                  <a:pt x="22318" y="269782"/>
                </a:cubicBezTo>
                <a:cubicBezTo>
                  <a:pt x="25856" y="273320"/>
                  <a:pt x="29705" y="276479"/>
                  <a:pt x="33865" y="279259"/>
                </a:cubicBezTo>
                <a:cubicBezTo>
                  <a:pt x="38025" y="282039"/>
                  <a:pt x="42417" y="284386"/>
                  <a:pt x="47039" y="286301"/>
                </a:cubicBezTo>
                <a:cubicBezTo>
                  <a:pt x="51662" y="288215"/>
                  <a:pt x="56427" y="289661"/>
                  <a:pt x="61334" y="290637"/>
                </a:cubicBezTo>
                <a:cubicBezTo>
                  <a:pt x="66242" y="291613"/>
                  <a:pt x="71197" y="292100"/>
                  <a:pt x="76201" y="292100"/>
                </a:cubicBezTo>
                <a:lnTo>
                  <a:pt x="1435101" y="292100"/>
                </a:lnTo>
                <a:cubicBezTo>
                  <a:pt x="1440103" y="292100"/>
                  <a:pt x="1445058" y="291613"/>
                  <a:pt x="1449965" y="290637"/>
                </a:cubicBezTo>
                <a:cubicBezTo>
                  <a:pt x="1454873" y="289661"/>
                  <a:pt x="1459638" y="288215"/>
                  <a:pt x="1464260" y="286301"/>
                </a:cubicBezTo>
                <a:cubicBezTo>
                  <a:pt x="1468882" y="284386"/>
                  <a:pt x="1473273" y="282039"/>
                  <a:pt x="1477434" y="279259"/>
                </a:cubicBezTo>
                <a:cubicBezTo>
                  <a:pt x="1481594" y="276479"/>
                  <a:pt x="1485443" y="273320"/>
                  <a:pt x="1488982" y="269782"/>
                </a:cubicBezTo>
                <a:cubicBezTo>
                  <a:pt x="1492519" y="266245"/>
                  <a:pt x="1495678" y="262396"/>
                  <a:pt x="1498458" y="258236"/>
                </a:cubicBezTo>
                <a:cubicBezTo>
                  <a:pt x="1501238" y="254076"/>
                  <a:pt x="1503585" y="249684"/>
                  <a:pt x="1505499" y="245062"/>
                </a:cubicBezTo>
                <a:cubicBezTo>
                  <a:pt x="1507414" y="240439"/>
                  <a:pt x="1508860" y="235674"/>
                  <a:pt x="1509836" y="230767"/>
                </a:cubicBezTo>
                <a:cubicBezTo>
                  <a:pt x="1510812" y="225860"/>
                  <a:pt x="1511300" y="220904"/>
                  <a:pt x="1511301" y="215900"/>
                </a:cubicBezTo>
                <a:lnTo>
                  <a:pt x="1511301" y="76200"/>
                </a:lnTo>
                <a:cubicBezTo>
                  <a:pt x="1511300" y="71198"/>
                  <a:pt x="1510812" y="66243"/>
                  <a:pt x="1509836" y="61336"/>
                </a:cubicBezTo>
                <a:cubicBezTo>
                  <a:pt x="1508860" y="56429"/>
                  <a:pt x="1507414" y="51664"/>
                  <a:pt x="1505499" y="47042"/>
                </a:cubicBezTo>
                <a:cubicBezTo>
                  <a:pt x="1503585" y="42420"/>
                  <a:pt x="1501238" y="38028"/>
                  <a:pt x="1498458" y="33868"/>
                </a:cubicBezTo>
                <a:cubicBezTo>
                  <a:pt x="1495678" y="29707"/>
                  <a:pt x="1492519" y="25858"/>
                  <a:pt x="1488982" y="22320"/>
                </a:cubicBezTo>
                <a:cubicBezTo>
                  <a:pt x="1485443" y="18783"/>
                  <a:pt x="1481594" y="15624"/>
                  <a:pt x="1477434" y="12844"/>
                </a:cubicBezTo>
                <a:cubicBezTo>
                  <a:pt x="1473273" y="10063"/>
                  <a:pt x="1468882" y="7716"/>
                  <a:pt x="1464260" y="5802"/>
                </a:cubicBezTo>
                <a:cubicBezTo>
                  <a:pt x="1459638" y="3887"/>
                  <a:pt x="1454873" y="2441"/>
                  <a:pt x="1449965" y="1466"/>
                </a:cubicBezTo>
                <a:cubicBezTo>
                  <a:pt x="1445058" y="490"/>
                  <a:pt x="1440103" y="1"/>
                  <a:pt x="1435101" y="0"/>
                </a:cubicBezTo>
                <a:lnTo>
                  <a:pt x="76201" y="0"/>
                </a:lnTo>
                <a:cubicBezTo>
                  <a:pt x="71197" y="1"/>
                  <a:pt x="66242" y="490"/>
                  <a:pt x="61334" y="1466"/>
                </a:cubicBezTo>
                <a:cubicBezTo>
                  <a:pt x="56427" y="2441"/>
                  <a:pt x="51662" y="3887"/>
                  <a:pt x="47039" y="5802"/>
                </a:cubicBezTo>
                <a:cubicBezTo>
                  <a:pt x="42417" y="7716"/>
                  <a:pt x="38025" y="10063"/>
                  <a:pt x="33865" y="12844"/>
                </a:cubicBezTo>
                <a:cubicBezTo>
                  <a:pt x="29705" y="15624"/>
                  <a:pt x="25856" y="18783"/>
                  <a:pt x="22318" y="22320"/>
                </a:cubicBezTo>
                <a:cubicBezTo>
                  <a:pt x="18780" y="25858"/>
                  <a:pt x="15622" y="29707"/>
                  <a:pt x="12842" y="33868"/>
                </a:cubicBezTo>
                <a:cubicBezTo>
                  <a:pt x="10062" y="38028"/>
                  <a:pt x="7715" y="42420"/>
                  <a:pt x="5800" y="47042"/>
                </a:cubicBezTo>
                <a:cubicBezTo>
                  <a:pt x="3886" y="51664"/>
                  <a:pt x="2440" y="56429"/>
                  <a:pt x="1464" y="61336"/>
                </a:cubicBezTo>
                <a:cubicBezTo>
                  <a:pt x="488" y="66243"/>
                  <a:pt x="0" y="71198"/>
                  <a:pt x="1" y="76200"/>
                </a:cubicBezTo>
                <a:close/>
                <a:moveTo>
                  <a:pt x="2819401" y="8813800"/>
                </a:moveTo>
              </a:path>
            </a:pathLst>
          </a:custGeom>
          <a:solidFill>
            <a:srgbClr val="AFB8C1">
              <a:alpha val="2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6" name="Freeform 176"/>
          <p:cNvSpPr/>
          <p:nvPr/>
        </p:nvSpPr>
        <p:spPr>
          <a:xfrm flipV="1">
            <a:off x="10239374" y="6391275"/>
            <a:ext cx="1133474" cy="219074"/>
          </a:xfrm>
          <a:custGeom>
            <a:avLst/>
            <a:gdLst/>
            <a:ahLst/>
            <a:cxnLst/>
            <a:rect l="0" t="0" r="0" b="0"/>
            <a:pathLst>
              <a:path w="1511300" h="292100">
                <a:moveTo>
                  <a:pt x="0" y="76200"/>
                </a:moveTo>
                <a:lnTo>
                  <a:pt x="0" y="215900"/>
                </a:lnTo>
                <a:cubicBezTo>
                  <a:pt x="0" y="220904"/>
                  <a:pt x="486" y="225860"/>
                  <a:pt x="1461" y="230767"/>
                </a:cubicBezTo>
                <a:cubicBezTo>
                  <a:pt x="2438" y="235674"/>
                  <a:pt x="3883" y="240439"/>
                  <a:pt x="5798" y="245062"/>
                </a:cubicBezTo>
                <a:cubicBezTo>
                  <a:pt x="7712" y="249684"/>
                  <a:pt x="10061" y="254076"/>
                  <a:pt x="12841" y="258236"/>
                </a:cubicBezTo>
                <a:cubicBezTo>
                  <a:pt x="15620" y="262396"/>
                  <a:pt x="18778" y="266245"/>
                  <a:pt x="22318" y="269782"/>
                </a:cubicBezTo>
                <a:cubicBezTo>
                  <a:pt x="25855" y="273320"/>
                  <a:pt x="29705" y="276479"/>
                  <a:pt x="33864" y="279259"/>
                </a:cubicBezTo>
                <a:cubicBezTo>
                  <a:pt x="38024" y="282039"/>
                  <a:pt x="42416" y="284386"/>
                  <a:pt x="47038" y="286301"/>
                </a:cubicBezTo>
                <a:cubicBezTo>
                  <a:pt x="51661" y="288215"/>
                  <a:pt x="56426" y="289661"/>
                  <a:pt x="61332" y="290637"/>
                </a:cubicBezTo>
                <a:cubicBezTo>
                  <a:pt x="66240" y="291613"/>
                  <a:pt x="71197" y="292100"/>
                  <a:pt x="76200" y="292100"/>
                </a:cubicBezTo>
                <a:lnTo>
                  <a:pt x="1435100" y="292100"/>
                </a:lnTo>
                <a:cubicBezTo>
                  <a:pt x="1440102" y="292100"/>
                  <a:pt x="1445057" y="291613"/>
                  <a:pt x="1449964" y="290637"/>
                </a:cubicBezTo>
                <a:cubicBezTo>
                  <a:pt x="1454870" y="289661"/>
                  <a:pt x="1459634" y="288215"/>
                  <a:pt x="1464257" y="286301"/>
                </a:cubicBezTo>
                <a:cubicBezTo>
                  <a:pt x="1468880" y="284386"/>
                  <a:pt x="1473272" y="282039"/>
                  <a:pt x="1477432" y="279259"/>
                </a:cubicBezTo>
                <a:cubicBezTo>
                  <a:pt x="1481593" y="276479"/>
                  <a:pt x="1485442" y="273320"/>
                  <a:pt x="1488980" y="269782"/>
                </a:cubicBezTo>
                <a:cubicBezTo>
                  <a:pt x="1492516" y="266245"/>
                  <a:pt x="1495674" y="262396"/>
                  <a:pt x="1498454" y="258236"/>
                </a:cubicBezTo>
                <a:cubicBezTo>
                  <a:pt x="1501233" y="254076"/>
                  <a:pt x="1503582" y="249684"/>
                  <a:pt x="1505497" y="245062"/>
                </a:cubicBezTo>
                <a:cubicBezTo>
                  <a:pt x="1507411" y="240439"/>
                  <a:pt x="1508858" y="235674"/>
                  <a:pt x="1509834" y="230767"/>
                </a:cubicBezTo>
                <a:cubicBezTo>
                  <a:pt x="1510811" y="225860"/>
                  <a:pt x="1511300" y="220904"/>
                  <a:pt x="1511300" y="215900"/>
                </a:cubicBezTo>
                <a:lnTo>
                  <a:pt x="1511300" y="76200"/>
                </a:lnTo>
                <a:cubicBezTo>
                  <a:pt x="1511300" y="71198"/>
                  <a:pt x="1510811" y="66243"/>
                  <a:pt x="1509834" y="61336"/>
                </a:cubicBezTo>
                <a:cubicBezTo>
                  <a:pt x="1508858" y="56429"/>
                  <a:pt x="1507411" y="51664"/>
                  <a:pt x="1505497" y="47042"/>
                </a:cubicBezTo>
                <a:cubicBezTo>
                  <a:pt x="1503582" y="42420"/>
                  <a:pt x="1501235" y="38028"/>
                  <a:pt x="1498455" y="33868"/>
                </a:cubicBezTo>
                <a:cubicBezTo>
                  <a:pt x="1495676" y="29707"/>
                  <a:pt x="1492516" y="25858"/>
                  <a:pt x="1488980" y="22320"/>
                </a:cubicBezTo>
                <a:cubicBezTo>
                  <a:pt x="1485442" y="18783"/>
                  <a:pt x="1481593" y="15624"/>
                  <a:pt x="1477432" y="12844"/>
                </a:cubicBezTo>
                <a:cubicBezTo>
                  <a:pt x="1473272" y="10063"/>
                  <a:pt x="1468880" y="7716"/>
                  <a:pt x="1464257" y="5802"/>
                </a:cubicBezTo>
                <a:cubicBezTo>
                  <a:pt x="1459634" y="3887"/>
                  <a:pt x="1454870" y="2441"/>
                  <a:pt x="1449964" y="1466"/>
                </a:cubicBezTo>
                <a:cubicBezTo>
                  <a:pt x="1445057" y="490"/>
                  <a:pt x="1440102" y="1"/>
                  <a:pt x="1435100" y="0"/>
                </a:cubicBezTo>
                <a:lnTo>
                  <a:pt x="76200" y="0"/>
                </a:lnTo>
                <a:cubicBezTo>
                  <a:pt x="71197" y="1"/>
                  <a:pt x="66240" y="490"/>
                  <a:pt x="61332" y="1466"/>
                </a:cubicBezTo>
                <a:cubicBezTo>
                  <a:pt x="56426" y="2441"/>
                  <a:pt x="51661" y="3887"/>
                  <a:pt x="47038" y="5802"/>
                </a:cubicBezTo>
                <a:cubicBezTo>
                  <a:pt x="42416" y="7716"/>
                  <a:pt x="38024" y="10063"/>
                  <a:pt x="33864" y="12844"/>
                </a:cubicBezTo>
                <a:cubicBezTo>
                  <a:pt x="29705" y="15624"/>
                  <a:pt x="25855" y="18783"/>
                  <a:pt x="22318" y="22320"/>
                </a:cubicBezTo>
                <a:cubicBezTo>
                  <a:pt x="18778" y="25858"/>
                  <a:pt x="15620" y="29707"/>
                  <a:pt x="12841" y="33868"/>
                </a:cubicBezTo>
                <a:cubicBezTo>
                  <a:pt x="10061" y="38028"/>
                  <a:pt x="7712" y="42420"/>
                  <a:pt x="5798" y="47042"/>
                </a:cubicBezTo>
                <a:cubicBezTo>
                  <a:pt x="3883" y="51664"/>
                  <a:pt x="2438" y="56429"/>
                  <a:pt x="1461" y="61336"/>
                </a:cubicBezTo>
                <a:cubicBezTo>
                  <a:pt x="486" y="66243"/>
                  <a:pt x="0" y="71198"/>
                  <a:pt x="0" y="76200"/>
                </a:cubicBezTo>
                <a:close/>
                <a:moveTo>
                  <a:pt x="-4914900" y="8813800"/>
                </a:moveTo>
              </a:path>
            </a:pathLst>
          </a:custGeom>
          <a:solidFill>
            <a:srgbClr val="AFB8C1">
              <a:alpha val="2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7" name="Rectangle 177"/>
          <p:cNvSpPr/>
          <p:nvPr/>
        </p:nvSpPr>
        <p:spPr>
          <a:xfrm>
            <a:off x="747712" y="750548"/>
            <a:ext cx="6035483" cy="52784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Assumin</a:t>
            </a:r>
            <a:r>
              <a:rPr lang="en-GB" sz="3479" b="1" i="0" spc="749" baseline="0" dirty="0">
                <a:solidFill>
                  <a:srgbClr val="224466"/>
                </a:solidFill>
                <a:latin typeface="Arial"/>
              </a:rPr>
              <a:t>g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onl</a:t>
            </a:r>
            <a:r>
              <a:rPr lang="en-GB" sz="3479" b="1" i="0" spc="750" baseline="0" dirty="0">
                <a:solidFill>
                  <a:srgbClr val="224466"/>
                </a:solidFill>
                <a:latin typeface="Arial"/>
              </a:rPr>
              <a:t>y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fre</a:t>
            </a:r>
            <a:r>
              <a:rPr lang="en-GB" sz="3479" b="1" i="0" spc="749" baseline="0" dirty="0">
                <a:solidFill>
                  <a:srgbClr val="224466"/>
                </a:solidFill>
                <a:latin typeface="Arial"/>
              </a:rPr>
              <a:t>e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tie</a:t>
            </a:r>
            <a:r>
              <a:rPr lang="en-GB" sz="3479" b="1" i="0" spc="750" baseline="0" dirty="0">
                <a:solidFill>
                  <a:srgbClr val="224466"/>
                </a:solidFill>
                <a:latin typeface="Arial"/>
              </a:rPr>
              <a:t>r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access</a:t>
            </a:r>
          </a:p>
        </p:txBody>
      </p:sp>
      <p:sp>
        <p:nvSpPr>
          <p:cNvPr id="178" name="Rectangle 178"/>
          <p:cNvSpPr/>
          <p:nvPr/>
        </p:nvSpPr>
        <p:spPr>
          <a:xfrm>
            <a:off x="747712" y="4623183"/>
            <a:ext cx="10365585" cy="131098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Othe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LLM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ar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available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: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Meta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DeepSeek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Gro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k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(X)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Perplexit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(multipl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models)</a:t>
            </a:r>
          </a:p>
          <a:p>
            <a:pPr marL="0">
              <a:lnSpc>
                <a:spcPts val="4424"/>
              </a:lnSpc>
            </a:pP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You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universit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Offic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36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5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accoun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provide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fre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tie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acces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Copilot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wit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h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th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added</a:t>
            </a:r>
          </a:p>
          <a:p>
            <a:pPr marL="0">
              <a:lnSpc>
                <a:spcPts val="3300"/>
              </a:lnSpc>
            </a:pP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protectio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f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a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enterpris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privac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polic</a:t>
            </a:r>
            <a:r>
              <a:rPr lang="en-GB" sz="2174" b="0" i="1" spc="1672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fo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UH.</a:t>
            </a:r>
          </a:p>
        </p:txBody>
      </p:sp>
      <p:sp>
        <p:nvSpPr>
          <p:cNvPr id="179" name="Rectangle 179"/>
          <p:cNvSpPr/>
          <p:nvPr/>
        </p:nvSpPr>
        <p:spPr>
          <a:xfrm>
            <a:off x="831800" y="6395315"/>
            <a:ext cx="11099714" cy="19794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I</a:t>
            </a:r>
            <a:r>
              <a:rPr lang="en-GB" sz="1304" b="0" i="0" spc="299" baseline="0" dirty="0">
                <a:solidFill>
                  <a:srgbClr val="1F2328"/>
                </a:solidFill>
                <a:latin typeface="Arial"/>
              </a:rPr>
              <a:t>f</a:t>
            </a:r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yo</a:t>
            </a:r>
            <a:r>
              <a:rPr lang="en-GB" sz="1304" b="0" i="0" spc="299" baseline="0" dirty="0">
                <a:solidFill>
                  <a:srgbClr val="1F2328"/>
                </a:solidFill>
                <a:latin typeface="Arial"/>
              </a:rPr>
              <a:t>u</a:t>
            </a:r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ar</a:t>
            </a:r>
            <a:r>
              <a:rPr lang="en-GB" sz="1304" b="0" i="0" spc="300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signe</a:t>
            </a:r>
            <a:r>
              <a:rPr lang="en-GB" sz="1304" b="0" i="0" spc="300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int</a:t>
            </a:r>
            <a:r>
              <a:rPr lang="en-GB" sz="1304" b="0" i="0" spc="300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multipl</a:t>
            </a:r>
            <a:r>
              <a:rPr lang="en-GB" sz="1304" b="0" i="0" spc="300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Microsof</a:t>
            </a:r>
            <a:r>
              <a:rPr lang="en-GB" sz="1304" b="0" i="0" spc="300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profile</a:t>
            </a:r>
            <a:r>
              <a:rPr lang="en-GB" sz="1304" b="0" i="0" spc="299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1304" b="0" i="0" spc="411" baseline="0" dirty="0">
                <a:solidFill>
                  <a:srgbClr val="1F2328"/>
                </a:solidFill>
                <a:latin typeface="Arial"/>
              </a:rPr>
              <a:t>(</a:t>
            </a:r>
            <a:r>
              <a:rPr lang="en-GB" sz="1109" b="0" i="0" spc="0" baseline="0" dirty="0">
                <a:solidFill>
                  <a:srgbClr val="1F2328"/>
                </a:solidFill>
                <a:latin typeface="Menlo"/>
              </a:rPr>
              <a:t>@outlook.co</a:t>
            </a:r>
            <a:r>
              <a:rPr lang="en-GB" sz="1109" b="0" i="0" spc="776" baseline="0" dirty="0">
                <a:solidFill>
                  <a:srgbClr val="1F2328"/>
                </a:solidFill>
                <a:latin typeface="Menlo"/>
              </a:rPr>
              <a:t>m</a:t>
            </a:r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persona</a:t>
            </a:r>
            <a:r>
              <a:rPr lang="en-GB" sz="1304" b="0" i="0" spc="299" baseline="0" dirty="0">
                <a:solidFill>
                  <a:srgbClr val="1F2328"/>
                </a:solidFill>
                <a:latin typeface="Arial"/>
              </a:rPr>
              <a:t>l</a:t>
            </a:r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email)</a:t>
            </a:r>
            <a:r>
              <a:rPr lang="en-GB" sz="1304" b="0" i="0" spc="2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thi</a:t>
            </a:r>
            <a:r>
              <a:rPr lang="en-GB" sz="1304" b="0" i="0" spc="299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specia</a:t>
            </a:r>
            <a:r>
              <a:rPr lang="en-GB" sz="1304" b="0" i="0" spc="299" baseline="0" dirty="0">
                <a:solidFill>
                  <a:srgbClr val="1F2328"/>
                </a:solidFill>
                <a:latin typeface="Arial"/>
              </a:rPr>
              <a:t>l</a:t>
            </a:r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privac</a:t>
            </a:r>
            <a:r>
              <a:rPr lang="en-GB" sz="1304" b="0" i="0" spc="299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polic</a:t>
            </a:r>
            <a:r>
              <a:rPr lang="en-GB" sz="1304" b="0" i="0" spc="299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onl</a:t>
            </a:r>
            <a:r>
              <a:rPr lang="en-GB" sz="1304" b="0" i="0" spc="299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applie</a:t>
            </a:r>
            <a:r>
              <a:rPr lang="en-GB" sz="1304" b="0" i="0" spc="299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1304" b="0" i="0" spc="300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you</a:t>
            </a:r>
            <a:r>
              <a:rPr lang="en-GB" sz="1304" b="0" i="0" spc="743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1109" b="0" i="0" spc="0" baseline="0" dirty="0">
                <a:solidFill>
                  <a:srgbClr val="1F2328"/>
                </a:solidFill>
                <a:latin typeface="Menlo"/>
              </a:rPr>
              <a:t>@herts.ac.u</a:t>
            </a:r>
            <a:r>
              <a:rPr lang="en-GB" sz="1109" b="0" i="0" spc="776" baseline="0" dirty="0">
                <a:solidFill>
                  <a:srgbClr val="1F2328"/>
                </a:solidFill>
                <a:latin typeface="Menlo"/>
              </a:rPr>
              <a:t>k</a:t>
            </a:r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profile.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Freeform 180"/>
          <p:cNvSpPr/>
          <p:nvPr/>
        </p:nvSpPr>
        <p:spPr>
          <a:xfrm flipV="1">
            <a:off x="0" y="-2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1" name="Freeform 181"/>
          <p:cNvSpPr/>
          <p:nvPr/>
        </p:nvSpPr>
        <p:spPr>
          <a:xfrm flipV="1">
            <a:off x="0" y="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2" name="Freeform 182"/>
          <p:cNvSpPr/>
          <p:nvPr/>
        </p:nvSpPr>
        <p:spPr>
          <a:xfrm flipV="1">
            <a:off x="1066799" y="1866900"/>
            <a:ext cx="85725" cy="85724"/>
          </a:xfrm>
          <a:custGeom>
            <a:avLst/>
            <a:gdLst/>
            <a:ahLst/>
            <a:cxnLst/>
            <a:rect l="0" t="0" r="0" b="0"/>
            <a:pathLst>
              <a:path w="114301" h="114300">
                <a:moveTo>
                  <a:pt x="114301" y="57150"/>
                </a:moveTo>
                <a:cubicBezTo>
                  <a:pt x="114300" y="49572"/>
                  <a:pt x="112850" y="42282"/>
                  <a:pt x="109950" y="35281"/>
                </a:cubicBezTo>
                <a:cubicBezTo>
                  <a:pt x="107050" y="28279"/>
                  <a:pt x="102920" y="22098"/>
                  <a:pt x="97562" y="16739"/>
                </a:cubicBezTo>
                <a:cubicBezTo>
                  <a:pt x="92203" y="11381"/>
                  <a:pt x="86022" y="7251"/>
                  <a:pt x="79021" y="4351"/>
                </a:cubicBezTo>
                <a:cubicBezTo>
                  <a:pt x="72019" y="1451"/>
                  <a:pt x="64729" y="0"/>
                  <a:pt x="57151" y="0"/>
                </a:cubicBezTo>
                <a:cubicBezTo>
                  <a:pt x="49572" y="0"/>
                  <a:pt x="42282" y="1451"/>
                  <a:pt x="35280" y="4351"/>
                </a:cubicBezTo>
                <a:cubicBezTo>
                  <a:pt x="28278" y="7251"/>
                  <a:pt x="22098" y="11381"/>
                  <a:pt x="16739" y="16739"/>
                </a:cubicBezTo>
                <a:cubicBezTo>
                  <a:pt x="11380" y="22098"/>
                  <a:pt x="7251" y="28279"/>
                  <a:pt x="4351" y="35281"/>
                </a:cubicBezTo>
                <a:cubicBezTo>
                  <a:pt x="1450" y="42282"/>
                  <a:pt x="0" y="49572"/>
                  <a:pt x="1" y="57150"/>
                </a:cubicBezTo>
                <a:cubicBezTo>
                  <a:pt x="0" y="64729"/>
                  <a:pt x="1450" y="72019"/>
                  <a:pt x="4351" y="79021"/>
                </a:cubicBezTo>
                <a:cubicBezTo>
                  <a:pt x="7251" y="86023"/>
                  <a:pt x="11380" y="92203"/>
                  <a:pt x="16739" y="97562"/>
                </a:cubicBezTo>
                <a:cubicBezTo>
                  <a:pt x="22098" y="102921"/>
                  <a:pt x="28278" y="107050"/>
                  <a:pt x="35280" y="109950"/>
                </a:cubicBezTo>
                <a:cubicBezTo>
                  <a:pt x="42282" y="112850"/>
                  <a:pt x="49572" y="114300"/>
                  <a:pt x="57151" y="114300"/>
                </a:cubicBezTo>
                <a:cubicBezTo>
                  <a:pt x="64729" y="114300"/>
                  <a:pt x="72019" y="112851"/>
                  <a:pt x="79021" y="109951"/>
                </a:cubicBezTo>
                <a:cubicBezTo>
                  <a:pt x="86022" y="107050"/>
                  <a:pt x="92203" y="102921"/>
                  <a:pt x="97562" y="97562"/>
                </a:cubicBezTo>
                <a:cubicBezTo>
                  <a:pt x="102920" y="92203"/>
                  <a:pt x="107050" y="86023"/>
                  <a:pt x="109950" y="79021"/>
                </a:cubicBezTo>
                <a:cubicBezTo>
                  <a:pt x="112850" y="72019"/>
                  <a:pt x="114300" y="64729"/>
                  <a:pt x="114301" y="57150"/>
                </a:cubicBezTo>
                <a:close/>
                <a:moveTo>
                  <a:pt x="1123951" y="2603500"/>
                </a:moveTo>
              </a:path>
            </a:pathLst>
          </a:custGeom>
          <a:solidFill>
            <a:srgbClr val="1F2328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3" name="Freeform 183"/>
          <p:cNvSpPr/>
          <p:nvPr/>
        </p:nvSpPr>
        <p:spPr>
          <a:xfrm flipV="1">
            <a:off x="1066799" y="2352675"/>
            <a:ext cx="85725" cy="85724"/>
          </a:xfrm>
          <a:custGeom>
            <a:avLst/>
            <a:gdLst/>
            <a:ahLst/>
            <a:cxnLst/>
            <a:rect l="0" t="0" r="0" b="0"/>
            <a:pathLst>
              <a:path w="114301" h="114300">
                <a:moveTo>
                  <a:pt x="114301" y="57150"/>
                </a:moveTo>
                <a:cubicBezTo>
                  <a:pt x="114300" y="49572"/>
                  <a:pt x="112850" y="42282"/>
                  <a:pt x="109950" y="35281"/>
                </a:cubicBezTo>
                <a:cubicBezTo>
                  <a:pt x="107050" y="28279"/>
                  <a:pt x="102920" y="22098"/>
                  <a:pt x="97562" y="16739"/>
                </a:cubicBezTo>
                <a:cubicBezTo>
                  <a:pt x="92203" y="11381"/>
                  <a:pt x="86022" y="7251"/>
                  <a:pt x="79021" y="4351"/>
                </a:cubicBezTo>
                <a:cubicBezTo>
                  <a:pt x="72019" y="1451"/>
                  <a:pt x="64729" y="1"/>
                  <a:pt x="57151" y="0"/>
                </a:cubicBezTo>
                <a:cubicBezTo>
                  <a:pt x="49572" y="1"/>
                  <a:pt x="42282" y="1451"/>
                  <a:pt x="35280" y="4351"/>
                </a:cubicBezTo>
                <a:cubicBezTo>
                  <a:pt x="28278" y="7251"/>
                  <a:pt x="22098" y="11381"/>
                  <a:pt x="16739" y="16739"/>
                </a:cubicBezTo>
                <a:cubicBezTo>
                  <a:pt x="11380" y="22098"/>
                  <a:pt x="7251" y="28279"/>
                  <a:pt x="4351" y="35281"/>
                </a:cubicBezTo>
                <a:cubicBezTo>
                  <a:pt x="1450" y="42282"/>
                  <a:pt x="0" y="49572"/>
                  <a:pt x="1" y="57150"/>
                </a:cubicBezTo>
                <a:cubicBezTo>
                  <a:pt x="0" y="64729"/>
                  <a:pt x="1450" y="72020"/>
                  <a:pt x="4351" y="79021"/>
                </a:cubicBezTo>
                <a:cubicBezTo>
                  <a:pt x="7251" y="86023"/>
                  <a:pt x="11380" y="92203"/>
                  <a:pt x="16739" y="97562"/>
                </a:cubicBezTo>
                <a:cubicBezTo>
                  <a:pt x="22098" y="102921"/>
                  <a:pt x="28278" y="107051"/>
                  <a:pt x="35280" y="109951"/>
                </a:cubicBezTo>
                <a:cubicBezTo>
                  <a:pt x="42282" y="112851"/>
                  <a:pt x="49572" y="114300"/>
                  <a:pt x="57151" y="114300"/>
                </a:cubicBezTo>
                <a:cubicBezTo>
                  <a:pt x="64729" y="114300"/>
                  <a:pt x="72019" y="112851"/>
                  <a:pt x="79021" y="109951"/>
                </a:cubicBezTo>
                <a:cubicBezTo>
                  <a:pt x="86022" y="107051"/>
                  <a:pt x="92203" y="102921"/>
                  <a:pt x="97562" y="97562"/>
                </a:cubicBezTo>
                <a:cubicBezTo>
                  <a:pt x="102920" y="92203"/>
                  <a:pt x="107050" y="86023"/>
                  <a:pt x="109950" y="79021"/>
                </a:cubicBezTo>
                <a:cubicBezTo>
                  <a:pt x="112850" y="72020"/>
                  <a:pt x="114300" y="64729"/>
                  <a:pt x="114301" y="57150"/>
                </a:cubicBezTo>
                <a:close/>
                <a:moveTo>
                  <a:pt x="1771651" y="3251200"/>
                </a:moveTo>
              </a:path>
            </a:pathLst>
          </a:custGeom>
          <a:solidFill>
            <a:srgbClr val="1F2328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4" name="Freeform 184"/>
          <p:cNvSpPr/>
          <p:nvPr/>
        </p:nvSpPr>
        <p:spPr>
          <a:xfrm flipV="1">
            <a:off x="1619249" y="2771775"/>
            <a:ext cx="85725" cy="85724"/>
          </a:xfrm>
          <a:custGeom>
            <a:avLst/>
            <a:gdLst/>
            <a:ahLst/>
            <a:cxnLst/>
            <a:rect l="0" t="0" r="0" b="0"/>
            <a:pathLst>
              <a:path w="114301" h="114300">
                <a:moveTo>
                  <a:pt x="114301" y="57150"/>
                </a:moveTo>
                <a:cubicBezTo>
                  <a:pt x="114300" y="49572"/>
                  <a:pt x="112850" y="42282"/>
                  <a:pt x="109950" y="35281"/>
                </a:cubicBezTo>
                <a:cubicBezTo>
                  <a:pt x="107050" y="28279"/>
                  <a:pt x="102920" y="22099"/>
                  <a:pt x="97562" y="16740"/>
                </a:cubicBezTo>
                <a:cubicBezTo>
                  <a:pt x="92203" y="11381"/>
                  <a:pt x="86022" y="7252"/>
                  <a:pt x="79020" y="4351"/>
                </a:cubicBezTo>
                <a:cubicBezTo>
                  <a:pt x="72019" y="1451"/>
                  <a:pt x="64729" y="1"/>
                  <a:pt x="57151" y="0"/>
                </a:cubicBezTo>
                <a:cubicBezTo>
                  <a:pt x="49572" y="1"/>
                  <a:pt x="42282" y="1451"/>
                  <a:pt x="35280" y="4351"/>
                </a:cubicBezTo>
                <a:cubicBezTo>
                  <a:pt x="28278" y="7252"/>
                  <a:pt x="22098" y="11381"/>
                  <a:pt x="16739" y="16740"/>
                </a:cubicBezTo>
                <a:cubicBezTo>
                  <a:pt x="11380" y="22099"/>
                  <a:pt x="7251" y="28279"/>
                  <a:pt x="4351" y="35281"/>
                </a:cubicBezTo>
                <a:cubicBezTo>
                  <a:pt x="1450" y="42282"/>
                  <a:pt x="0" y="49572"/>
                  <a:pt x="1" y="57150"/>
                </a:cubicBezTo>
                <a:cubicBezTo>
                  <a:pt x="0" y="64729"/>
                  <a:pt x="1450" y="72020"/>
                  <a:pt x="4351" y="79021"/>
                </a:cubicBezTo>
                <a:cubicBezTo>
                  <a:pt x="7251" y="86023"/>
                  <a:pt x="11380" y="92203"/>
                  <a:pt x="16739" y="97562"/>
                </a:cubicBezTo>
                <a:cubicBezTo>
                  <a:pt x="22098" y="102921"/>
                  <a:pt x="28278" y="107051"/>
                  <a:pt x="35280" y="109951"/>
                </a:cubicBezTo>
                <a:cubicBezTo>
                  <a:pt x="42282" y="112851"/>
                  <a:pt x="49572" y="114300"/>
                  <a:pt x="57151" y="114300"/>
                </a:cubicBezTo>
                <a:cubicBezTo>
                  <a:pt x="64729" y="114300"/>
                  <a:pt x="72019" y="112851"/>
                  <a:pt x="79020" y="109951"/>
                </a:cubicBezTo>
                <a:cubicBezTo>
                  <a:pt x="86022" y="107051"/>
                  <a:pt x="92203" y="102921"/>
                  <a:pt x="97562" y="97562"/>
                </a:cubicBezTo>
                <a:cubicBezTo>
                  <a:pt x="102920" y="92203"/>
                  <a:pt x="107050" y="86023"/>
                  <a:pt x="109950" y="79021"/>
                </a:cubicBezTo>
                <a:cubicBezTo>
                  <a:pt x="112850" y="72020"/>
                  <a:pt x="114300" y="64729"/>
                  <a:pt x="114301" y="57150"/>
                </a:cubicBezTo>
                <a:close/>
                <a:moveTo>
                  <a:pt x="1593851" y="3810000"/>
                </a:moveTo>
              </a:path>
            </a:pathLst>
          </a:custGeom>
          <a:noFill/>
          <a:ln w="9524" cap="flat" cmpd="sng">
            <a:solidFill>
              <a:srgbClr val="1F2328">
                <a:alpha val="100000"/>
              </a:srgbClr>
            </a:solidFill>
            <a:miter lim="508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5" name="Freeform 185"/>
          <p:cNvSpPr/>
          <p:nvPr/>
        </p:nvSpPr>
        <p:spPr>
          <a:xfrm flipV="1">
            <a:off x="1066799" y="3667125"/>
            <a:ext cx="85725" cy="85724"/>
          </a:xfrm>
          <a:custGeom>
            <a:avLst/>
            <a:gdLst/>
            <a:ahLst/>
            <a:cxnLst/>
            <a:rect l="0" t="0" r="0" b="0"/>
            <a:pathLst>
              <a:path w="114301" h="114300">
                <a:moveTo>
                  <a:pt x="114301" y="57150"/>
                </a:moveTo>
                <a:cubicBezTo>
                  <a:pt x="114300" y="49572"/>
                  <a:pt x="112850" y="42282"/>
                  <a:pt x="109950" y="35281"/>
                </a:cubicBezTo>
                <a:cubicBezTo>
                  <a:pt x="107050" y="28279"/>
                  <a:pt x="102920" y="22098"/>
                  <a:pt x="97562" y="16739"/>
                </a:cubicBezTo>
                <a:cubicBezTo>
                  <a:pt x="92203" y="11380"/>
                  <a:pt x="86022" y="7251"/>
                  <a:pt x="79021" y="4351"/>
                </a:cubicBezTo>
                <a:cubicBezTo>
                  <a:pt x="72019" y="1451"/>
                  <a:pt x="64729" y="1"/>
                  <a:pt x="57151" y="0"/>
                </a:cubicBezTo>
                <a:cubicBezTo>
                  <a:pt x="49572" y="1"/>
                  <a:pt x="42282" y="1451"/>
                  <a:pt x="35280" y="4351"/>
                </a:cubicBezTo>
                <a:cubicBezTo>
                  <a:pt x="28278" y="7251"/>
                  <a:pt x="22098" y="11380"/>
                  <a:pt x="16739" y="16739"/>
                </a:cubicBezTo>
                <a:cubicBezTo>
                  <a:pt x="11380" y="22098"/>
                  <a:pt x="7251" y="28279"/>
                  <a:pt x="4351" y="35281"/>
                </a:cubicBezTo>
                <a:cubicBezTo>
                  <a:pt x="1450" y="42282"/>
                  <a:pt x="0" y="49572"/>
                  <a:pt x="1" y="57150"/>
                </a:cubicBezTo>
                <a:cubicBezTo>
                  <a:pt x="0" y="64729"/>
                  <a:pt x="1450" y="72020"/>
                  <a:pt x="4351" y="79022"/>
                </a:cubicBezTo>
                <a:cubicBezTo>
                  <a:pt x="7251" y="86023"/>
                  <a:pt x="11380" y="92203"/>
                  <a:pt x="16739" y="97562"/>
                </a:cubicBezTo>
                <a:cubicBezTo>
                  <a:pt x="22098" y="102921"/>
                  <a:pt x="28278" y="107051"/>
                  <a:pt x="35280" y="109950"/>
                </a:cubicBezTo>
                <a:cubicBezTo>
                  <a:pt x="42282" y="112851"/>
                  <a:pt x="49572" y="114300"/>
                  <a:pt x="57151" y="114300"/>
                </a:cubicBezTo>
                <a:cubicBezTo>
                  <a:pt x="64729" y="114300"/>
                  <a:pt x="72019" y="112851"/>
                  <a:pt x="79021" y="109951"/>
                </a:cubicBezTo>
                <a:cubicBezTo>
                  <a:pt x="86022" y="107051"/>
                  <a:pt x="92203" y="102921"/>
                  <a:pt x="97562" y="97562"/>
                </a:cubicBezTo>
                <a:cubicBezTo>
                  <a:pt x="102920" y="92203"/>
                  <a:pt x="107050" y="86023"/>
                  <a:pt x="109950" y="79022"/>
                </a:cubicBezTo>
                <a:cubicBezTo>
                  <a:pt x="112850" y="72020"/>
                  <a:pt x="114300" y="64729"/>
                  <a:pt x="114301" y="57150"/>
                </a:cubicBezTo>
                <a:close/>
                <a:moveTo>
                  <a:pt x="3524251" y="5003800"/>
                </a:moveTo>
              </a:path>
            </a:pathLst>
          </a:custGeom>
          <a:solidFill>
            <a:srgbClr val="1F2328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6" name="Freeform 186"/>
          <p:cNvSpPr/>
          <p:nvPr/>
        </p:nvSpPr>
        <p:spPr>
          <a:xfrm flipV="1">
            <a:off x="1066799" y="4152900"/>
            <a:ext cx="85725" cy="85724"/>
          </a:xfrm>
          <a:custGeom>
            <a:avLst/>
            <a:gdLst/>
            <a:ahLst/>
            <a:cxnLst/>
            <a:rect l="0" t="0" r="0" b="0"/>
            <a:pathLst>
              <a:path w="114301" h="114300">
                <a:moveTo>
                  <a:pt x="114301" y="57150"/>
                </a:moveTo>
                <a:cubicBezTo>
                  <a:pt x="114300" y="49572"/>
                  <a:pt x="112850" y="42283"/>
                  <a:pt x="109950" y="35281"/>
                </a:cubicBezTo>
                <a:cubicBezTo>
                  <a:pt x="107050" y="28279"/>
                  <a:pt x="102920" y="22099"/>
                  <a:pt x="97562" y="16740"/>
                </a:cubicBezTo>
                <a:cubicBezTo>
                  <a:pt x="92203" y="11382"/>
                  <a:pt x="86022" y="7252"/>
                  <a:pt x="79021" y="4352"/>
                </a:cubicBezTo>
                <a:cubicBezTo>
                  <a:pt x="72019" y="1452"/>
                  <a:pt x="64729" y="1"/>
                  <a:pt x="57151" y="0"/>
                </a:cubicBezTo>
                <a:cubicBezTo>
                  <a:pt x="49572" y="1"/>
                  <a:pt x="42282" y="1452"/>
                  <a:pt x="35280" y="4352"/>
                </a:cubicBezTo>
                <a:cubicBezTo>
                  <a:pt x="28278" y="7252"/>
                  <a:pt x="22098" y="11382"/>
                  <a:pt x="16739" y="16740"/>
                </a:cubicBezTo>
                <a:cubicBezTo>
                  <a:pt x="11380" y="22099"/>
                  <a:pt x="7251" y="28279"/>
                  <a:pt x="4351" y="35281"/>
                </a:cubicBezTo>
                <a:cubicBezTo>
                  <a:pt x="1450" y="42283"/>
                  <a:pt x="0" y="49572"/>
                  <a:pt x="1" y="57150"/>
                </a:cubicBezTo>
                <a:cubicBezTo>
                  <a:pt x="0" y="64729"/>
                  <a:pt x="1450" y="72020"/>
                  <a:pt x="4351" y="79022"/>
                </a:cubicBezTo>
                <a:cubicBezTo>
                  <a:pt x="7251" y="86023"/>
                  <a:pt x="11380" y="92203"/>
                  <a:pt x="16739" y="97562"/>
                </a:cubicBezTo>
                <a:cubicBezTo>
                  <a:pt x="22098" y="102921"/>
                  <a:pt x="28278" y="107050"/>
                  <a:pt x="35280" y="109950"/>
                </a:cubicBezTo>
                <a:cubicBezTo>
                  <a:pt x="42282" y="112851"/>
                  <a:pt x="49572" y="114300"/>
                  <a:pt x="57151" y="114300"/>
                </a:cubicBezTo>
                <a:cubicBezTo>
                  <a:pt x="64729" y="114300"/>
                  <a:pt x="72019" y="112851"/>
                  <a:pt x="79021" y="109950"/>
                </a:cubicBezTo>
                <a:cubicBezTo>
                  <a:pt x="86022" y="107050"/>
                  <a:pt x="92203" y="102921"/>
                  <a:pt x="97562" y="97562"/>
                </a:cubicBezTo>
                <a:cubicBezTo>
                  <a:pt x="102920" y="92203"/>
                  <a:pt x="107050" y="86023"/>
                  <a:pt x="109950" y="79021"/>
                </a:cubicBezTo>
                <a:cubicBezTo>
                  <a:pt x="112850" y="72020"/>
                  <a:pt x="114300" y="64729"/>
                  <a:pt x="114301" y="57150"/>
                </a:cubicBezTo>
                <a:close/>
                <a:moveTo>
                  <a:pt x="4171951" y="5651500"/>
                </a:moveTo>
              </a:path>
            </a:pathLst>
          </a:custGeom>
          <a:solidFill>
            <a:srgbClr val="1F2328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7" name="Freeform 187"/>
          <p:cNvSpPr/>
          <p:nvPr/>
        </p:nvSpPr>
        <p:spPr>
          <a:xfrm flipV="1">
            <a:off x="1066799" y="5048250"/>
            <a:ext cx="85725" cy="85724"/>
          </a:xfrm>
          <a:custGeom>
            <a:avLst/>
            <a:gdLst/>
            <a:ahLst/>
            <a:cxnLst/>
            <a:rect l="0" t="0" r="0" b="0"/>
            <a:pathLst>
              <a:path w="114301" h="114300">
                <a:moveTo>
                  <a:pt x="114301" y="57150"/>
                </a:moveTo>
                <a:cubicBezTo>
                  <a:pt x="114300" y="49573"/>
                  <a:pt x="112850" y="42282"/>
                  <a:pt x="109950" y="35281"/>
                </a:cubicBezTo>
                <a:cubicBezTo>
                  <a:pt x="107050" y="28279"/>
                  <a:pt x="102920" y="22098"/>
                  <a:pt x="97562" y="16740"/>
                </a:cubicBezTo>
                <a:cubicBezTo>
                  <a:pt x="92203" y="11381"/>
                  <a:pt x="86022" y="7252"/>
                  <a:pt x="79021" y="4351"/>
                </a:cubicBezTo>
                <a:cubicBezTo>
                  <a:pt x="72019" y="1452"/>
                  <a:pt x="64729" y="1"/>
                  <a:pt x="57151" y="0"/>
                </a:cubicBezTo>
                <a:cubicBezTo>
                  <a:pt x="49572" y="1"/>
                  <a:pt x="42282" y="1452"/>
                  <a:pt x="35280" y="4351"/>
                </a:cubicBezTo>
                <a:cubicBezTo>
                  <a:pt x="28278" y="7252"/>
                  <a:pt x="22098" y="11381"/>
                  <a:pt x="16739" y="16740"/>
                </a:cubicBezTo>
                <a:cubicBezTo>
                  <a:pt x="11380" y="22098"/>
                  <a:pt x="7251" y="28279"/>
                  <a:pt x="4351" y="35281"/>
                </a:cubicBezTo>
                <a:cubicBezTo>
                  <a:pt x="1450" y="42282"/>
                  <a:pt x="0" y="49573"/>
                  <a:pt x="1" y="57150"/>
                </a:cubicBezTo>
                <a:cubicBezTo>
                  <a:pt x="0" y="64729"/>
                  <a:pt x="1450" y="72020"/>
                  <a:pt x="4351" y="79022"/>
                </a:cubicBezTo>
                <a:cubicBezTo>
                  <a:pt x="7251" y="86024"/>
                  <a:pt x="11380" y="92203"/>
                  <a:pt x="16739" y="97562"/>
                </a:cubicBezTo>
                <a:cubicBezTo>
                  <a:pt x="22098" y="102921"/>
                  <a:pt x="28278" y="107051"/>
                  <a:pt x="35280" y="109950"/>
                </a:cubicBezTo>
                <a:cubicBezTo>
                  <a:pt x="42282" y="112850"/>
                  <a:pt x="49572" y="114300"/>
                  <a:pt x="57151" y="114300"/>
                </a:cubicBezTo>
                <a:cubicBezTo>
                  <a:pt x="64729" y="114300"/>
                  <a:pt x="72019" y="112851"/>
                  <a:pt x="79021" y="109951"/>
                </a:cubicBezTo>
                <a:cubicBezTo>
                  <a:pt x="86022" y="107051"/>
                  <a:pt x="92203" y="102921"/>
                  <a:pt x="97562" y="97562"/>
                </a:cubicBezTo>
                <a:cubicBezTo>
                  <a:pt x="102920" y="92203"/>
                  <a:pt x="107050" y="86024"/>
                  <a:pt x="109950" y="79022"/>
                </a:cubicBezTo>
                <a:cubicBezTo>
                  <a:pt x="112850" y="72020"/>
                  <a:pt x="114300" y="64729"/>
                  <a:pt x="114301" y="57150"/>
                </a:cubicBezTo>
                <a:close/>
                <a:moveTo>
                  <a:pt x="5365751" y="6845300"/>
                </a:moveTo>
              </a:path>
            </a:pathLst>
          </a:custGeom>
          <a:solidFill>
            <a:srgbClr val="1F2328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8" name="Rectangle 188"/>
          <p:cNvSpPr/>
          <p:nvPr/>
        </p:nvSpPr>
        <p:spPr>
          <a:xfrm>
            <a:off x="747712" y="864848"/>
            <a:ext cx="10471827" cy="513598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Wh</a:t>
            </a:r>
            <a:r>
              <a:rPr lang="en-GB" sz="3479" b="1" i="0" spc="750" baseline="0" dirty="0">
                <a:solidFill>
                  <a:srgbClr val="224466"/>
                </a:solidFill>
                <a:latin typeface="Arial"/>
              </a:rPr>
              <a:t>y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an</a:t>
            </a:r>
            <a:r>
              <a:rPr lang="en-GB" sz="3479" b="1" i="0" spc="750" baseline="0" dirty="0">
                <a:solidFill>
                  <a:srgbClr val="224466"/>
                </a:solidFill>
                <a:latin typeface="Arial"/>
              </a:rPr>
              <a:t>d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When?</a:t>
            </a:r>
          </a:p>
          <a:p>
            <a:pPr marL="552449">
              <a:lnSpc>
                <a:spcPts val="5234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I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hel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p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yo</a:t>
            </a:r>
            <a:r>
              <a:rPr lang="en-GB" sz="2174" b="0" i="0" spc="505" baseline="0" dirty="0">
                <a:solidFill>
                  <a:srgbClr val="1F2328"/>
                </a:solidFill>
                <a:latin typeface="Arial"/>
              </a:rPr>
              <a:t>u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think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organise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check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an</a:t>
            </a:r>
            <a:r>
              <a:rPr lang="en-GB" sz="2174" b="0" i="0" spc="505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understand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.</a:t>
            </a:r>
          </a:p>
          <a:p>
            <a:pPr marL="552449">
              <a:lnSpc>
                <a:spcPts val="3824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mus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no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replac</a:t>
            </a:r>
            <a:r>
              <a:rPr lang="en-GB" sz="2174" b="0" i="0" spc="505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you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judgement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you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writing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you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academi</a:t>
            </a:r>
            <a:r>
              <a:rPr lang="en-GB" sz="2174" b="1" i="0" spc="494" baseline="0" dirty="0">
                <a:solidFill>
                  <a:srgbClr val="1F2328"/>
                </a:solidFill>
                <a:latin typeface="Arial"/>
              </a:rPr>
              <a:t>c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voice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.</a:t>
            </a:r>
          </a:p>
          <a:p>
            <a:pPr marL="1104899">
              <a:lnSpc>
                <a:spcPts val="3300"/>
              </a:lnSpc>
            </a:pP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i.e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.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ho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w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yo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u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woul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us</a:t>
            </a:r>
            <a:r>
              <a:rPr lang="en-GB" sz="2174" b="0" i="1" spc="581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1" i="1" spc="0" baseline="0" dirty="0">
                <a:solidFill>
                  <a:srgbClr val="1F2328"/>
                </a:solidFill>
                <a:latin typeface="Arial"/>
              </a:rPr>
              <a:t>language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;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ho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w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yo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u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woul</a:t>
            </a:r>
            <a:r>
              <a:rPr lang="en-GB" sz="2174" b="0" i="1" spc="581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1" i="1" spc="0" baseline="0" dirty="0">
                <a:solidFill>
                  <a:srgbClr val="1F2328"/>
                </a:solidFill>
                <a:latin typeface="Arial"/>
              </a:rPr>
              <a:t>explai</a:t>
            </a:r>
            <a:r>
              <a:rPr lang="en-GB" sz="2174" b="1" i="1" spc="582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a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theory/concept;</a:t>
            </a:r>
          </a:p>
          <a:p>
            <a:pPr marL="1104899">
              <a:lnSpc>
                <a:spcPts val="3225"/>
              </a:lnSpc>
            </a:pPr>
            <a:r>
              <a:rPr lang="en-GB" sz="2174" b="1" i="1" spc="0" baseline="0" dirty="0">
                <a:solidFill>
                  <a:srgbClr val="1F2328"/>
                </a:solidFill>
                <a:latin typeface="Arial"/>
              </a:rPr>
              <a:t>example</a:t>
            </a:r>
            <a:r>
              <a:rPr lang="en-GB" sz="2174" b="1" i="1" spc="581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yo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u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woul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dra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w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on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;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an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ho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w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yo</a:t>
            </a:r>
            <a:r>
              <a:rPr lang="en-GB" sz="2174" b="0" i="1" spc="581" baseline="0" dirty="0">
                <a:solidFill>
                  <a:srgbClr val="1F2328"/>
                </a:solidFill>
                <a:latin typeface="Arial"/>
              </a:rPr>
              <a:t>u</a:t>
            </a:r>
            <a:r>
              <a:rPr lang="en-GB" sz="2174" b="1" i="1" spc="0" baseline="0" dirty="0">
                <a:solidFill>
                  <a:srgbClr val="1F2328"/>
                </a:solidFill>
                <a:latin typeface="Arial"/>
              </a:rPr>
              <a:t>spea</a:t>
            </a:r>
            <a:r>
              <a:rPr lang="en-GB" sz="2174" b="1" i="1" spc="581" baseline="0" dirty="0">
                <a:solidFill>
                  <a:srgbClr val="1F2328"/>
                </a:solidFill>
                <a:latin typeface="Arial"/>
              </a:rPr>
              <a:t>k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whe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interviewed.</a:t>
            </a:r>
          </a:p>
          <a:p>
            <a:pPr marL="552449">
              <a:lnSpc>
                <a:spcPts val="38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Usin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g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I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optional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an</a:t>
            </a:r>
            <a:r>
              <a:rPr lang="en-GB" sz="2174" b="0" i="0" spc="505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no</a:t>
            </a:r>
            <a:r>
              <a:rPr lang="en-GB" sz="2174" b="1" i="0" spc="49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neede</a:t>
            </a:r>
            <a:r>
              <a:rPr lang="en-GB" sz="2174" b="1" i="0" spc="505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fo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ever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task.</a:t>
            </a:r>
          </a:p>
          <a:p>
            <a:pPr marL="552449">
              <a:lnSpc>
                <a:spcPts val="38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Us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f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I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fo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coursewor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k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</a:t>
            </a:r>
            <a:r>
              <a:rPr lang="en-GB" sz="2174" b="0" i="0" spc="505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no</a:t>
            </a:r>
            <a:r>
              <a:rPr lang="en-GB" sz="2174" b="1" i="0" spc="49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permitte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unles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expressl</a:t>
            </a:r>
            <a:r>
              <a:rPr lang="en-GB" sz="2174" b="1" i="0" spc="494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allowe</a:t>
            </a:r>
            <a:r>
              <a:rPr lang="en-GB" sz="2174" b="1" i="0" spc="505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b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you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tuto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r—</a:t>
            </a:r>
          </a:p>
          <a:p>
            <a:pPr marL="552449">
              <a:lnSpc>
                <a:spcPts val="32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rea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th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assignmen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brief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locat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th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relevan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I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Declaratio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cove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page</a:t>
            </a:r>
          </a:p>
          <a:p>
            <a:pPr marL="552449">
              <a:lnSpc>
                <a:spcPts val="38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Us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I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suppor</a:t>
            </a:r>
            <a:r>
              <a:rPr lang="en-GB" sz="2174" b="1" i="0" spc="505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learning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no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produc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assessabl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content.</a:t>
            </a:r>
          </a:p>
          <a:p>
            <a:pPr marL="0">
              <a:lnSpc>
                <a:spcPts val="5999"/>
              </a:lnSpc>
            </a:pPr>
            <a:r>
              <a:rPr lang="en-GB" sz="2174" b="1" i="0" spc="0" baseline="0" dirty="0">
                <a:solidFill>
                  <a:srgbClr val="4488CC"/>
                </a:solidFill>
                <a:latin typeface="Arial"/>
              </a:rPr>
              <a:t>Guidin</a:t>
            </a:r>
            <a:r>
              <a:rPr lang="en-GB" sz="2174" b="1" i="0" spc="493" baseline="0" dirty="0">
                <a:solidFill>
                  <a:srgbClr val="4488CC"/>
                </a:solidFill>
                <a:latin typeface="Arial"/>
              </a:rPr>
              <a:t>g</a:t>
            </a:r>
            <a:r>
              <a:rPr lang="en-GB" sz="2174" b="1" i="0" spc="0" baseline="0" dirty="0">
                <a:solidFill>
                  <a:srgbClr val="4488CC"/>
                </a:solidFill>
                <a:latin typeface="Arial"/>
              </a:rPr>
              <a:t>principle</a:t>
            </a:r>
            <a:r>
              <a:rPr lang="en-GB" sz="2174" b="1" i="0" spc="494" baseline="0" dirty="0">
                <a:solidFill>
                  <a:srgbClr val="4488CC"/>
                </a:solidFill>
                <a:latin typeface="Arial"/>
              </a:rPr>
              <a:t>:</a:t>
            </a:r>
            <a:r>
              <a:rPr lang="en-GB" sz="2174" b="1" i="1" spc="0" baseline="0" dirty="0">
                <a:solidFill>
                  <a:srgbClr val="1F2328"/>
                </a:solidFill>
                <a:latin typeface="Arial"/>
              </a:rPr>
              <a:t>Us</a:t>
            </a:r>
            <a:r>
              <a:rPr lang="en-GB" sz="2174" b="1" i="1" spc="551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1" i="1" spc="0" baseline="0" dirty="0">
                <a:solidFill>
                  <a:srgbClr val="1F2328"/>
                </a:solidFill>
                <a:latin typeface="Arial"/>
              </a:rPr>
              <a:t>A</a:t>
            </a:r>
            <a:r>
              <a:rPr lang="en-GB" sz="2174" b="1" i="1" spc="552" baseline="0" dirty="0">
                <a:solidFill>
                  <a:srgbClr val="1F2328"/>
                </a:solidFill>
                <a:latin typeface="Arial"/>
              </a:rPr>
              <a:t>I</a:t>
            </a:r>
            <a:r>
              <a:rPr lang="en-GB" sz="2174" b="1" i="1" spc="0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1" i="1" spc="552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1" i="1" spc="0" baseline="0" dirty="0">
                <a:solidFill>
                  <a:srgbClr val="1F2328"/>
                </a:solidFill>
                <a:latin typeface="Arial"/>
              </a:rPr>
              <a:t>thin</a:t>
            </a:r>
            <a:r>
              <a:rPr lang="en-GB" sz="2174" b="1" i="1" spc="552" baseline="0" dirty="0">
                <a:solidFill>
                  <a:srgbClr val="1F2328"/>
                </a:solidFill>
                <a:latin typeface="Arial"/>
              </a:rPr>
              <a:t>k</a:t>
            </a:r>
            <a:r>
              <a:rPr lang="en-GB" sz="2174" b="1" i="1" spc="0" baseline="0" dirty="0">
                <a:solidFill>
                  <a:srgbClr val="1F2328"/>
                </a:solidFill>
                <a:latin typeface="Arial"/>
              </a:rPr>
              <a:t>wit</a:t>
            </a:r>
            <a:r>
              <a:rPr lang="en-GB" sz="2174" b="1" i="1" spc="552" baseline="0" dirty="0">
                <a:solidFill>
                  <a:srgbClr val="1F2328"/>
                </a:solidFill>
                <a:latin typeface="Arial"/>
              </a:rPr>
              <a:t>h—</a:t>
            </a:r>
            <a:r>
              <a:rPr lang="en-GB" sz="2174" b="1" i="1" spc="0" baseline="0" dirty="0">
                <a:solidFill>
                  <a:srgbClr val="1F2328"/>
                </a:solidFill>
                <a:latin typeface="Arial"/>
              </a:rPr>
              <a:t>no</a:t>
            </a:r>
            <a:r>
              <a:rPr lang="en-GB" sz="2174" b="1" i="1" spc="551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1" i="1" spc="0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1" i="1" spc="552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1" i="1" spc="0" baseline="0" dirty="0">
                <a:solidFill>
                  <a:srgbClr val="1F2328"/>
                </a:solidFill>
                <a:latin typeface="Arial"/>
              </a:rPr>
              <a:t>writ</a:t>
            </a:r>
            <a:r>
              <a:rPr lang="en-GB" sz="2174" b="1" i="1" spc="551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1" i="1" spc="0" baseline="0" dirty="0">
                <a:solidFill>
                  <a:srgbClr val="1F2328"/>
                </a:solidFill>
                <a:latin typeface="Arial"/>
              </a:rPr>
              <a:t>fo</a:t>
            </a:r>
            <a:r>
              <a:rPr lang="en-GB" sz="2174" b="1" i="1" spc="551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1" i="1" spc="0" baseline="0" dirty="0">
                <a:solidFill>
                  <a:srgbClr val="1F2328"/>
                </a:solidFill>
                <a:latin typeface="Arial"/>
              </a:rPr>
              <a:t>you.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Freeform 189"/>
          <p:cNvSpPr/>
          <p:nvPr/>
        </p:nvSpPr>
        <p:spPr>
          <a:xfrm flipV="1">
            <a:off x="0" y="-2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0" name="Freeform 190"/>
          <p:cNvSpPr/>
          <p:nvPr/>
        </p:nvSpPr>
        <p:spPr>
          <a:xfrm flipV="1">
            <a:off x="0" y="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1" name="Freeform 191"/>
          <p:cNvSpPr/>
          <p:nvPr/>
        </p:nvSpPr>
        <p:spPr>
          <a:xfrm flipV="1">
            <a:off x="771524" y="2133600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457200" h="457200">
                <a:moveTo>
                  <a:pt x="457200" y="50800"/>
                </a:moveTo>
                <a:cubicBezTo>
                  <a:pt x="457200" y="22746"/>
                  <a:pt x="434454" y="0"/>
                  <a:pt x="406400" y="0"/>
                </a:cubicBezTo>
                <a:lnTo>
                  <a:pt x="50800" y="0"/>
                </a:lnTo>
                <a:cubicBezTo>
                  <a:pt x="22745" y="0"/>
                  <a:pt x="0" y="22746"/>
                  <a:pt x="0" y="50800"/>
                </a:cubicBezTo>
                <a:lnTo>
                  <a:pt x="0" y="406400"/>
                </a:lnTo>
                <a:cubicBezTo>
                  <a:pt x="0" y="434455"/>
                  <a:pt x="22745" y="457200"/>
                  <a:pt x="50800" y="457200"/>
                </a:cubicBezTo>
                <a:lnTo>
                  <a:pt x="406400" y="457200"/>
                </a:lnTo>
                <a:cubicBezTo>
                  <a:pt x="434454" y="457200"/>
                  <a:pt x="457200" y="434455"/>
                  <a:pt x="457200" y="406400"/>
                </a:cubicBezTo>
                <a:lnTo>
                  <a:pt x="457200" y="50800"/>
                </a:lnTo>
                <a:close/>
                <a:moveTo>
                  <a:pt x="406400" y="457200"/>
                </a:moveTo>
              </a:path>
            </a:pathLst>
          </a:custGeom>
          <a:solidFill>
            <a:srgbClr val="77B255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2" name="Freeform 192"/>
          <p:cNvSpPr/>
          <p:nvPr/>
        </p:nvSpPr>
        <p:spPr>
          <a:xfrm flipV="1">
            <a:off x="813242" y="2176653"/>
            <a:ext cx="194362" cy="188892"/>
          </a:xfrm>
          <a:custGeom>
            <a:avLst/>
            <a:gdLst/>
            <a:ahLst/>
            <a:cxnLst/>
            <a:rect l="0" t="0" r="0" b="0"/>
            <a:pathLst>
              <a:path w="321704" h="312649">
                <a:moveTo>
                  <a:pt x="302807" y="303111"/>
                </a:moveTo>
                <a:cubicBezTo>
                  <a:pt x="288125" y="312649"/>
                  <a:pt x="268466" y="308470"/>
                  <a:pt x="258890" y="293764"/>
                </a:cubicBezTo>
                <a:lnTo>
                  <a:pt x="120638" y="80671"/>
                </a:lnTo>
                <a:lnTo>
                  <a:pt x="56769" y="139726"/>
                </a:lnTo>
                <a:cubicBezTo>
                  <a:pt x="43892" y="151638"/>
                  <a:pt x="23800" y="150838"/>
                  <a:pt x="11900" y="137973"/>
                </a:cubicBezTo>
                <a:cubicBezTo>
                  <a:pt x="0" y="125095"/>
                  <a:pt x="788" y="105004"/>
                  <a:pt x="13666" y="93104"/>
                </a:cubicBezTo>
                <a:lnTo>
                  <a:pt x="105220" y="8446"/>
                </a:lnTo>
                <a:cubicBezTo>
                  <a:pt x="111316" y="2794"/>
                  <a:pt x="119063" y="0"/>
                  <a:pt x="126759" y="0"/>
                </a:cubicBezTo>
                <a:cubicBezTo>
                  <a:pt x="135306" y="0"/>
                  <a:pt x="146241" y="3582"/>
                  <a:pt x="153416" y="14465"/>
                </a:cubicBezTo>
                <a:cubicBezTo>
                  <a:pt x="157633" y="20892"/>
                  <a:pt x="312166" y="259194"/>
                  <a:pt x="312166" y="259194"/>
                </a:cubicBezTo>
                <a:cubicBezTo>
                  <a:pt x="321704" y="273914"/>
                  <a:pt x="317513" y="293573"/>
                  <a:pt x="302807" y="303111"/>
                </a:cubicBezTo>
                <a:lnTo>
                  <a:pt x="302807" y="303111"/>
                </a:lnTo>
                <a:close/>
                <a:moveTo>
                  <a:pt x="11748" y="383908"/>
                </a:moveTo>
              </a:path>
            </a:pathLst>
          </a:custGeom>
          <a:solidFill>
            <a:srgbClr val="FFFFFF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3" name="Freeform 193"/>
          <p:cNvSpPr/>
          <p:nvPr/>
        </p:nvSpPr>
        <p:spPr>
          <a:xfrm flipV="1">
            <a:off x="771524" y="2552700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457200" h="457200">
                <a:moveTo>
                  <a:pt x="457200" y="50800"/>
                </a:moveTo>
                <a:cubicBezTo>
                  <a:pt x="457200" y="22746"/>
                  <a:pt x="434454" y="0"/>
                  <a:pt x="406400" y="0"/>
                </a:cubicBezTo>
                <a:lnTo>
                  <a:pt x="50800" y="0"/>
                </a:lnTo>
                <a:cubicBezTo>
                  <a:pt x="22745" y="0"/>
                  <a:pt x="0" y="22746"/>
                  <a:pt x="0" y="50800"/>
                </a:cubicBezTo>
                <a:lnTo>
                  <a:pt x="0" y="406400"/>
                </a:lnTo>
                <a:cubicBezTo>
                  <a:pt x="0" y="434455"/>
                  <a:pt x="22745" y="457200"/>
                  <a:pt x="50800" y="457200"/>
                </a:cubicBezTo>
                <a:lnTo>
                  <a:pt x="406400" y="457200"/>
                </a:lnTo>
                <a:cubicBezTo>
                  <a:pt x="434454" y="457200"/>
                  <a:pt x="457200" y="434455"/>
                  <a:pt x="457200" y="406400"/>
                </a:cubicBezTo>
                <a:lnTo>
                  <a:pt x="457200" y="50800"/>
                </a:lnTo>
                <a:close/>
                <a:moveTo>
                  <a:pt x="406400" y="457200"/>
                </a:moveTo>
              </a:path>
            </a:pathLst>
          </a:custGeom>
          <a:solidFill>
            <a:srgbClr val="77B255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4" name="Freeform 194"/>
          <p:cNvSpPr/>
          <p:nvPr/>
        </p:nvSpPr>
        <p:spPr>
          <a:xfrm flipV="1">
            <a:off x="813242" y="2595753"/>
            <a:ext cx="194362" cy="188892"/>
          </a:xfrm>
          <a:custGeom>
            <a:avLst/>
            <a:gdLst/>
            <a:ahLst/>
            <a:cxnLst/>
            <a:rect l="0" t="0" r="0" b="0"/>
            <a:pathLst>
              <a:path w="321704" h="312649">
                <a:moveTo>
                  <a:pt x="302807" y="303111"/>
                </a:moveTo>
                <a:cubicBezTo>
                  <a:pt x="288125" y="312649"/>
                  <a:pt x="268466" y="308470"/>
                  <a:pt x="258890" y="293764"/>
                </a:cubicBezTo>
                <a:lnTo>
                  <a:pt x="120638" y="80671"/>
                </a:lnTo>
                <a:lnTo>
                  <a:pt x="56769" y="139726"/>
                </a:lnTo>
                <a:cubicBezTo>
                  <a:pt x="43892" y="151638"/>
                  <a:pt x="23800" y="150838"/>
                  <a:pt x="11900" y="137973"/>
                </a:cubicBezTo>
                <a:cubicBezTo>
                  <a:pt x="0" y="125095"/>
                  <a:pt x="788" y="105004"/>
                  <a:pt x="13666" y="93104"/>
                </a:cubicBezTo>
                <a:lnTo>
                  <a:pt x="105220" y="8446"/>
                </a:lnTo>
                <a:cubicBezTo>
                  <a:pt x="111316" y="2794"/>
                  <a:pt x="119063" y="0"/>
                  <a:pt x="126759" y="0"/>
                </a:cubicBezTo>
                <a:cubicBezTo>
                  <a:pt x="135306" y="0"/>
                  <a:pt x="146241" y="3582"/>
                  <a:pt x="153416" y="14465"/>
                </a:cubicBezTo>
                <a:cubicBezTo>
                  <a:pt x="157633" y="20892"/>
                  <a:pt x="312166" y="259194"/>
                  <a:pt x="312166" y="259194"/>
                </a:cubicBezTo>
                <a:cubicBezTo>
                  <a:pt x="321704" y="273914"/>
                  <a:pt x="317513" y="293573"/>
                  <a:pt x="302807" y="303111"/>
                </a:cubicBezTo>
                <a:lnTo>
                  <a:pt x="302807" y="303111"/>
                </a:lnTo>
                <a:close/>
                <a:moveTo>
                  <a:pt x="11748" y="383908"/>
                </a:moveTo>
              </a:path>
            </a:pathLst>
          </a:custGeom>
          <a:solidFill>
            <a:srgbClr val="FFFFFF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5" name="Freeform 195"/>
          <p:cNvSpPr/>
          <p:nvPr/>
        </p:nvSpPr>
        <p:spPr>
          <a:xfrm flipV="1">
            <a:off x="771524" y="2962275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457200" h="457200">
                <a:moveTo>
                  <a:pt x="457200" y="50800"/>
                </a:moveTo>
                <a:cubicBezTo>
                  <a:pt x="457200" y="22746"/>
                  <a:pt x="434454" y="0"/>
                  <a:pt x="406400" y="0"/>
                </a:cubicBezTo>
                <a:lnTo>
                  <a:pt x="50800" y="0"/>
                </a:lnTo>
                <a:cubicBezTo>
                  <a:pt x="22745" y="0"/>
                  <a:pt x="0" y="22746"/>
                  <a:pt x="0" y="50800"/>
                </a:cubicBezTo>
                <a:lnTo>
                  <a:pt x="0" y="406400"/>
                </a:lnTo>
                <a:cubicBezTo>
                  <a:pt x="0" y="434455"/>
                  <a:pt x="22745" y="457200"/>
                  <a:pt x="50800" y="457200"/>
                </a:cubicBezTo>
                <a:lnTo>
                  <a:pt x="406400" y="457200"/>
                </a:lnTo>
                <a:cubicBezTo>
                  <a:pt x="434454" y="457200"/>
                  <a:pt x="457200" y="434455"/>
                  <a:pt x="457200" y="406400"/>
                </a:cubicBezTo>
                <a:lnTo>
                  <a:pt x="457200" y="50800"/>
                </a:lnTo>
                <a:close/>
                <a:moveTo>
                  <a:pt x="406400" y="457200"/>
                </a:moveTo>
              </a:path>
            </a:pathLst>
          </a:custGeom>
          <a:solidFill>
            <a:srgbClr val="77B255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6" name="Freeform 196"/>
          <p:cNvSpPr/>
          <p:nvPr/>
        </p:nvSpPr>
        <p:spPr>
          <a:xfrm flipV="1">
            <a:off x="813242" y="3005328"/>
            <a:ext cx="194362" cy="188892"/>
          </a:xfrm>
          <a:custGeom>
            <a:avLst/>
            <a:gdLst/>
            <a:ahLst/>
            <a:cxnLst/>
            <a:rect l="0" t="0" r="0" b="0"/>
            <a:pathLst>
              <a:path w="321704" h="312649">
                <a:moveTo>
                  <a:pt x="302807" y="303111"/>
                </a:moveTo>
                <a:cubicBezTo>
                  <a:pt x="288125" y="312649"/>
                  <a:pt x="268466" y="308470"/>
                  <a:pt x="258890" y="293764"/>
                </a:cubicBezTo>
                <a:lnTo>
                  <a:pt x="120638" y="80671"/>
                </a:lnTo>
                <a:lnTo>
                  <a:pt x="56769" y="139726"/>
                </a:lnTo>
                <a:cubicBezTo>
                  <a:pt x="43892" y="151638"/>
                  <a:pt x="23800" y="150838"/>
                  <a:pt x="11900" y="137973"/>
                </a:cubicBezTo>
                <a:cubicBezTo>
                  <a:pt x="0" y="125095"/>
                  <a:pt x="788" y="105004"/>
                  <a:pt x="13666" y="93104"/>
                </a:cubicBezTo>
                <a:lnTo>
                  <a:pt x="105220" y="8446"/>
                </a:lnTo>
                <a:cubicBezTo>
                  <a:pt x="111316" y="2794"/>
                  <a:pt x="119063" y="0"/>
                  <a:pt x="126759" y="0"/>
                </a:cubicBezTo>
                <a:cubicBezTo>
                  <a:pt x="135306" y="0"/>
                  <a:pt x="146241" y="3582"/>
                  <a:pt x="153416" y="14465"/>
                </a:cubicBezTo>
                <a:cubicBezTo>
                  <a:pt x="157633" y="20892"/>
                  <a:pt x="312166" y="259194"/>
                  <a:pt x="312166" y="259194"/>
                </a:cubicBezTo>
                <a:cubicBezTo>
                  <a:pt x="321704" y="273914"/>
                  <a:pt x="317513" y="293573"/>
                  <a:pt x="302807" y="303111"/>
                </a:cubicBezTo>
                <a:lnTo>
                  <a:pt x="302807" y="303111"/>
                </a:lnTo>
                <a:close/>
                <a:moveTo>
                  <a:pt x="11748" y="383908"/>
                </a:moveTo>
              </a:path>
            </a:pathLst>
          </a:custGeom>
          <a:solidFill>
            <a:srgbClr val="FFFFFF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7" name="Freeform 197"/>
          <p:cNvSpPr/>
          <p:nvPr/>
        </p:nvSpPr>
        <p:spPr>
          <a:xfrm flipV="1">
            <a:off x="771524" y="3381375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457200" h="457200">
                <a:moveTo>
                  <a:pt x="457200" y="50800"/>
                </a:moveTo>
                <a:cubicBezTo>
                  <a:pt x="457200" y="22746"/>
                  <a:pt x="434454" y="0"/>
                  <a:pt x="406400" y="0"/>
                </a:cubicBezTo>
                <a:lnTo>
                  <a:pt x="50800" y="0"/>
                </a:lnTo>
                <a:cubicBezTo>
                  <a:pt x="22745" y="0"/>
                  <a:pt x="0" y="22746"/>
                  <a:pt x="0" y="50800"/>
                </a:cubicBezTo>
                <a:lnTo>
                  <a:pt x="0" y="406400"/>
                </a:lnTo>
                <a:cubicBezTo>
                  <a:pt x="0" y="434455"/>
                  <a:pt x="22745" y="457200"/>
                  <a:pt x="50800" y="457200"/>
                </a:cubicBezTo>
                <a:lnTo>
                  <a:pt x="406400" y="457200"/>
                </a:lnTo>
                <a:cubicBezTo>
                  <a:pt x="434454" y="457200"/>
                  <a:pt x="457200" y="434455"/>
                  <a:pt x="457200" y="406400"/>
                </a:cubicBezTo>
                <a:lnTo>
                  <a:pt x="457200" y="50800"/>
                </a:lnTo>
                <a:close/>
                <a:moveTo>
                  <a:pt x="406400" y="457200"/>
                </a:moveTo>
              </a:path>
            </a:pathLst>
          </a:custGeom>
          <a:solidFill>
            <a:srgbClr val="77B255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8" name="Freeform 198"/>
          <p:cNvSpPr/>
          <p:nvPr/>
        </p:nvSpPr>
        <p:spPr>
          <a:xfrm flipV="1">
            <a:off x="813242" y="3424428"/>
            <a:ext cx="194362" cy="188892"/>
          </a:xfrm>
          <a:custGeom>
            <a:avLst/>
            <a:gdLst/>
            <a:ahLst/>
            <a:cxnLst/>
            <a:rect l="0" t="0" r="0" b="0"/>
            <a:pathLst>
              <a:path w="321704" h="312649">
                <a:moveTo>
                  <a:pt x="302807" y="303111"/>
                </a:moveTo>
                <a:cubicBezTo>
                  <a:pt x="288125" y="312649"/>
                  <a:pt x="268466" y="308470"/>
                  <a:pt x="258890" y="293764"/>
                </a:cubicBezTo>
                <a:lnTo>
                  <a:pt x="120638" y="80671"/>
                </a:lnTo>
                <a:lnTo>
                  <a:pt x="56769" y="139726"/>
                </a:lnTo>
                <a:cubicBezTo>
                  <a:pt x="43892" y="151638"/>
                  <a:pt x="23800" y="150838"/>
                  <a:pt x="11900" y="137973"/>
                </a:cubicBezTo>
                <a:cubicBezTo>
                  <a:pt x="0" y="125095"/>
                  <a:pt x="788" y="105004"/>
                  <a:pt x="13666" y="93104"/>
                </a:cubicBezTo>
                <a:lnTo>
                  <a:pt x="105220" y="8446"/>
                </a:lnTo>
                <a:cubicBezTo>
                  <a:pt x="111316" y="2794"/>
                  <a:pt x="119063" y="0"/>
                  <a:pt x="126759" y="0"/>
                </a:cubicBezTo>
                <a:cubicBezTo>
                  <a:pt x="135306" y="0"/>
                  <a:pt x="146241" y="3582"/>
                  <a:pt x="153416" y="14465"/>
                </a:cubicBezTo>
                <a:cubicBezTo>
                  <a:pt x="157633" y="20892"/>
                  <a:pt x="312166" y="259194"/>
                  <a:pt x="312166" y="259194"/>
                </a:cubicBezTo>
                <a:cubicBezTo>
                  <a:pt x="321704" y="273914"/>
                  <a:pt x="317513" y="293573"/>
                  <a:pt x="302807" y="303111"/>
                </a:cubicBezTo>
                <a:lnTo>
                  <a:pt x="302807" y="303111"/>
                </a:lnTo>
                <a:close/>
                <a:moveTo>
                  <a:pt x="11748" y="383908"/>
                </a:moveTo>
              </a:path>
            </a:pathLst>
          </a:custGeom>
          <a:solidFill>
            <a:srgbClr val="FFFFFF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9" name="Freeform 199"/>
          <p:cNvSpPr/>
          <p:nvPr/>
        </p:nvSpPr>
        <p:spPr>
          <a:xfrm flipV="1">
            <a:off x="771524" y="3790950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457200" h="457200">
                <a:moveTo>
                  <a:pt x="457200" y="50800"/>
                </a:moveTo>
                <a:cubicBezTo>
                  <a:pt x="457200" y="22746"/>
                  <a:pt x="434454" y="0"/>
                  <a:pt x="406400" y="0"/>
                </a:cubicBezTo>
                <a:lnTo>
                  <a:pt x="50800" y="0"/>
                </a:lnTo>
                <a:cubicBezTo>
                  <a:pt x="22745" y="0"/>
                  <a:pt x="0" y="22746"/>
                  <a:pt x="0" y="50800"/>
                </a:cubicBezTo>
                <a:lnTo>
                  <a:pt x="0" y="406400"/>
                </a:lnTo>
                <a:cubicBezTo>
                  <a:pt x="0" y="434455"/>
                  <a:pt x="22745" y="457200"/>
                  <a:pt x="50800" y="457200"/>
                </a:cubicBezTo>
                <a:lnTo>
                  <a:pt x="406400" y="457200"/>
                </a:lnTo>
                <a:cubicBezTo>
                  <a:pt x="434454" y="457200"/>
                  <a:pt x="457200" y="434455"/>
                  <a:pt x="457200" y="406400"/>
                </a:cubicBezTo>
                <a:lnTo>
                  <a:pt x="457200" y="50800"/>
                </a:lnTo>
                <a:close/>
                <a:moveTo>
                  <a:pt x="406400" y="457200"/>
                </a:moveTo>
              </a:path>
            </a:pathLst>
          </a:custGeom>
          <a:solidFill>
            <a:srgbClr val="77B255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0" name="Freeform 200"/>
          <p:cNvSpPr/>
          <p:nvPr/>
        </p:nvSpPr>
        <p:spPr>
          <a:xfrm flipV="1">
            <a:off x="813242" y="3834003"/>
            <a:ext cx="194362" cy="188892"/>
          </a:xfrm>
          <a:custGeom>
            <a:avLst/>
            <a:gdLst/>
            <a:ahLst/>
            <a:cxnLst/>
            <a:rect l="0" t="0" r="0" b="0"/>
            <a:pathLst>
              <a:path w="321704" h="312649">
                <a:moveTo>
                  <a:pt x="302807" y="303111"/>
                </a:moveTo>
                <a:cubicBezTo>
                  <a:pt x="288125" y="312649"/>
                  <a:pt x="268466" y="308470"/>
                  <a:pt x="258890" y="293764"/>
                </a:cubicBezTo>
                <a:lnTo>
                  <a:pt x="120638" y="80671"/>
                </a:lnTo>
                <a:lnTo>
                  <a:pt x="56769" y="139726"/>
                </a:lnTo>
                <a:cubicBezTo>
                  <a:pt x="43892" y="151638"/>
                  <a:pt x="23800" y="150838"/>
                  <a:pt x="11900" y="137973"/>
                </a:cubicBezTo>
                <a:cubicBezTo>
                  <a:pt x="0" y="125095"/>
                  <a:pt x="788" y="105004"/>
                  <a:pt x="13666" y="93104"/>
                </a:cubicBezTo>
                <a:lnTo>
                  <a:pt x="105220" y="8446"/>
                </a:lnTo>
                <a:cubicBezTo>
                  <a:pt x="111316" y="2794"/>
                  <a:pt x="119063" y="0"/>
                  <a:pt x="126759" y="0"/>
                </a:cubicBezTo>
                <a:cubicBezTo>
                  <a:pt x="135306" y="0"/>
                  <a:pt x="146241" y="3582"/>
                  <a:pt x="153416" y="14465"/>
                </a:cubicBezTo>
                <a:cubicBezTo>
                  <a:pt x="157633" y="20892"/>
                  <a:pt x="312166" y="259194"/>
                  <a:pt x="312166" y="259194"/>
                </a:cubicBezTo>
                <a:cubicBezTo>
                  <a:pt x="321704" y="273914"/>
                  <a:pt x="317513" y="293573"/>
                  <a:pt x="302807" y="303111"/>
                </a:cubicBezTo>
                <a:lnTo>
                  <a:pt x="302807" y="303111"/>
                </a:lnTo>
                <a:close/>
                <a:moveTo>
                  <a:pt x="11748" y="383908"/>
                </a:moveTo>
              </a:path>
            </a:pathLst>
          </a:custGeom>
          <a:solidFill>
            <a:srgbClr val="FFFFFF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1" name="Freeform 201"/>
          <p:cNvSpPr/>
          <p:nvPr/>
        </p:nvSpPr>
        <p:spPr>
          <a:xfrm flipV="1">
            <a:off x="771524" y="5038725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457200" h="457200">
                <a:moveTo>
                  <a:pt x="457200" y="50800"/>
                </a:moveTo>
                <a:cubicBezTo>
                  <a:pt x="457200" y="22746"/>
                  <a:pt x="434454" y="0"/>
                  <a:pt x="406400" y="0"/>
                </a:cubicBezTo>
                <a:lnTo>
                  <a:pt x="50800" y="0"/>
                </a:lnTo>
                <a:cubicBezTo>
                  <a:pt x="22745" y="0"/>
                  <a:pt x="0" y="22746"/>
                  <a:pt x="0" y="50800"/>
                </a:cubicBezTo>
                <a:lnTo>
                  <a:pt x="0" y="406400"/>
                </a:lnTo>
                <a:cubicBezTo>
                  <a:pt x="0" y="434455"/>
                  <a:pt x="22745" y="457200"/>
                  <a:pt x="50800" y="457200"/>
                </a:cubicBezTo>
                <a:lnTo>
                  <a:pt x="406400" y="457200"/>
                </a:lnTo>
                <a:cubicBezTo>
                  <a:pt x="434454" y="457200"/>
                  <a:pt x="457200" y="434455"/>
                  <a:pt x="457200" y="406400"/>
                </a:cubicBezTo>
                <a:lnTo>
                  <a:pt x="457200" y="50800"/>
                </a:lnTo>
                <a:close/>
                <a:moveTo>
                  <a:pt x="406400" y="457200"/>
                </a:moveTo>
              </a:path>
            </a:pathLst>
          </a:custGeom>
          <a:solidFill>
            <a:srgbClr val="77B255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2" name="Freeform 202"/>
          <p:cNvSpPr/>
          <p:nvPr/>
        </p:nvSpPr>
        <p:spPr>
          <a:xfrm flipV="1">
            <a:off x="813242" y="5081778"/>
            <a:ext cx="194362" cy="188892"/>
          </a:xfrm>
          <a:custGeom>
            <a:avLst/>
            <a:gdLst/>
            <a:ahLst/>
            <a:cxnLst/>
            <a:rect l="0" t="0" r="0" b="0"/>
            <a:pathLst>
              <a:path w="321704" h="312649">
                <a:moveTo>
                  <a:pt x="302807" y="303111"/>
                </a:moveTo>
                <a:cubicBezTo>
                  <a:pt x="288125" y="312649"/>
                  <a:pt x="268466" y="308470"/>
                  <a:pt x="258890" y="293764"/>
                </a:cubicBezTo>
                <a:lnTo>
                  <a:pt x="120638" y="80671"/>
                </a:lnTo>
                <a:lnTo>
                  <a:pt x="56769" y="139726"/>
                </a:lnTo>
                <a:cubicBezTo>
                  <a:pt x="43892" y="151638"/>
                  <a:pt x="23800" y="150838"/>
                  <a:pt x="11900" y="137973"/>
                </a:cubicBezTo>
                <a:cubicBezTo>
                  <a:pt x="0" y="125095"/>
                  <a:pt x="788" y="105004"/>
                  <a:pt x="13666" y="93104"/>
                </a:cubicBezTo>
                <a:lnTo>
                  <a:pt x="105220" y="8446"/>
                </a:lnTo>
                <a:cubicBezTo>
                  <a:pt x="111316" y="2794"/>
                  <a:pt x="119063" y="0"/>
                  <a:pt x="126759" y="0"/>
                </a:cubicBezTo>
                <a:cubicBezTo>
                  <a:pt x="135306" y="0"/>
                  <a:pt x="146241" y="3582"/>
                  <a:pt x="153416" y="14465"/>
                </a:cubicBezTo>
                <a:cubicBezTo>
                  <a:pt x="157633" y="20892"/>
                  <a:pt x="312166" y="259194"/>
                  <a:pt x="312166" y="259194"/>
                </a:cubicBezTo>
                <a:cubicBezTo>
                  <a:pt x="321704" y="273914"/>
                  <a:pt x="317513" y="293573"/>
                  <a:pt x="302807" y="303111"/>
                </a:cubicBezTo>
                <a:lnTo>
                  <a:pt x="302807" y="303111"/>
                </a:lnTo>
                <a:close/>
                <a:moveTo>
                  <a:pt x="11748" y="383908"/>
                </a:moveTo>
              </a:path>
            </a:pathLst>
          </a:custGeom>
          <a:solidFill>
            <a:srgbClr val="FFFFFF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3" name="Freeform 203"/>
          <p:cNvSpPr/>
          <p:nvPr/>
        </p:nvSpPr>
        <p:spPr>
          <a:xfrm flipV="1">
            <a:off x="771524" y="5867400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457200" h="457200">
                <a:moveTo>
                  <a:pt x="457200" y="50800"/>
                </a:moveTo>
                <a:cubicBezTo>
                  <a:pt x="457200" y="22746"/>
                  <a:pt x="434454" y="0"/>
                  <a:pt x="406400" y="0"/>
                </a:cubicBezTo>
                <a:lnTo>
                  <a:pt x="50800" y="0"/>
                </a:lnTo>
                <a:cubicBezTo>
                  <a:pt x="22745" y="0"/>
                  <a:pt x="0" y="22746"/>
                  <a:pt x="0" y="50800"/>
                </a:cubicBezTo>
                <a:lnTo>
                  <a:pt x="0" y="406400"/>
                </a:lnTo>
                <a:cubicBezTo>
                  <a:pt x="0" y="434455"/>
                  <a:pt x="22745" y="457200"/>
                  <a:pt x="50800" y="457200"/>
                </a:cubicBezTo>
                <a:lnTo>
                  <a:pt x="406400" y="457200"/>
                </a:lnTo>
                <a:cubicBezTo>
                  <a:pt x="434454" y="457200"/>
                  <a:pt x="457200" y="434455"/>
                  <a:pt x="457200" y="406400"/>
                </a:cubicBezTo>
                <a:lnTo>
                  <a:pt x="457200" y="50800"/>
                </a:lnTo>
                <a:close/>
                <a:moveTo>
                  <a:pt x="406400" y="457200"/>
                </a:moveTo>
              </a:path>
            </a:pathLst>
          </a:custGeom>
          <a:solidFill>
            <a:srgbClr val="77B255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4" name="Freeform 204"/>
          <p:cNvSpPr/>
          <p:nvPr/>
        </p:nvSpPr>
        <p:spPr>
          <a:xfrm flipV="1">
            <a:off x="813242" y="5910453"/>
            <a:ext cx="194362" cy="188892"/>
          </a:xfrm>
          <a:custGeom>
            <a:avLst/>
            <a:gdLst/>
            <a:ahLst/>
            <a:cxnLst/>
            <a:rect l="0" t="0" r="0" b="0"/>
            <a:pathLst>
              <a:path w="321704" h="312649">
                <a:moveTo>
                  <a:pt x="302807" y="303111"/>
                </a:moveTo>
                <a:cubicBezTo>
                  <a:pt x="288125" y="312649"/>
                  <a:pt x="268466" y="308470"/>
                  <a:pt x="258890" y="293764"/>
                </a:cubicBezTo>
                <a:lnTo>
                  <a:pt x="120638" y="80671"/>
                </a:lnTo>
                <a:lnTo>
                  <a:pt x="56769" y="139726"/>
                </a:lnTo>
                <a:cubicBezTo>
                  <a:pt x="43892" y="151638"/>
                  <a:pt x="23800" y="150838"/>
                  <a:pt x="11900" y="137973"/>
                </a:cubicBezTo>
                <a:cubicBezTo>
                  <a:pt x="0" y="125095"/>
                  <a:pt x="788" y="105004"/>
                  <a:pt x="13666" y="93104"/>
                </a:cubicBezTo>
                <a:lnTo>
                  <a:pt x="105220" y="8446"/>
                </a:lnTo>
                <a:cubicBezTo>
                  <a:pt x="111316" y="2794"/>
                  <a:pt x="119063" y="0"/>
                  <a:pt x="126759" y="0"/>
                </a:cubicBezTo>
                <a:cubicBezTo>
                  <a:pt x="135306" y="0"/>
                  <a:pt x="146241" y="3582"/>
                  <a:pt x="153416" y="14465"/>
                </a:cubicBezTo>
                <a:cubicBezTo>
                  <a:pt x="157633" y="20892"/>
                  <a:pt x="312166" y="259194"/>
                  <a:pt x="312166" y="259194"/>
                </a:cubicBezTo>
                <a:cubicBezTo>
                  <a:pt x="321704" y="273914"/>
                  <a:pt x="317513" y="293573"/>
                  <a:pt x="302807" y="303111"/>
                </a:cubicBezTo>
                <a:lnTo>
                  <a:pt x="302807" y="303111"/>
                </a:lnTo>
                <a:close/>
                <a:moveTo>
                  <a:pt x="11748" y="383908"/>
                </a:moveTo>
              </a:path>
            </a:pathLst>
          </a:custGeom>
          <a:solidFill>
            <a:srgbClr val="FFFFFF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5" name="Freeform 205"/>
          <p:cNvSpPr/>
          <p:nvPr/>
        </p:nvSpPr>
        <p:spPr>
          <a:xfrm flipV="1">
            <a:off x="1952624" y="5848350"/>
            <a:ext cx="1323975" cy="371474"/>
          </a:xfrm>
          <a:custGeom>
            <a:avLst/>
            <a:gdLst/>
            <a:ahLst/>
            <a:cxnLst/>
            <a:rect l="0" t="0" r="0" b="0"/>
            <a:pathLst>
              <a:path w="1765301" h="495300">
                <a:moveTo>
                  <a:pt x="1" y="76200"/>
                </a:moveTo>
                <a:lnTo>
                  <a:pt x="1" y="419100"/>
                </a:lnTo>
                <a:cubicBezTo>
                  <a:pt x="0" y="424104"/>
                  <a:pt x="488" y="429060"/>
                  <a:pt x="1465" y="433966"/>
                </a:cubicBezTo>
                <a:cubicBezTo>
                  <a:pt x="2441" y="438874"/>
                  <a:pt x="3886" y="443639"/>
                  <a:pt x="5801" y="448262"/>
                </a:cubicBezTo>
                <a:cubicBezTo>
                  <a:pt x="7715" y="452884"/>
                  <a:pt x="10062" y="457275"/>
                  <a:pt x="12842" y="461435"/>
                </a:cubicBezTo>
                <a:cubicBezTo>
                  <a:pt x="15622" y="465595"/>
                  <a:pt x="18781" y="469445"/>
                  <a:pt x="22319" y="472982"/>
                </a:cubicBezTo>
                <a:cubicBezTo>
                  <a:pt x="25857" y="476521"/>
                  <a:pt x="29706" y="479680"/>
                  <a:pt x="33866" y="482459"/>
                </a:cubicBezTo>
                <a:cubicBezTo>
                  <a:pt x="38026" y="485240"/>
                  <a:pt x="42417" y="487587"/>
                  <a:pt x="47040" y="489502"/>
                </a:cubicBezTo>
                <a:cubicBezTo>
                  <a:pt x="51662" y="491415"/>
                  <a:pt x="56427" y="492860"/>
                  <a:pt x="61334" y="493836"/>
                </a:cubicBezTo>
                <a:cubicBezTo>
                  <a:pt x="66242" y="494812"/>
                  <a:pt x="71197" y="495300"/>
                  <a:pt x="76201" y="495300"/>
                </a:cubicBezTo>
                <a:lnTo>
                  <a:pt x="1689101" y="495300"/>
                </a:lnTo>
                <a:cubicBezTo>
                  <a:pt x="1694104" y="495300"/>
                  <a:pt x="1699059" y="494812"/>
                  <a:pt x="1703966" y="493836"/>
                </a:cubicBezTo>
                <a:cubicBezTo>
                  <a:pt x="1708873" y="492860"/>
                  <a:pt x="1713638" y="491415"/>
                  <a:pt x="1718261" y="489502"/>
                </a:cubicBezTo>
                <a:cubicBezTo>
                  <a:pt x="1722883" y="487587"/>
                  <a:pt x="1727275" y="485240"/>
                  <a:pt x="1731435" y="482459"/>
                </a:cubicBezTo>
                <a:cubicBezTo>
                  <a:pt x="1735595" y="479680"/>
                  <a:pt x="1739444" y="476521"/>
                  <a:pt x="1742982" y="472982"/>
                </a:cubicBezTo>
                <a:cubicBezTo>
                  <a:pt x="1746520" y="469445"/>
                  <a:pt x="1749679" y="465595"/>
                  <a:pt x="1752458" y="461435"/>
                </a:cubicBezTo>
                <a:cubicBezTo>
                  <a:pt x="1755238" y="457275"/>
                  <a:pt x="1757585" y="452884"/>
                  <a:pt x="1759500" y="448262"/>
                </a:cubicBezTo>
                <a:cubicBezTo>
                  <a:pt x="1761414" y="443639"/>
                  <a:pt x="1762860" y="438874"/>
                  <a:pt x="1763836" y="433966"/>
                </a:cubicBezTo>
                <a:cubicBezTo>
                  <a:pt x="1764812" y="429060"/>
                  <a:pt x="1765301" y="424104"/>
                  <a:pt x="1765301" y="419100"/>
                </a:cubicBezTo>
                <a:lnTo>
                  <a:pt x="1765301" y="76200"/>
                </a:lnTo>
                <a:cubicBezTo>
                  <a:pt x="1765301" y="71198"/>
                  <a:pt x="1764812" y="66243"/>
                  <a:pt x="1763836" y="61336"/>
                </a:cubicBezTo>
                <a:cubicBezTo>
                  <a:pt x="1762860" y="56428"/>
                  <a:pt x="1761414" y="51663"/>
                  <a:pt x="1759500" y="47041"/>
                </a:cubicBezTo>
                <a:cubicBezTo>
                  <a:pt x="1757585" y="42419"/>
                  <a:pt x="1755238" y="38027"/>
                  <a:pt x="1752458" y="33867"/>
                </a:cubicBezTo>
                <a:cubicBezTo>
                  <a:pt x="1749679" y="29706"/>
                  <a:pt x="1746520" y="25858"/>
                  <a:pt x="1742982" y="22319"/>
                </a:cubicBezTo>
                <a:cubicBezTo>
                  <a:pt x="1739444" y="18782"/>
                  <a:pt x="1735595" y="15624"/>
                  <a:pt x="1731434" y="12844"/>
                </a:cubicBezTo>
                <a:cubicBezTo>
                  <a:pt x="1727275" y="10065"/>
                  <a:pt x="1722883" y="7718"/>
                  <a:pt x="1718261" y="5802"/>
                </a:cubicBezTo>
                <a:cubicBezTo>
                  <a:pt x="1713638" y="3888"/>
                  <a:pt x="1708873" y="2442"/>
                  <a:pt x="1703966" y="1466"/>
                </a:cubicBezTo>
                <a:cubicBezTo>
                  <a:pt x="1699059" y="490"/>
                  <a:pt x="1694104" y="1"/>
                  <a:pt x="1689101" y="0"/>
                </a:cubicBezTo>
                <a:lnTo>
                  <a:pt x="76201" y="0"/>
                </a:lnTo>
                <a:cubicBezTo>
                  <a:pt x="71197" y="1"/>
                  <a:pt x="66242" y="490"/>
                  <a:pt x="61334" y="1466"/>
                </a:cubicBezTo>
                <a:cubicBezTo>
                  <a:pt x="56427" y="2442"/>
                  <a:pt x="51662" y="3888"/>
                  <a:pt x="47040" y="5802"/>
                </a:cubicBezTo>
                <a:cubicBezTo>
                  <a:pt x="42417" y="7718"/>
                  <a:pt x="38026" y="10065"/>
                  <a:pt x="33866" y="12844"/>
                </a:cubicBezTo>
                <a:cubicBezTo>
                  <a:pt x="29706" y="15624"/>
                  <a:pt x="25857" y="18782"/>
                  <a:pt x="22319" y="22319"/>
                </a:cubicBezTo>
                <a:cubicBezTo>
                  <a:pt x="18781" y="25858"/>
                  <a:pt x="15622" y="29706"/>
                  <a:pt x="12842" y="33866"/>
                </a:cubicBezTo>
                <a:cubicBezTo>
                  <a:pt x="10062" y="38027"/>
                  <a:pt x="7715" y="42419"/>
                  <a:pt x="5801" y="47041"/>
                </a:cubicBezTo>
                <a:cubicBezTo>
                  <a:pt x="3886" y="51663"/>
                  <a:pt x="2441" y="56428"/>
                  <a:pt x="1465" y="61336"/>
                </a:cubicBezTo>
                <a:cubicBezTo>
                  <a:pt x="488" y="66243"/>
                  <a:pt x="0" y="71198"/>
                  <a:pt x="1" y="76200"/>
                </a:cubicBezTo>
                <a:close/>
                <a:moveTo>
                  <a:pt x="5613401" y="8293100"/>
                </a:moveTo>
              </a:path>
            </a:pathLst>
          </a:custGeom>
          <a:solidFill>
            <a:srgbClr val="AFB8C1">
              <a:alpha val="2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6" name="Rectangle 206"/>
          <p:cNvSpPr/>
          <p:nvPr/>
        </p:nvSpPr>
        <p:spPr>
          <a:xfrm>
            <a:off x="747712" y="502898"/>
            <a:ext cx="5319643" cy="567891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Th</a:t>
            </a:r>
            <a:r>
              <a:rPr lang="en-GB" sz="3479" b="1" i="0" spc="749" baseline="0" dirty="0">
                <a:solidFill>
                  <a:srgbClr val="224466"/>
                </a:solidFill>
                <a:latin typeface="Arial"/>
              </a:rPr>
              <a:t>e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Goo</a:t>
            </a:r>
            <a:r>
              <a:rPr lang="en-GB" sz="3479" b="1" i="0" spc="750" baseline="0" dirty="0">
                <a:solidFill>
                  <a:srgbClr val="224466"/>
                </a:solidFill>
                <a:latin typeface="Arial"/>
              </a:rPr>
              <a:t>d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an</a:t>
            </a:r>
            <a:r>
              <a:rPr lang="en-GB" sz="3479" b="1" i="0" spc="750" baseline="0" dirty="0">
                <a:solidFill>
                  <a:srgbClr val="224466"/>
                </a:solidFill>
                <a:latin typeface="Arial"/>
              </a:rPr>
              <a:t>d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Ba</a:t>
            </a:r>
            <a:r>
              <a:rPr lang="en-GB" sz="3479" b="1" i="0" spc="750" baseline="0" dirty="0">
                <a:solidFill>
                  <a:srgbClr val="224466"/>
                </a:solidFill>
                <a:latin typeface="Arial"/>
              </a:rPr>
              <a:t>d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o</a:t>
            </a:r>
            <a:r>
              <a:rPr lang="en-GB" sz="3479" b="1" i="0" spc="750" baseline="0" dirty="0">
                <a:solidFill>
                  <a:srgbClr val="224466"/>
                </a:solidFill>
                <a:latin typeface="Arial"/>
              </a:rPr>
              <a:t>f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LLMs</a:t>
            </a:r>
          </a:p>
          <a:p>
            <a:pPr marL="0">
              <a:lnSpc>
                <a:spcPts val="7012"/>
              </a:lnSpc>
            </a:pPr>
            <a:r>
              <a:rPr lang="en-GB" sz="2392" b="1" i="0" spc="0" baseline="0" dirty="0">
                <a:solidFill>
                  <a:srgbClr val="1F2328"/>
                </a:solidFill>
                <a:latin typeface="Arial"/>
              </a:rPr>
              <a:t>Strengths</a:t>
            </a:r>
          </a:p>
          <a:p>
            <a:pPr marL="377807">
              <a:lnSpc>
                <a:spcPts val="4147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Structure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programmabl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tasks</a:t>
            </a:r>
          </a:p>
          <a:p>
            <a:pPr marL="377807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Formativ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structure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feedback</a:t>
            </a:r>
          </a:p>
          <a:p>
            <a:pPr marL="377807">
              <a:lnSpc>
                <a:spcPts val="32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Socrati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c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dialogu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learning</a:t>
            </a:r>
          </a:p>
          <a:p>
            <a:pPr marL="377807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Synthesis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especiall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cross-disciplinary</a:t>
            </a:r>
          </a:p>
          <a:p>
            <a:pPr marL="377807">
              <a:lnSpc>
                <a:spcPts val="32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Semanti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c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searc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h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kill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gatekeeping</a:t>
            </a:r>
          </a:p>
          <a:p>
            <a:pPr marL="0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(missin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g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technica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l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terminolog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ma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be</a:t>
            </a:r>
          </a:p>
          <a:p>
            <a:pPr marL="0">
              <a:lnSpc>
                <a:spcPts val="32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inferre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fro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m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contex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description)</a:t>
            </a:r>
          </a:p>
          <a:p>
            <a:pPr marL="377807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Wid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choic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f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model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eac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h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wit</a:t>
            </a:r>
            <a:r>
              <a:rPr lang="en-GB" sz="2174" b="0" i="0" spc="505" baseline="0" dirty="0">
                <a:solidFill>
                  <a:srgbClr val="1F2328"/>
                </a:solidFill>
                <a:latin typeface="Arial"/>
              </a:rPr>
              <a:t>h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very</a:t>
            </a:r>
          </a:p>
          <a:p>
            <a:pPr marL="0">
              <a:lnSpc>
                <a:spcPts val="3224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differen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strengths</a:t>
            </a:r>
          </a:p>
          <a:p>
            <a:pPr marL="377807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Us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1244" baseline="0" dirty="0">
                <a:solidFill>
                  <a:srgbClr val="1F2328"/>
                </a:solidFill>
                <a:latin typeface="Arial"/>
              </a:rPr>
              <a:t>f</a:t>
            </a:r>
            <a:r>
              <a:rPr lang="en-GB" sz="1848" b="0" i="0" spc="0" baseline="0" dirty="0">
                <a:solidFill>
                  <a:srgbClr val="1F2328"/>
                </a:solidFill>
                <a:latin typeface="Menlo"/>
              </a:rPr>
              <a:t>markdow</a:t>
            </a:r>
            <a:r>
              <a:rPr lang="en-GB" sz="1848" b="0" i="0" spc="1215" baseline="0" dirty="0">
                <a:solidFill>
                  <a:srgbClr val="1F2328"/>
                </a:solidFill>
                <a:latin typeface="Menlo"/>
              </a:rPr>
              <a:t>n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fo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structure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data</a:t>
            </a:r>
          </a:p>
        </p:txBody>
      </p:sp>
      <p:sp>
        <p:nvSpPr>
          <p:cNvPr id="207" name="Rectangle 207"/>
          <p:cNvSpPr/>
          <p:nvPr/>
        </p:nvSpPr>
        <p:spPr>
          <a:xfrm>
            <a:off x="6372224" y="1558394"/>
            <a:ext cx="4929766" cy="462341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2392" b="1" i="0" spc="0" baseline="0" dirty="0">
                <a:solidFill>
                  <a:srgbClr val="1F2328"/>
                </a:solidFill>
                <a:latin typeface="Arial"/>
              </a:rPr>
              <a:t>Weaknesses</a:t>
            </a:r>
          </a:p>
          <a:p>
            <a:pPr marL="0">
              <a:lnSpc>
                <a:spcPts val="4147"/>
              </a:lnSpc>
            </a:pPr>
            <a:r>
              <a:rPr lang="en-GB" sz="2174" b="0" i="0" spc="482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❌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Wil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l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confidentl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y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li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yo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u</a:t>
            </a:r>
            <a:r>
              <a:rPr lang="en-GB" sz="2174" b="0" i="0" spc="482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❌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Will</a:t>
            </a:r>
          </a:p>
          <a:p>
            <a:pPr marL="0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hallucinat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befor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admittin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g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failur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e</a:t>
            </a:r>
            <a:r>
              <a:rPr lang="en-GB" sz="2174" b="0" i="0" spc="482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❌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Will</a:t>
            </a:r>
          </a:p>
          <a:p>
            <a:pPr marL="0">
              <a:lnSpc>
                <a:spcPts val="3225"/>
              </a:lnSpc>
            </a:pP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eve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hallucinat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cod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function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s</a:t>
            </a:r>
            <a:r>
              <a:rPr lang="en-GB" sz="2174" b="0" i="0" spc="482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❌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Few</a:t>
            </a:r>
          </a:p>
          <a:p>
            <a:pPr marL="0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model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rea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attachment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i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ful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l</a:t>
            </a:r>
            <a:r>
              <a:rPr lang="en-GB" sz="2174" b="0" i="0" spc="482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❌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Few</a:t>
            </a:r>
          </a:p>
          <a:p>
            <a:pPr marL="0">
              <a:lnSpc>
                <a:spcPts val="3225"/>
              </a:lnSpc>
            </a:pP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model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wil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l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limi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th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scop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o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f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their</a:t>
            </a:r>
          </a:p>
          <a:p>
            <a:pPr marL="0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response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t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o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you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supplie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document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s❌</a:t>
            </a:r>
          </a:p>
          <a:p>
            <a:pPr marL="0">
              <a:lnSpc>
                <a:spcPts val="3225"/>
              </a:lnSpc>
            </a:pP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Fre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model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hav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ver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y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lo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w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mode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l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context,</a:t>
            </a:r>
          </a:p>
          <a:p>
            <a:pPr marL="0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meanin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g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you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earlies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instruction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ma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y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be</a:t>
            </a:r>
          </a:p>
          <a:p>
            <a:pPr marL="0">
              <a:lnSpc>
                <a:spcPts val="3224"/>
              </a:lnSpc>
            </a:pP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silentl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y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forgotte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n</a:t>
            </a:r>
            <a:r>
              <a:rPr lang="en-GB" sz="2174" b="0" i="0" spc="482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❌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**Privac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y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probably</a:t>
            </a:r>
          </a:p>
          <a:p>
            <a:pPr marL="0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doesn'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exist*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*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Freeform 208"/>
          <p:cNvSpPr/>
          <p:nvPr/>
        </p:nvSpPr>
        <p:spPr>
          <a:xfrm flipV="1">
            <a:off x="0" y="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9" name="Freeform 209"/>
          <p:cNvSpPr/>
          <p:nvPr/>
        </p:nvSpPr>
        <p:spPr>
          <a:xfrm flipV="1">
            <a:off x="0" y="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0" name="Freeform 210"/>
          <p:cNvSpPr/>
          <p:nvPr/>
        </p:nvSpPr>
        <p:spPr>
          <a:xfrm flipV="1">
            <a:off x="771524" y="2133600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457200" h="457200">
                <a:moveTo>
                  <a:pt x="457200" y="50800"/>
                </a:moveTo>
                <a:cubicBezTo>
                  <a:pt x="457200" y="22746"/>
                  <a:pt x="434454" y="0"/>
                  <a:pt x="406400" y="0"/>
                </a:cubicBezTo>
                <a:lnTo>
                  <a:pt x="50800" y="0"/>
                </a:lnTo>
                <a:cubicBezTo>
                  <a:pt x="22745" y="0"/>
                  <a:pt x="0" y="22746"/>
                  <a:pt x="0" y="50800"/>
                </a:cubicBezTo>
                <a:lnTo>
                  <a:pt x="0" y="406400"/>
                </a:lnTo>
                <a:cubicBezTo>
                  <a:pt x="0" y="434455"/>
                  <a:pt x="22745" y="457200"/>
                  <a:pt x="50800" y="457200"/>
                </a:cubicBezTo>
                <a:lnTo>
                  <a:pt x="406400" y="457200"/>
                </a:lnTo>
                <a:cubicBezTo>
                  <a:pt x="434454" y="457200"/>
                  <a:pt x="457200" y="434455"/>
                  <a:pt x="457200" y="406400"/>
                </a:cubicBezTo>
                <a:lnTo>
                  <a:pt x="457200" y="50800"/>
                </a:lnTo>
                <a:close/>
                <a:moveTo>
                  <a:pt x="406400" y="457200"/>
                </a:moveTo>
              </a:path>
            </a:pathLst>
          </a:custGeom>
          <a:solidFill>
            <a:srgbClr val="77B255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1" name="Freeform 211"/>
          <p:cNvSpPr/>
          <p:nvPr/>
        </p:nvSpPr>
        <p:spPr>
          <a:xfrm flipV="1">
            <a:off x="813242" y="2176653"/>
            <a:ext cx="194362" cy="188892"/>
          </a:xfrm>
          <a:custGeom>
            <a:avLst/>
            <a:gdLst/>
            <a:ahLst/>
            <a:cxnLst/>
            <a:rect l="0" t="0" r="0" b="0"/>
            <a:pathLst>
              <a:path w="321704" h="312649">
                <a:moveTo>
                  <a:pt x="302807" y="303111"/>
                </a:moveTo>
                <a:cubicBezTo>
                  <a:pt x="288125" y="312649"/>
                  <a:pt x="268466" y="308470"/>
                  <a:pt x="258890" y="293764"/>
                </a:cubicBezTo>
                <a:lnTo>
                  <a:pt x="120638" y="80671"/>
                </a:lnTo>
                <a:lnTo>
                  <a:pt x="56769" y="139726"/>
                </a:lnTo>
                <a:cubicBezTo>
                  <a:pt x="43892" y="151638"/>
                  <a:pt x="23800" y="150838"/>
                  <a:pt x="11900" y="137973"/>
                </a:cubicBezTo>
                <a:cubicBezTo>
                  <a:pt x="0" y="125095"/>
                  <a:pt x="788" y="105004"/>
                  <a:pt x="13666" y="93104"/>
                </a:cubicBezTo>
                <a:lnTo>
                  <a:pt x="105220" y="8446"/>
                </a:lnTo>
                <a:cubicBezTo>
                  <a:pt x="111316" y="2794"/>
                  <a:pt x="119063" y="0"/>
                  <a:pt x="126759" y="0"/>
                </a:cubicBezTo>
                <a:cubicBezTo>
                  <a:pt x="135306" y="0"/>
                  <a:pt x="146241" y="3582"/>
                  <a:pt x="153416" y="14465"/>
                </a:cubicBezTo>
                <a:cubicBezTo>
                  <a:pt x="157633" y="20892"/>
                  <a:pt x="312166" y="259194"/>
                  <a:pt x="312166" y="259194"/>
                </a:cubicBezTo>
                <a:cubicBezTo>
                  <a:pt x="321704" y="273914"/>
                  <a:pt x="317513" y="293573"/>
                  <a:pt x="302807" y="303111"/>
                </a:cubicBezTo>
                <a:lnTo>
                  <a:pt x="302807" y="303111"/>
                </a:lnTo>
                <a:close/>
                <a:moveTo>
                  <a:pt x="11748" y="383908"/>
                </a:moveTo>
              </a:path>
            </a:pathLst>
          </a:custGeom>
          <a:solidFill>
            <a:srgbClr val="FFFFFF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2" name="Freeform 212"/>
          <p:cNvSpPr/>
          <p:nvPr/>
        </p:nvSpPr>
        <p:spPr>
          <a:xfrm flipV="1">
            <a:off x="771524" y="2552700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457200" h="457200">
                <a:moveTo>
                  <a:pt x="457200" y="50800"/>
                </a:moveTo>
                <a:cubicBezTo>
                  <a:pt x="457200" y="22746"/>
                  <a:pt x="434454" y="0"/>
                  <a:pt x="406400" y="0"/>
                </a:cubicBezTo>
                <a:lnTo>
                  <a:pt x="50800" y="0"/>
                </a:lnTo>
                <a:cubicBezTo>
                  <a:pt x="22745" y="0"/>
                  <a:pt x="0" y="22746"/>
                  <a:pt x="0" y="50800"/>
                </a:cubicBezTo>
                <a:lnTo>
                  <a:pt x="0" y="406400"/>
                </a:lnTo>
                <a:cubicBezTo>
                  <a:pt x="0" y="434455"/>
                  <a:pt x="22745" y="457200"/>
                  <a:pt x="50800" y="457200"/>
                </a:cubicBezTo>
                <a:lnTo>
                  <a:pt x="406400" y="457200"/>
                </a:lnTo>
                <a:cubicBezTo>
                  <a:pt x="434454" y="457200"/>
                  <a:pt x="457200" y="434455"/>
                  <a:pt x="457200" y="406400"/>
                </a:cubicBezTo>
                <a:lnTo>
                  <a:pt x="457200" y="50800"/>
                </a:lnTo>
                <a:close/>
                <a:moveTo>
                  <a:pt x="406400" y="457200"/>
                </a:moveTo>
              </a:path>
            </a:pathLst>
          </a:custGeom>
          <a:solidFill>
            <a:srgbClr val="77B255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3" name="Freeform 213"/>
          <p:cNvSpPr/>
          <p:nvPr/>
        </p:nvSpPr>
        <p:spPr>
          <a:xfrm flipV="1">
            <a:off x="813242" y="2595753"/>
            <a:ext cx="194362" cy="188892"/>
          </a:xfrm>
          <a:custGeom>
            <a:avLst/>
            <a:gdLst/>
            <a:ahLst/>
            <a:cxnLst/>
            <a:rect l="0" t="0" r="0" b="0"/>
            <a:pathLst>
              <a:path w="321704" h="312649">
                <a:moveTo>
                  <a:pt x="302807" y="303111"/>
                </a:moveTo>
                <a:cubicBezTo>
                  <a:pt x="288125" y="312649"/>
                  <a:pt x="268466" y="308470"/>
                  <a:pt x="258890" y="293764"/>
                </a:cubicBezTo>
                <a:lnTo>
                  <a:pt x="120638" y="80671"/>
                </a:lnTo>
                <a:lnTo>
                  <a:pt x="56769" y="139726"/>
                </a:lnTo>
                <a:cubicBezTo>
                  <a:pt x="43892" y="151638"/>
                  <a:pt x="23800" y="150838"/>
                  <a:pt x="11900" y="137973"/>
                </a:cubicBezTo>
                <a:cubicBezTo>
                  <a:pt x="0" y="125095"/>
                  <a:pt x="788" y="105004"/>
                  <a:pt x="13666" y="93104"/>
                </a:cubicBezTo>
                <a:lnTo>
                  <a:pt x="105220" y="8446"/>
                </a:lnTo>
                <a:cubicBezTo>
                  <a:pt x="111316" y="2794"/>
                  <a:pt x="119063" y="0"/>
                  <a:pt x="126759" y="0"/>
                </a:cubicBezTo>
                <a:cubicBezTo>
                  <a:pt x="135306" y="0"/>
                  <a:pt x="146241" y="3582"/>
                  <a:pt x="153416" y="14465"/>
                </a:cubicBezTo>
                <a:cubicBezTo>
                  <a:pt x="157633" y="20892"/>
                  <a:pt x="312166" y="259194"/>
                  <a:pt x="312166" y="259194"/>
                </a:cubicBezTo>
                <a:cubicBezTo>
                  <a:pt x="321704" y="273914"/>
                  <a:pt x="317513" y="293573"/>
                  <a:pt x="302807" y="303111"/>
                </a:cubicBezTo>
                <a:lnTo>
                  <a:pt x="302807" y="303111"/>
                </a:lnTo>
                <a:close/>
                <a:moveTo>
                  <a:pt x="11748" y="383908"/>
                </a:moveTo>
              </a:path>
            </a:pathLst>
          </a:custGeom>
          <a:solidFill>
            <a:srgbClr val="FFFFFF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4" name="Freeform 214"/>
          <p:cNvSpPr/>
          <p:nvPr/>
        </p:nvSpPr>
        <p:spPr>
          <a:xfrm flipV="1">
            <a:off x="771524" y="2962275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457200" h="457200">
                <a:moveTo>
                  <a:pt x="457200" y="50800"/>
                </a:moveTo>
                <a:cubicBezTo>
                  <a:pt x="457200" y="22746"/>
                  <a:pt x="434454" y="0"/>
                  <a:pt x="406400" y="0"/>
                </a:cubicBezTo>
                <a:lnTo>
                  <a:pt x="50800" y="0"/>
                </a:lnTo>
                <a:cubicBezTo>
                  <a:pt x="22745" y="0"/>
                  <a:pt x="0" y="22746"/>
                  <a:pt x="0" y="50800"/>
                </a:cubicBezTo>
                <a:lnTo>
                  <a:pt x="0" y="406400"/>
                </a:lnTo>
                <a:cubicBezTo>
                  <a:pt x="0" y="434455"/>
                  <a:pt x="22745" y="457200"/>
                  <a:pt x="50800" y="457200"/>
                </a:cubicBezTo>
                <a:lnTo>
                  <a:pt x="406400" y="457200"/>
                </a:lnTo>
                <a:cubicBezTo>
                  <a:pt x="434454" y="457200"/>
                  <a:pt x="457200" y="434455"/>
                  <a:pt x="457200" y="406400"/>
                </a:cubicBezTo>
                <a:lnTo>
                  <a:pt x="457200" y="50800"/>
                </a:lnTo>
                <a:close/>
                <a:moveTo>
                  <a:pt x="406400" y="457200"/>
                </a:moveTo>
              </a:path>
            </a:pathLst>
          </a:custGeom>
          <a:solidFill>
            <a:srgbClr val="77B255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5" name="Freeform 215"/>
          <p:cNvSpPr/>
          <p:nvPr/>
        </p:nvSpPr>
        <p:spPr>
          <a:xfrm flipV="1">
            <a:off x="813242" y="3005328"/>
            <a:ext cx="194362" cy="188892"/>
          </a:xfrm>
          <a:custGeom>
            <a:avLst/>
            <a:gdLst/>
            <a:ahLst/>
            <a:cxnLst/>
            <a:rect l="0" t="0" r="0" b="0"/>
            <a:pathLst>
              <a:path w="321704" h="312649">
                <a:moveTo>
                  <a:pt x="302807" y="303111"/>
                </a:moveTo>
                <a:cubicBezTo>
                  <a:pt x="288125" y="312649"/>
                  <a:pt x="268466" y="308470"/>
                  <a:pt x="258890" y="293764"/>
                </a:cubicBezTo>
                <a:lnTo>
                  <a:pt x="120638" y="80671"/>
                </a:lnTo>
                <a:lnTo>
                  <a:pt x="56769" y="139726"/>
                </a:lnTo>
                <a:cubicBezTo>
                  <a:pt x="43892" y="151638"/>
                  <a:pt x="23800" y="150838"/>
                  <a:pt x="11900" y="137973"/>
                </a:cubicBezTo>
                <a:cubicBezTo>
                  <a:pt x="0" y="125095"/>
                  <a:pt x="788" y="105004"/>
                  <a:pt x="13666" y="93104"/>
                </a:cubicBezTo>
                <a:lnTo>
                  <a:pt x="105220" y="8446"/>
                </a:lnTo>
                <a:cubicBezTo>
                  <a:pt x="111316" y="2794"/>
                  <a:pt x="119063" y="0"/>
                  <a:pt x="126759" y="0"/>
                </a:cubicBezTo>
                <a:cubicBezTo>
                  <a:pt x="135306" y="0"/>
                  <a:pt x="146241" y="3582"/>
                  <a:pt x="153416" y="14465"/>
                </a:cubicBezTo>
                <a:cubicBezTo>
                  <a:pt x="157633" y="20892"/>
                  <a:pt x="312166" y="259194"/>
                  <a:pt x="312166" y="259194"/>
                </a:cubicBezTo>
                <a:cubicBezTo>
                  <a:pt x="321704" y="273914"/>
                  <a:pt x="317513" y="293573"/>
                  <a:pt x="302807" y="303111"/>
                </a:cubicBezTo>
                <a:lnTo>
                  <a:pt x="302807" y="303111"/>
                </a:lnTo>
                <a:close/>
                <a:moveTo>
                  <a:pt x="11748" y="383908"/>
                </a:moveTo>
              </a:path>
            </a:pathLst>
          </a:custGeom>
          <a:solidFill>
            <a:srgbClr val="FFFFFF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6" name="Freeform 216"/>
          <p:cNvSpPr/>
          <p:nvPr/>
        </p:nvSpPr>
        <p:spPr>
          <a:xfrm flipV="1">
            <a:off x="771524" y="3381375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457200" h="457200">
                <a:moveTo>
                  <a:pt x="457200" y="50800"/>
                </a:moveTo>
                <a:cubicBezTo>
                  <a:pt x="457200" y="22746"/>
                  <a:pt x="434454" y="0"/>
                  <a:pt x="406400" y="0"/>
                </a:cubicBezTo>
                <a:lnTo>
                  <a:pt x="50800" y="0"/>
                </a:lnTo>
                <a:cubicBezTo>
                  <a:pt x="22745" y="0"/>
                  <a:pt x="0" y="22746"/>
                  <a:pt x="0" y="50800"/>
                </a:cubicBezTo>
                <a:lnTo>
                  <a:pt x="0" y="406400"/>
                </a:lnTo>
                <a:cubicBezTo>
                  <a:pt x="0" y="434455"/>
                  <a:pt x="22745" y="457200"/>
                  <a:pt x="50800" y="457200"/>
                </a:cubicBezTo>
                <a:lnTo>
                  <a:pt x="406400" y="457200"/>
                </a:lnTo>
                <a:cubicBezTo>
                  <a:pt x="434454" y="457200"/>
                  <a:pt x="457200" y="434455"/>
                  <a:pt x="457200" y="406400"/>
                </a:cubicBezTo>
                <a:lnTo>
                  <a:pt x="457200" y="50800"/>
                </a:lnTo>
                <a:close/>
                <a:moveTo>
                  <a:pt x="406400" y="457200"/>
                </a:moveTo>
              </a:path>
            </a:pathLst>
          </a:custGeom>
          <a:solidFill>
            <a:srgbClr val="77B255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7" name="Freeform 217"/>
          <p:cNvSpPr/>
          <p:nvPr/>
        </p:nvSpPr>
        <p:spPr>
          <a:xfrm flipV="1">
            <a:off x="813242" y="3424428"/>
            <a:ext cx="194362" cy="188892"/>
          </a:xfrm>
          <a:custGeom>
            <a:avLst/>
            <a:gdLst/>
            <a:ahLst/>
            <a:cxnLst/>
            <a:rect l="0" t="0" r="0" b="0"/>
            <a:pathLst>
              <a:path w="321704" h="312649">
                <a:moveTo>
                  <a:pt x="302807" y="303111"/>
                </a:moveTo>
                <a:cubicBezTo>
                  <a:pt x="288125" y="312649"/>
                  <a:pt x="268466" y="308470"/>
                  <a:pt x="258890" y="293764"/>
                </a:cubicBezTo>
                <a:lnTo>
                  <a:pt x="120638" y="80671"/>
                </a:lnTo>
                <a:lnTo>
                  <a:pt x="56769" y="139726"/>
                </a:lnTo>
                <a:cubicBezTo>
                  <a:pt x="43892" y="151638"/>
                  <a:pt x="23800" y="150838"/>
                  <a:pt x="11900" y="137973"/>
                </a:cubicBezTo>
                <a:cubicBezTo>
                  <a:pt x="0" y="125095"/>
                  <a:pt x="788" y="105004"/>
                  <a:pt x="13666" y="93104"/>
                </a:cubicBezTo>
                <a:lnTo>
                  <a:pt x="105220" y="8446"/>
                </a:lnTo>
                <a:cubicBezTo>
                  <a:pt x="111316" y="2794"/>
                  <a:pt x="119063" y="0"/>
                  <a:pt x="126759" y="0"/>
                </a:cubicBezTo>
                <a:cubicBezTo>
                  <a:pt x="135306" y="0"/>
                  <a:pt x="146241" y="3582"/>
                  <a:pt x="153416" y="14465"/>
                </a:cubicBezTo>
                <a:cubicBezTo>
                  <a:pt x="157633" y="20892"/>
                  <a:pt x="312166" y="259194"/>
                  <a:pt x="312166" y="259194"/>
                </a:cubicBezTo>
                <a:cubicBezTo>
                  <a:pt x="321704" y="273914"/>
                  <a:pt x="317513" y="293573"/>
                  <a:pt x="302807" y="303111"/>
                </a:cubicBezTo>
                <a:lnTo>
                  <a:pt x="302807" y="303111"/>
                </a:lnTo>
                <a:close/>
                <a:moveTo>
                  <a:pt x="11748" y="383908"/>
                </a:moveTo>
              </a:path>
            </a:pathLst>
          </a:custGeom>
          <a:solidFill>
            <a:srgbClr val="FFFFFF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8" name="Freeform 218"/>
          <p:cNvSpPr/>
          <p:nvPr/>
        </p:nvSpPr>
        <p:spPr>
          <a:xfrm flipV="1">
            <a:off x="771524" y="3790950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457200" h="457200">
                <a:moveTo>
                  <a:pt x="457200" y="50800"/>
                </a:moveTo>
                <a:cubicBezTo>
                  <a:pt x="457200" y="22746"/>
                  <a:pt x="434454" y="0"/>
                  <a:pt x="406400" y="0"/>
                </a:cubicBezTo>
                <a:lnTo>
                  <a:pt x="50800" y="0"/>
                </a:lnTo>
                <a:cubicBezTo>
                  <a:pt x="22745" y="0"/>
                  <a:pt x="0" y="22746"/>
                  <a:pt x="0" y="50800"/>
                </a:cubicBezTo>
                <a:lnTo>
                  <a:pt x="0" y="406400"/>
                </a:lnTo>
                <a:cubicBezTo>
                  <a:pt x="0" y="434455"/>
                  <a:pt x="22745" y="457200"/>
                  <a:pt x="50800" y="457200"/>
                </a:cubicBezTo>
                <a:lnTo>
                  <a:pt x="406400" y="457200"/>
                </a:lnTo>
                <a:cubicBezTo>
                  <a:pt x="434454" y="457200"/>
                  <a:pt x="457200" y="434455"/>
                  <a:pt x="457200" y="406400"/>
                </a:cubicBezTo>
                <a:lnTo>
                  <a:pt x="457200" y="50800"/>
                </a:lnTo>
                <a:close/>
                <a:moveTo>
                  <a:pt x="406400" y="457200"/>
                </a:moveTo>
              </a:path>
            </a:pathLst>
          </a:custGeom>
          <a:solidFill>
            <a:srgbClr val="77B255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9" name="Freeform 219"/>
          <p:cNvSpPr/>
          <p:nvPr/>
        </p:nvSpPr>
        <p:spPr>
          <a:xfrm flipV="1">
            <a:off x="813242" y="3834003"/>
            <a:ext cx="194362" cy="188892"/>
          </a:xfrm>
          <a:custGeom>
            <a:avLst/>
            <a:gdLst/>
            <a:ahLst/>
            <a:cxnLst/>
            <a:rect l="0" t="0" r="0" b="0"/>
            <a:pathLst>
              <a:path w="321704" h="312649">
                <a:moveTo>
                  <a:pt x="302807" y="303111"/>
                </a:moveTo>
                <a:cubicBezTo>
                  <a:pt x="288125" y="312649"/>
                  <a:pt x="268466" y="308470"/>
                  <a:pt x="258890" y="293764"/>
                </a:cubicBezTo>
                <a:lnTo>
                  <a:pt x="120638" y="80671"/>
                </a:lnTo>
                <a:lnTo>
                  <a:pt x="56769" y="139726"/>
                </a:lnTo>
                <a:cubicBezTo>
                  <a:pt x="43892" y="151638"/>
                  <a:pt x="23800" y="150838"/>
                  <a:pt x="11900" y="137973"/>
                </a:cubicBezTo>
                <a:cubicBezTo>
                  <a:pt x="0" y="125095"/>
                  <a:pt x="788" y="105004"/>
                  <a:pt x="13666" y="93104"/>
                </a:cubicBezTo>
                <a:lnTo>
                  <a:pt x="105220" y="8446"/>
                </a:lnTo>
                <a:cubicBezTo>
                  <a:pt x="111316" y="2794"/>
                  <a:pt x="119063" y="0"/>
                  <a:pt x="126759" y="0"/>
                </a:cubicBezTo>
                <a:cubicBezTo>
                  <a:pt x="135306" y="0"/>
                  <a:pt x="146241" y="3582"/>
                  <a:pt x="153416" y="14465"/>
                </a:cubicBezTo>
                <a:cubicBezTo>
                  <a:pt x="157633" y="20892"/>
                  <a:pt x="312166" y="259194"/>
                  <a:pt x="312166" y="259194"/>
                </a:cubicBezTo>
                <a:cubicBezTo>
                  <a:pt x="321704" y="273914"/>
                  <a:pt x="317513" y="293573"/>
                  <a:pt x="302807" y="303111"/>
                </a:cubicBezTo>
                <a:lnTo>
                  <a:pt x="302807" y="303111"/>
                </a:lnTo>
                <a:close/>
                <a:moveTo>
                  <a:pt x="11748" y="383908"/>
                </a:moveTo>
              </a:path>
            </a:pathLst>
          </a:custGeom>
          <a:solidFill>
            <a:srgbClr val="FFFFFF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0" name="Freeform 220"/>
          <p:cNvSpPr/>
          <p:nvPr/>
        </p:nvSpPr>
        <p:spPr>
          <a:xfrm flipV="1">
            <a:off x="771524" y="5038725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457200" h="457200">
                <a:moveTo>
                  <a:pt x="457200" y="50800"/>
                </a:moveTo>
                <a:cubicBezTo>
                  <a:pt x="457200" y="22746"/>
                  <a:pt x="434454" y="0"/>
                  <a:pt x="406400" y="0"/>
                </a:cubicBezTo>
                <a:lnTo>
                  <a:pt x="50800" y="0"/>
                </a:lnTo>
                <a:cubicBezTo>
                  <a:pt x="22745" y="0"/>
                  <a:pt x="0" y="22746"/>
                  <a:pt x="0" y="50800"/>
                </a:cubicBezTo>
                <a:lnTo>
                  <a:pt x="0" y="406400"/>
                </a:lnTo>
                <a:cubicBezTo>
                  <a:pt x="0" y="434455"/>
                  <a:pt x="22745" y="457200"/>
                  <a:pt x="50800" y="457200"/>
                </a:cubicBezTo>
                <a:lnTo>
                  <a:pt x="406400" y="457200"/>
                </a:lnTo>
                <a:cubicBezTo>
                  <a:pt x="434454" y="457200"/>
                  <a:pt x="457200" y="434455"/>
                  <a:pt x="457200" y="406400"/>
                </a:cubicBezTo>
                <a:lnTo>
                  <a:pt x="457200" y="50800"/>
                </a:lnTo>
                <a:close/>
                <a:moveTo>
                  <a:pt x="406400" y="457200"/>
                </a:moveTo>
              </a:path>
            </a:pathLst>
          </a:custGeom>
          <a:solidFill>
            <a:srgbClr val="77B255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1" name="Freeform 221"/>
          <p:cNvSpPr/>
          <p:nvPr/>
        </p:nvSpPr>
        <p:spPr>
          <a:xfrm flipV="1">
            <a:off x="813242" y="5081778"/>
            <a:ext cx="194362" cy="188892"/>
          </a:xfrm>
          <a:custGeom>
            <a:avLst/>
            <a:gdLst/>
            <a:ahLst/>
            <a:cxnLst/>
            <a:rect l="0" t="0" r="0" b="0"/>
            <a:pathLst>
              <a:path w="321704" h="312649">
                <a:moveTo>
                  <a:pt x="302807" y="303111"/>
                </a:moveTo>
                <a:cubicBezTo>
                  <a:pt x="288125" y="312649"/>
                  <a:pt x="268466" y="308470"/>
                  <a:pt x="258890" y="293764"/>
                </a:cubicBezTo>
                <a:lnTo>
                  <a:pt x="120638" y="80671"/>
                </a:lnTo>
                <a:lnTo>
                  <a:pt x="56769" y="139726"/>
                </a:lnTo>
                <a:cubicBezTo>
                  <a:pt x="43892" y="151638"/>
                  <a:pt x="23800" y="150838"/>
                  <a:pt x="11900" y="137973"/>
                </a:cubicBezTo>
                <a:cubicBezTo>
                  <a:pt x="0" y="125095"/>
                  <a:pt x="788" y="105004"/>
                  <a:pt x="13666" y="93104"/>
                </a:cubicBezTo>
                <a:lnTo>
                  <a:pt x="105220" y="8446"/>
                </a:lnTo>
                <a:cubicBezTo>
                  <a:pt x="111316" y="2794"/>
                  <a:pt x="119063" y="0"/>
                  <a:pt x="126759" y="0"/>
                </a:cubicBezTo>
                <a:cubicBezTo>
                  <a:pt x="135306" y="0"/>
                  <a:pt x="146241" y="3582"/>
                  <a:pt x="153416" y="14465"/>
                </a:cubicBezTo>
                <a:cubicBezTo>
                  <a:pt x="157633" y="20892"/>
                  <a:pt x="312166" y="259194"/>
                  <a:pt x="312166" y="259194"/>
                </a:cubicBezTo>
                <a:cubicBezTo>
                  <a:pt x="321704" y="273914"/>
                  <a:pt x="317513" y="293573"/>
                  <a:pt x="302807" y="303111"/>
                </a:cubicBezTo>
                <a:lnTo>
                  <a:pt x="302807" y="303111"/>
                </a:lnTo>
                <a:close/>
                <a:moveTo>
                  <a:pt x="11748" y="383908"/>
                </a:moveTo>
              </a:path>
            </a:pathLst>
          </a:custGeom>
          <a:solidFill>
            <a:srgbClr val="FFFFFF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2" name="Freeform 222"/>
          <p:cNvSpPr/>
          <p:nvPr/>
        </p:nvSpPr>
        <p:spPr>
          <a:xfrm flipV="1">
            <a:off x="771524" y="5867400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457200" h="457200">
                <a:moveTo>
                  <a:pt x="457200" y="50800"/>
                </a:moveTo>
                <a:cubicBezTo>
                  <a:pt x="457200" y="22746"/>
                  <a:pt x="434454" y="0"/>
                  <a:pt x="406400" y="0"/>
                </a:cubicBezTo>
                <a:lnTo>
                  <a:pt x="50800" y="0"/>
                </a:lnTo>
                <a:cubicBezTo>
                  <a:pt x="22745" y="0"/>
                  <a:pt x="0" y="22746"/>
                  <a:pt x="0" y="50800"/>
                </a:cubicBezTo>
                <a:lnTo>
                  <a:pt x="0" y="406400"/>
                </a:lnTo>
                <a:cubicBezTo>
                  <a:pt x="0" y="434455"/>
                  <a:pt x="22745" y="457200"/>
                  <a:pt x="50800" y="457200"/>
                </a:cubicBezTo>
                <a:lnTo>
                  <a:pt x="406400" y="457200"/>
                </a:lnTo>
                <a:cubicBezTo>
                  <a:pt x="434454" y="457200"/>
                  <a:pt x="457200" y="434455"/>
                  <a:pt x="457200" y="406400"/>
                </a:cubicBezTo>
                <a:lnTo>
                  <a:pt x="457200" y="50800"/>
                </a:lnTo>
                <a:close/>
                <a:moveTo>
                  <a:pt x="406400" y="457200"/>
                </a:moveTo>
              </a:path>
            </a:pathLst>
          </a:custGeom>
          <a:solidFill>
            <a:srgbClr val="77B255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3" name="Freeform 223"/>
          <p:cNvSpPr/>
          <p:nvPr/>
        </p:nvSpPr>
        <p:spPr>
          <a:xfrm flipV="1">
            <a:off x="813242" y="5910453"/>
            <a:ext cx="194362" cy="188892"/>
          </a:xfrm>
          <a:custGeom>
            <a:avLst/>
            <a:gdLst/>
            <a:ahLst/>
            <a:cxnLst/>
            <a:rect l="0" t="0" r="0" b="0"/>
            <a:pathLst>
              <a:path w="321704" h="312649">
                <a:moveTo>
                  <a:pt x="302807" y="303111"/>
                </a:moveTo>
                <a:cubicBezTo>
                  <a:pt x="288125" y="312649"/>
                  <a:pt x="268466" y="308470"/>
                  <a:pt x="258890" y="293764"/>
                </a:cubicBezTo>
                <a:lnTo>
                  <a:pt x="120638" y="80671"/>
                </a:lnTo>
                <a:lnTo>
                  <a:pt x="56769" y="139726"/>
                </a:lnTo>
                <a:cubicBezTo>
                  <a:pt x="43892" y="151638"/>
                  <a:pt x="23800" y="150838"/>
                  <a:pt x="11900" y="137973"/>
                </a:cubicBezTo>
                <a:cubicBezTo>
                  <a:pt x="0" y="125095"/>
                  <a:pt x="788" y="105004"/>
                  <a:pt x="13666" y="93104"/>
                </a:cubicBezTo>
                <a:lnTo>
                  <a:pt x="105220" y="8446"/>
                </a:lnTo>
                <a:cubicBezTo>
                  <a:pt x="111316" y="2794"/>
                  <a:pt x="119063" y="0"/>
                  <a:pt x="126759" y="0"/>
                </a:cubicBezTo>
                <a:cubicBezTo>
                  <a:pt x="135306" y="0"/>
                  <a:pt x="146241" y="3582"/>
                  <a:pt x="153416" y="14465"/>
                </a:cubicBezTo>
                <a:cubicBezTo>
                  <a:pt x="157633" y="20892"/>
                  <a:pt x="312166" y="259194"/>
                  <a:pt x="312166" y="259194"/>
                </a:cubicBezTo>
                <a:cubicBezTo>
                  <a:pt x="321704" y="273914"/>
                  <a:pt x="317513" y="293573"/>
                  <a:pt x="302807" y="303111"/>
                </a:cubicBezTo>
                <a:lnTo>
                  <a:pt x="302807" y="303111"/>
                </a:lnTo>
                <a:close/>
                <a:moveTo>
                  <a:pt x="11748" y="383908"/>
                </a:moveTo>
              </a:path>
            </a:pathLst>
          </a:custGeom>
          <a:solidFill>
            <a:srgbClr val="FFFFFF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4" name="Freeform 224"/>
          <p:cNvSpPr/>
          <p:nvPr/>
        </p:nvSpPr>
        <p:spPr>
          <a:xfrm flipV="1">
            <a:off x="1952624" y="5848350"/>
            <a:ext cx="1323975" cy="371474"/>
          </a:xfrm>
          <a:custGeom>
            <a:avLst/>
            <a:gdLst/>
            <a:ahLst/>
            <a:cxnLst/>
            <a:rect l="0" t="0" r="0" b="0"/>
            <a:pathLst>
              <a:path w="1765301" h="495300">
                <a:moveTo>
                  <a:pt x="1" y="76200"/>
                </a:moveTo>
                <a:lnTo>
                  <a:pt x="1" y="419100"/>
                </a:lnTo>
                <a:cubicBezTo>
                  <a:pt x="0" y="424104"/>
                  <a:pt x="488" y="429060"/>
                  <a:pt x="1465" y="433966"/>
                </a:cubicBezTo>
                <a:cubicBezTo>
                  <a:pt x="2441" y="438874"/>
                  <a:pt x="3886" y="443639"/>
                  <a:pt x="5801" y="448262"/>
                </a:cubicBezTo>
                <a:cubicBezTo>
                  <a:pt x="7715" y="452884"/>
                  <a:pt x="10062" y="457275"/>
                  <a:pt x="12842" y="461435"/>
                </a:cubicBezTo>
                <a:cubicBezTo>
                  <a:pt x="15622" y="465595"/>
                  <a:pt x="18781" y="469445"/>
                  <a:pt x="22319" y="472982"/>
                </a:cubicBezTo>
                <a:cubicBezTo>
                  <a:pt x="25857" y="476521"/>
                  <a:pt x="29706" y="479680"/>
                  <a:pt x="33866" y="482459"/>
                </a:cubicBezTo>
                <a:cubicBezTo>
                  <a:pt x="38026" y="485240"/>
                  <a:pt x="42417" y="487587"/>
                  <a:pt x="47040" y="489502"/>
                </a:cubicBezTo>
                <a:cubicBezTo>
                  <a:pt x="51662" y="491415"/>
                  <a:pt x="56427" y="492860"/>
                  <a:pt x="61334" y="493836"/>
                </a:cubicBezTo>
                <a:cubicBezTo>
                  <a:pt x="66242" y="494812"/>
                  <a:pt x="71197" y="495300"/>
                  <a:pt x="76201" y="495300"/>
                </a:cubicBezTo>
                <a:lnTo>
                  <a:pt x="1689101" y="495300"/>
                </a:lnTo>
                <a:cubicBezTo>
                  <a:pt x="1694104" y="495300"/>
                  <a:pt x="1699059" y="494812"/>
                  <a:pt x="1703966" y="493836"/>
                </a:cubicBezTo>
                <a:cubicBezTo>
                  <a:pt x="1708873" y="492860"/>
                  <a:pt x="1713638" y="491415"/>
                  <a:pt x="1718261" y="489502"/>
                </a:cubicBezTo>
                <a:cubicBezTo>
                  <a:pt x="1722883" y="487587"/>
                  <a:pt x="1727275" y="485240"/>
                  <a:pt x="1731435" y="482459"/>
                </a:cubicBezTo>
                <a:cubicBezTo>
                  <a:pt x="1735595" y="479680"/>
                  <a:pt x="1739444" y="476521"/>
                  <a:pt x="1742982" y="472982"/>
                </a:cubicBezTo>
                <a:cubicBezTo>
                  <a:pt x="1746520" y="469445"/>
                  <a:pt x="1749679" y="465595"/>
                  <a:pt x="1752458" y="461435"/>
                </a:cubicBezTo>
                <a:cubicBezTo>
                  <a:pt x="1755238" y="457275"/>
                  <a:pt x="1757585" y="452884"/>
                  <a:pt x="1759500" y="448262"/>
                </a:cubicBezTo>
                <a:cubicBezTo>
                  <a:pt x="1761414" y="443639"/>
                  <a:pt x="1762860" y="438874"/>
                  <a:pt x="1763836" y="433966"/>
                </a:cubicBezTo>
                <a:cubicBezTo>
                  <a:pt x="1764812" y="429060"/>
                  <a:pt x="1765301" y="424104"/>
                  <a:pt x="1765301" y="419100"/>
                </a:cubicBezTo>
                <a:lnTo>
                  <a:pt x="1765301" y="76200"/>
                </a:lnTo>
                <a:cubicBezTo>
                  <a:pt x="1765301" y="71198"/>
                  <a:pt x="1764812" y="66243"/>
                  <a:pt x="1763836" y="61336"/>
                </a:cubicBezTo>
                <a:cubicBezTo>
                  <a:pt x="1762860" y="56428"/>
                  <a:pt x="1761414" y="51663"/>
                  <a:pt x="1759500" y="47041"/>
                </a:cubicBezTo>
                <a:cubicBezTo>
                  <a:pt x="1757585" y="42419"/>
                  <a:pt x="1755238" y="38027"/>
                  <a:pt x="1752458" y="33867"/>
                </a:cubicBezTo>
                <a:cubicBezTo>
                  <a:pt x="1749679" y="29706"/>
                  <a:pt x="1746520" y="25858"/>
                  <a:pt x="1742982" y="22319"/>
                </a:cubicBezTo>
                <a:cubicBezTo>
                  <a:pt x="1739444" y="18782"/>
                  <a:pt x="1735595" y="15624"/>
                  <a:pt x="1731434" y="12844"/>
                </a:cubicBezTo>
                <a:cubicBezTo>
                  <a:pt x="1727275" y="10065"/>
                  <a:pt x="1722883" y="7718"/>
                  <a:pt x="1718261" y="5802"/>
                </a:cubicBezTo>
                <a:cubicBezTo>
                  <a:pt x="1713638" y="3888"/>
                  <a:pt x="1708873" y="2442"/>
                  <a:pt x="1703966" y="1466"/>
                </a:cubicBezTo>
                <a:cubicBezTo>
                  <a:pt x="1699059" y="490"/>
                  <a:pt x="1694104" y="1"/>
                  <a:pt x="1689101" y="0"/>
                </a:cubicBezTo>
                <a:lnTo>
                  <a:pt x="76201" y="0"/>
                </a:lnTo>
                <a:cubicBezTo>
                  <a:pt x="71197" y="1"/>
                  <a:pt x="66242" y="490"/>
                  <a:pt x="61334" y="1466"/>
                </a:cubicBezTo>
                <a:cubicBezTo>
                  <a:pt x="56427" y="2442"/>
                  <a:pt x="51662" y="3888"/>
                  <a:pt x="47040" y="5802"/>
                </a:cubicBezTo>
                <a:cubicBezTo>
                  <a:pt x="42417" y="7718"/>
                  <a:pt x="38026" y="10065"/>
                  <a:pt x="33866" y="12844"/>
                </a:cubicBezTo>
                <a:cubicBezTo>
                  <a:pt x="29706" y="15624"/>
                  <a:pt x="25857" y="18782"/>
                  <a:pt x="22319" y="22319"/>
                </a:cubicBezTo>
                <a:cubicBezTo>
                  <a:pt x="18781" y="25858"/>
                  <a:pt x="15622" y="29706"/>
                  <a:pt x="12842" y="33866"/>
                </a:cubicBezTo>
                <a:cubicBezTo>
                  <a:pt x="10062" y="38027"/>
                  <a:pt x="7715" y="42419"/>
                  <a:pt x="5801" y="47041"/>
                </a:cubicBezTo>
                <a:cubicBezTo>
                  <a:pt x="3886" y="51663"/>
                  <a:pt x="2441" y="56428"/>
                  <a:pt x="1465" y="61336"/>
                </a:cubicBezTo>
                <a:cubicBezTo>
                  <a:pt x="488" y="66243"/>
                  <a:pt x="0" y="71198"/>
                  <a:pt x="1" y="76200"/>
                </a:cubicBezTo>
                <a:close/>
                <a:moveTo>
                  <a:pt x="5613401" y="8293100"/>
                </a:moveTo>
              </a:path>
            </a:pathLst>
          </a:custGeom>
          <a:solidFill>
            <a:srgbClr val="AFB8C1">
              <a:alpha val="2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5" name="Freeform 225"/>
          <p:cNvSpPr/>
          <p:nvPr/>
        </p:nvSpPr>
        <p:spPr>
          <a:xfrm flipV="1">
            <a:off x="6410191" y="2143238"/>
            <a:ext cx="257204" cy="255323"/>
          </a:xfrm>
          <a:custGeom>
            <a:avLst/>
            <a:gdLst/>
            <a:ahLst/>
            <a:cxnLst/>
            <a:rect l="0" t="0" r="0" b="0"/>
            <a:pathLst>
              <a:path w="425717" h="422605">
                <a:moveTo>
                  <a:pt x="257925" y="209931"/>
                </a:moveTo>
                <a:lnTo>
                  <a:pt x="413309" y="365303"/>
                </a:lnTo>
                <a:cubicBezTo>
                  <a:pt x="425704" y="377698"/>
                  <a:pt x="425704" y="397802"/>
                  <a:pt x="413309" y="410197"/>
                </a:cubicBezTo>
                <a:cubicBezTo>
                  <a:pt x="400901" y="422605"/>
                  <a:pt x="380810" y="422605"/>
                  <a:pt x="368415" y="410197"/>
                </a:cubicBezTo>
                <a:lnTo>
                  <a:pt x="213030" y="254826"/>
                </a:lnTo>
                <a:lnTo>
                  <a:pt x="57658" y="410197"/>
                </a:lnTo>
                <a:cubicBezTo>
                  <a:pt x="45263" y="422605"/>
                  <a:pt x="25146" y="422605"/>
                  <a:pt x="12764" y="410197"/>
                </a:cubicBezTo>
                <a:cubicBezTo>
                  <a:pt x="356" y="397802"/>
                  <a:pt x="356" y="377698"/>
                  <a:pt x="12764" y="365303"/>
                </a:cubicBezTo>
                <a:lnTo>
                  <a:pt x="168136" y="209931"/>
                </a:lnTo>
                <a:lnTo>
                  <a:pt x="12408" y="54191"/>
                </a:lnTo>
                <a:cubicBezTo>
                  <a:pt x="0" y="41783"/>
                  <a:pt x="0" y="21692"/>
                  <a:pt x="12408" y="9297"/>
                </a:cubicBezTo>
                <a:cubicBezTo>
                  <a:pt x="18606" y="3099"/>
                  <a:pt x="26734" y="0"/>
                  <a:pt x="34862" y="0"/>
                </a:cubicBezTo>
                <a:cubicBezTo>
                  <a:pt x="42990" y="0"/>
                  <a:pt x="51118" y="3099"/>
                  <a:pt x="57315" y="9297"/>
                </a:cubicBezTo>
                <a:lnTo>
                  <a:pt x="213043" y="165037"/>
                </a:lnTo>
                <a:lnTo>
                  <a:pt x="368415" y="9665"/>
                </a:lnTo>
                <a:cubicBezTo>
                  <a:pt x="374612" y="3467"/>
                  <a:pt x="382740" y="368"/>
                  <a:pt x="390868" y="368"/>
                </a:cubicBezTo>
                <a:cubicBezTo>
                  <a:pt x="398996" y="368"/>
                  <a:pt x="407112" y="3467"/>
                  <a:pt x="413322" y="9665"/>
                </a:cubicBezTo>
                <a:cubicBezTo>
                  <a:pt x="425717" y="22073"/>
                  <a:pt x="425717" y="42164"/>
                  <a:pt x="413322" y="54559"/>
                </a:cubicBezTo>
                <a:lnTo>
                  <a:pt x="257925" y="209931"/>
                </a:lnTo>
                <a:close/>
                <a:moveTo>
                  <a:pt x="213081" y="438556"/>
                </a:moveTo>
              </a:path>
            </a:pathLst>
          </a:custGeom>
          <a:solidFill>
            <a:srgbClr val="DD2E44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6" name="Freeform 226"/>
          <p:cNvSpPr/>
          <p:nvPr/>
        </p:nvSpPr>
        <p:spPr>
          <a:xfrm flipV="1">
            <a:off x="6410191" y="2562338"/>
            <a:ext cx="257204" cy="255323"/>
          </a:xfrm>
          <a:custGeom>
            <a:avLst/>
            <a:gdLst/>
            <a:ahLst/>
            <a:cxnLst/>
            <a:rect l="0" t="0" r="0" b="0"/>
            <a:pathLst>
              <a:path w="425717" h="422605">
                <a:moveTo>
                  <a:pt x="257925" y="209931"/>
                </a:moveTo>
                <a:lnTo>
                  <a:pt x="413309" y="365303"/>
                </a:lnTo>
                <a:cubicBezTo>
                  <a:pt x="425704" y="377698"/>
                  <a:pt x="425704" y="397802"/>
                  <a:pt x="413309" y="410197"/>
                </a:cubicBezTo>
                <a:cubicBezTo>
                  <a:pt x="400901" y="422605"/>
                  <a:pt x="380810" y="422605"/>
                  <a:pt x="368415" y="410197"/>
                </a:cubicBezTo>
                <a:lnTo>
                  <a:pt x="213030" y="254826"/>
                </a:lnTo>
                <a:lnTo>
                  <a:pt x="57658" y="410197"/>
                </a:lnTo>
                <a:cubicBezTo>
                  <a:pt x="45263" y="422605"/>
                  <a:pt x="25146" y="422605"/>
                  <a:pt x="12764" y="410197"/>
                </a:cubicBezTo>
                <a:cubicBezTo>
                  <a:pt x="356" y="397802"/>
                  <a:pt x="356" y="377698"/>
                  <a:pt x="12764" y="365303"/>
                </a:cubicBezTo>
                <a:lnTo>
                  <a:pt x="168136" y="209931"/>
                </a:lnTo>
                <a:lnTo>
                  <a:pt x="12408" y="54191"/>
                </a:lnTo>
                <a:cubicBezTo>
                  <a:pt x="0" y="41783"/>
                  <a:pt x="0" y="21692"/>
                  <a:pt x="12408" y="9297"/>
                </a:cubicBezTo>
                <a:cubicBezTo>
                  <a:pt x="18606" y="3099"/>
                  <a:pt x="26734" y="0"/>
                  <a:pt x="34862" y="0"/>
                </a:cubicBezTo>
                <a:cubicBezTo>
                  <a:pt x="42990" y="0"/>
                  <a:pt x="51118" y="3099"/>
                  <a:pt x="57315" y="9297"/>
                </a:cubicBezTo>
                <a:lnTo>
                  <a:pt x="213043" y="165037"/>
                </a:lnTo>
                <a:lnTo>
                  <a:pt x="368415" y="9665"/>
                </a:lnTo>
                <a:cubicBezTo>
                  <a:pt x="374612" y="3467"/>
                  <a:pt x="382740" y="368"/>
                  <a:pt x="390868" y="368"/>
                </a:cubicBezTo>
                <a:cubicBezTo>
                  <a:pt x="398996" y="368"/>
                  <a:pt x="407112" y="3467"/>
                  <a:pt x="413322" y="9665"/>
                </a:cubicBezTo>
                <a:cubicBezTo>
                  <a:pt x="425717" y="22073"/>
                  <a:pt x="425717" y="42164"/>
                  <a:pt x="413322" y="54559"/>
                </a:cubicBezTo>
                <a:lnTo>
                  <a:pt x="257925" y="209931"/>
                </a:lnTo>
                <a:close/>
                <a:moveTo>
                  <a:pt x="213081" y="438556"/>
                </a:moveTo>
              </a:path>
            </a:pathLst>
          </a:custGeom>
          <a:solidFill>
            <a:srgbClr val="DD2E44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7" name="Freeform 227"/>
          <p:cNvSpPr/>
          <p:nvPr/>
        </p:nvSpPr>
        <p:spPr>
          <a:xfrm flipV="1">
            <a:off x="6410191" y="2971913"/>
            <a:ext cx="257204" cy="255323"/>
          </a:xfrm>
          <a:custGeom>
            <a:avLst/>
            <a:gdLst/>
            <a:ahLst/>
            <a:cxnLst/>
            <a:rect l="0" t="0" r="0" b="0"/>
            <a:pathLst>
              <a:path w="425717" h="422605">
                <a:moveTo>
                  <a:pt x="257925" y="209931"/>
                </a:moveTo>
                <a:lnTo>
                  <a:pt x="413309" y="365303"/>
                </a:lnTo>
                <a:cubicBezTo>
                  <a:pt x="425704" y="377698"/>
                  <a:pt x="425704" y="397802"/>
                  <a:pt x="413309" y="410197"/>
                </a:cubicBezTo>
                <a:cubicBezTo>
                  <a:pt x="400901" y="422605"/>
                  <a:pt x="380810" y="422605"/>
                  <a:pt x="368415" y="410197"/>
                </a:cubicBezTo>
                <a:lnTo>
                  <a:pt x="213030" y="254826"/>
                </a:lnTo>
                <a:lnTo>
                  <a:pt x="57658" y="410197"/>
                </a:lnTo>
                <a:cubicBezTo>
                  <a:pt x="45263" y="422605"/>
                  <a:pt x="25146" y="422605"/>
                  <a:pt x="12764" y="410197"/>
                </a:cubicBezTo>
                <a:cubicBezTo>
                  <a:pt x="356" y="397802"/>
                  <a:pt x="356" y="377698"/>
                  <a:pt x="12764" y="365303"/>
                </a:cubicBezTo>
                <a:lnTo>
                  <a:pt x="168136" y="209931"/>
                </a:lnTo>
                <a:lnTo>
                  <a:pt x="12408" y="54191"/>
                </a:lnTo>
                <a:cubicBezTo>
                  <a:pt x="0" y="41783"/>
                  <a:pt x="0" y="21692"/>
                  <a:pt x="12408" y="9297"/>
                </a:cubicBezTo>
                <a:cubicBezTo>
                  <a:pt x="18606" y="3099"/>
                  <a:pt x="26734" y="0"/>
                  <a:pt x="34862" y="0"/>
                </a:cubicBezTo>
                <a:cubicBezTo>
                  <a:pt x="42990" y="0"/>
                  <a:pt x="51118" y="3099"/>
                  <a:pt x="57315" y="9297"/>
                </a:cubicBezTo>
                <a:lnTo>
                  <a:pt x="213043" y="165037"/>
                </a:lnTo>
                <a:lnTo>
                  <a:pt x="368415" y="9665"/>
                </a:lnTo>
                <a:cubicBezTo>
                  <a:pt x="374612" y="3467"/>
                  <a:pt x="382740" y="368"/>
                  <a:pt x="390868" y="368"/>
                </a:cubicBezTo>
                <a:cubicBezTo>
                  <a:pt x="398996" y="368"/>
                  <a:pt x="407112" y="3467"/>
                  <a:pt x="413322" y="9665"/>
                </a:cubicBezTo>
                <a:cubicBezTo>
                  <a:pt x="425717" y="22073"/>
                  <a:pt x="425717" y="42164"/>
                  <a:pt x="413322" y="54559"/>
                </a:cubicBezTo>
                <a:lnTo>
                  <a:pt x="257925" y="209931"/>
                </a:lnTo>
                <a:close/>
                <a:moveTo>
                  <a:pt x="213081" y="438556"/>
                </a:moveTo>
              </a:path>
            </a:pathLst>
          </a:custGeom>
          <a:solidFill>
            <a:srgbClr val="DD2E44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8" name="Freeform 228"/>
          <p:cNvSpPr/>
          <p:nvPr/>
        </p:nvSpPr>
        <p:spPr>
          <a:xfrm flipV="1">
            <a:off x="6410191" y="3391013"/>
            <a:ext cx="257204" cy="255323"/>
          </a:xfrm>
          <a:custGeom>
            <a:avLst/>
            <a:gdLst/>
            <a:ahLst/>
            <a:cxnLst/>
            <a:rect l="0" t="0" r="0" b="0"/>
            <a:pathLst>
              <a:path w="425717" h="422605">
                <a:moveTo>
                  <a:pt x="257925" y="209931"/>
                </a:moveTo>
                <a:lnTo>
                  <a:pt x="413309" y="365303"/>
                </a:lnTo>
                <a:cubicBezTo>
                  <a:pt x="425704" y="377698"/>
                  <a:pt x="425704" y="397802"/>
                  <a:pt x="413309" y="410197"/>
                </a:cubicBezTo>
                <a:cubicBezTo>
                  <a:pt x="400901" y="422605"/>
                  <a:pt x="380810" y="422605"/>
                  <a:pt x="368415" y="410197"/>
                </a:cubicBezTo>
                <a:lnTo>
                  <a:pt x="213030" y="254826"/>
                </a:lnTo>
                <a:lnTo>
                  <a:pt x="57658" y="410197"/>
                </a:lnTo>
                <a:cubicBezTo>
                  <a:pt x="45263" y="422605"/>
                  <a:pt x="25146" y="422605"/>
                  <a:pt x="12764" y="410197"/>
                </a:cubicBezTo>
                <a:cubicBezTo>
                  <a:pt x="356" y="397802"/>
                  <a:pt x="356" y="377698"/>
                  <a:pt x="12764" y="365303"/>
                </a:cubicBezTo>
                <a:lnTo>
                  <a:pt x="168136" y="209931"/>
                </a:lnTo>
                <a:lnTo>
                  <a:pt x="12408" y="54191"/>
                </a:lnTo>
                <a:cubicBezTo>
                  <a:pt x="0" y="41783"/>
                  <a:pt x="0" y="21692"/>
                  <a:pt x="12408" y="9297"/>
                </a:cubicBezTo>
                <a:cubicBezTo>
                  <a:pt x="18606" y="3099"/>
                  <a:pt x="26734" y="0"/>
                  <a:pt x="34862" y="0"/>
                </a:cubicBezTo>
                <a:cubicBezTo>
                  <a:pt x="42990" y="0"/>
                  <a:pt x="51118" y="3099"/>
                  <a:pt x="57315" y="9297"/>
                </a:cubicBezTo>
                <a:lnTo>
                  <a:pt x="213043" y="165037"/>
                </a:lnTo>
                <a:lnTo>
                  <a:pt x="368415" y="9665"/>
                </a:lnTo>
                <a:cubicBezTo>
                  <a:pt x="374612" y="3467"/>
                  <a:pt x="382740" y="368"/>
                  <a:pt x="390868" y="368"/>
                </a:cubicBezTo>
                <a:cubicBezTo>
                  <a:pt x="398996" y="368"/>
                  <a:pt x="407112" y="3467"/>
                  <a:pt x="413322" y="9665"/>
                </a:cubicBezTo>
                <a:cubicBezTo>
                  <a:pt x="425717" y="22073"/>
                  <a:pt x="425717" y="42164"/>
                  <a:pt x="413322" y="54559"/>
                </a:cubicBezTo>
                <a:lnTo>
                  <a:pt x="257925" y="209931"/>
                </a:lnTo>
                <a:close/>
                <a:moveTo>
                  <a:pt x="213081" y="438556"/>
                </a:moveTo>
              </a:path>
            </a:pathLst>
          </a:custGeom>
          <a:solidFill>
            <a:srgbClr val="DD2E44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9" name="Freeform 229"/>
          <p:cNvSpPr/>
          <p:nvPr/>
        </p:nvSpPr>
        <p:spPr>
          <a:xfrm flipV="1">
            <a:off x="6410191" y="3800587"/>
            <a:ext cx="257204" cy="255323"/>
          </a:xfrm>
          <a:custGeom>
            <a:avLst/>
            <a:gdLst/>
            <a:ahLst/>
            <a:cxnLst/>
            <a:rect l="0" t="0" r="0" b="0"/>
            <a:pathLst>
              <a:path w="425717" h="422605">
                <a:moveTo>
                  <a:pt x="257925" y="209931"/>
                </a:moveTo>
                <a:lnTo>
                  <a:pt x="413309" y="365303"/>
                </a:lnTo>
                <a:cubicBezTo>
                  <a:pt x="425704" y="377698"/>
                  <a:pt x="425704" y="397802"/>
                  <a:pt x="413309" y="410197"/>
                </a:cubicBezTo>
                <a:cubicBezTo>
                  <a:pt x="400901" y="422605"/>
                  <a:pt x="380810" y="422605"/>
                  <a:pt x="368415" y="410197"/>
                </a:cubicBezTo>
                <a:lnTo>
                  <a:pt x="213030" y="254826"/>
                </a:lnTo>
                <a:lnTo>
                  <a:pt x="57658" y="410197"/>
                </a:lnTo>
                <a:cubicBezTo>
                  <a:pt x="45263" y="422605"/>
                  <a:pt x="25146" y="422605"/>
                  <a:pt x="12764" y="410197"/>
                </a:cubicBezTo>
                <a:cubicBezTo>
                  <a:pt x="356" y="397802"/>
                  <a:pt x="356" y="377698"/>
                  <a:pt x="12764" y="365303"/>
                </a:cubicBezTo>
                <a:lnTo>
                  <a:pt x="168136" y="209931"/>
                </a:lnTo>
                <a:lnTo>
                  <a:pt x="12408" y="54191"/>
                </a:lnTo>
                <a:cubicBezTo>
                  <a:pt x="0" y="41783"/>
                  <a:pt x="0" y="21692"/>
                  <a:pt x="12408" y="9297"/>
                </a:cubicBezTo>
                <a:cubicBezTo>
                  <a:pt x="18606" y="3099"/>
                  <a:pt x="26734" y="0"/>
                  <a:pt x="34862" y="0"/>
                </a:cubicBezTo>
                <a:cubicBezTo>
                  <a:pt x="42990" y="0"/>
                  <a:pt x="51118" y="3099"/>
                  <a:pt x="57315" y="9297"/>
                </a:cubicBezTo>
                <a:lnTo>
                  <a:pt x="213043" y="165037"/>
                </a:lnTo>
                <a:lnTo>
                  <a:pt x="368415" y="9665"/>
                </a:lnTo>
                <a:cubicBezTo>
                  <a:pt x="374612" y="3467"/>
                  <a:pt x="382740" y="368"/>
                  <a:pt x="390868" y="368"/>
                </a:cubicBezTo>
                <a:cubicBezTo>
                  <a:pt x="398996" y="368"/>
                  <a:pt x="407112" y="3467"/>
                  <a:pt x="413322" y="9665"/>
                </a:cubicBezTo>
                <a:cubicBezTo>
                  <a:pt x="425717" y="22073"/>
                  <a:pt x="425717" y="42164"/>
                  <a:pt x="413322" y="54559"/>
                </a:cubicBezTo>
                <a:lnTo>
                  <a:pt x="257925" y="209931"/>
                </a:lnTo>
                <a:close/>
                <a:moveTo>
                  <a:pt x="213081" y="438556"/>
                </a:moveTo>
              </a:path>
            </a:pathLst>
          </a:custGeom>
          <a:solidFill>
            <a:srgbClr val="DD2E44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0" name="Freeform 230"/>
          <p:cNvSpPr/>
          <p:nvPr/>
        </p:nvSpPr>
        <p:spPr>
          <a:xfrm flipV="1">
            <a:off x="6410191" y="4629262"/>
            <a:ext cx="257204" cy="255323"/>
          </a:xfrm>
          <a:custGeom>
            <a:avLst/>
            <a:gdLst/>
            <a:ahLst/>
            <a:cxnLst/>
            <a:rect l="0" t="0" r="0" b="0"/>
            <a:pathLst>
              <a:path w="425717" h="422605">
                <a:moveTo>
                  <a:pt x="257925" y="209931"/>
                </a:moveTo>
                <a:lnTo>
                  <a:pt x="413309" y="365303"/>
                </a:lnTo>
                <a:cubicBezTo>
                  <a:pt x="425704" y="377698"/>
                  <a:pt x="425704" y="397802"/>
                  <a:pt x="413309" y="410197"/>
                </a:cubicBezTo>
                <a:cubicBezTo>
                  <a:pt x="400901" y="422605"/>
                  <a:pt x="380810" y="422605"/>
                  <a:pt x="368415" y="410197"/>
                </a:cubicBezTo>
                <a:lnTo>
                  <a:pt x="213030" y="254826"/>
                </a:lnTo>
                <a:lnTo>
                  <a:pt x="57658" y="410197"/>
                </a:lnTo>
                <a:cubicBezTo>
                  <a:pt x="45263" y="422605"/>
                  <a:pt x="25146" y="422605"/>
                  <a:pt x="12764" y="410197"/>
                </a:cubicBezTo>
                <a:cubicBezTo>
                  <a:pt x="356" y="397802"/>
                  <a:pt x="356" y="377698"/>
                  <a:pt x="12764" y="365303"/>
                </a:cubicBezTo>
                <a:lnTo>
                  <a:pt x="168136" y="209931"/>
                </a:lnTo>
                <a:lnTo>
                  <a:pt x="12408" y="54191"/>
                </a:lnTo>
                <a:cubicBezTo>
                  <a:pt x="0" y="41783"/>
                  <a:pt x="0" y="21692"/>
                  <a:pt x="12408" y="9297"/>
                </a:cubicBezTo>
                <a:cubicBezTo>
                  <a:pt x="18606" y="3099"/>
                  <a:pt x="26734" y="0"/>
                  <a:pt x="34862" y="0"/>
                </a:cubicBezTo>
                <a:cubicBezTo>
                  <a:pt x="42990" y="0"/>
                  <a:pt x="51118" y="3099"/>
                  <a:pt x="57315" y="9297"/>
                </a:cubicBezTo>
                <a:lnTo>
                  <a:pt x="213043" y="165037"/>
                </a:lnTo>
                <a:lnTo>
                  <a:pt x="368415" y="9665"/>
                </a:lnTo>
                <a:cubicBezTo>
                  <a:pt x="374612" y="3467"/>
                  <a:pt x="382740" y="368"/>
                  <a:pt x="390868" y="368"/>
                </a:cubicBezTo>
                <a:cubicBezTo>
                  <a:pt x="398996" y="368"/>
                  <a:pt x="407112" y="3467"/>
                  <a:pt x="413322" y="9665"/>
                </a:cubicBezTo>
                <a:cubicBezTo>
                  <a:pt x="425717" y="22073"/>
                  <a:pt x="425717" y="42164"/>
                  <a:pt x="413322" y="54559"/>
                </a:cubicBezTo>
                <a:lnTo>
                  <a:pt x="257925" y="209931"/>
                </a:lnTo>
                <a:close/>
                <a:moveTo>
                  <a:pt x="213081" y="438556"/>
                </a:moveTo>
              </a:path>
            </a:pathLst>
          </a:custGeom>
          <a:solidFill>
            <a:srgbClr val="DD2E44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1" name="Freeform 231"/>
          <p:cNvSpPr/>
          <p:nvPr/>
        </p:nvSpPr>
        <p:spPr>
          <a:xfrm flipV="1">
            <a:off x="6410191" y="5877037"/>
            <a:ext cx="257204" cy="255323"/>
          </a:xfrm>
          <a:custGeom>
            <a:avLst/>
            <a:gdLst/>
            <a:ahLst/>
            <a:cxnLst/>
            <a:rect l="0" t="0" r="0" b="0"/>
            <a:pathLst>
              <a:path w="425717" h="422605">
                <a:moveTo>
                  <a:pt x="257925" y="209931"/>
                </a:moveTo>
                <a:lnTo>
                  <a:pt x="413309" y="365303"/>
                </a:lnTo>
                <a:cubicBezTo>
                  <a:pt x="425704" y="377698"/>
                  <a:pt x="425704" y="397802"/>
                  <a:pt x="413309" y="410197"/>
                </a:cubicBezTo>
                <a:cubicBezTo>
                  <a:pt x="400901" y="422605"/>
                  <a:pt x="380810" y="422605"/>
                  <a:pt x="368415" y="410197"/>
                </a:cubicBezTo>
                <a:lnTo>
                  <a:pt x="213030" y="254826"/>
                </a:lnTo>
                <a:lnTo>
                  <a:pt x="57658" y="410197"/>
                </a:lnTo>
                <a:cubicBezTo>
                  <a:pt x="45263" y="422605"/>
                  <a:pt x="25146" y="422605"/>
                  <a:pt x="12764" y="410197"/>
                </a:cubicBezTo>
                <a:cubicBezTo>
                  <a:pt x="356" y="397802"/>
                  <a:pt x="356" y="377698"/>
                  <a:pt x="12764" y="365303"/>
                </a:cubicBezTo>
                <a:lnTo>
                  <a:pt x="168136" y="209931"/>
                </a:lnTo>
                <a:lnTo>
                  <a:pt x="12408" y="54191"/>
                </a:lnTo>
                <a:cubicBezTo>
                  <a:pt x="0" y="41783"/>
                  <a:pt x="0" y="21692"/>
                  <a:pt x="12408" y="9297"/>
                </a:cubicBezTo>
                <a:cubicBezTo>
                  <a:pt x="18606" y="3099"/>
                  <a:pt x="26734" y="0"/>
                  <a:pt x="34862" y="0"/>
                </a:cubicBezTo>
                <a:cubicBezTo>
                  <a:pt x="42990" y="0"/>
                  <a:pt x="51118" y="3099"/>
                  <a:pt x="57315" y="9297"/>
                </a:cubicBezTo>
                <a:lnTo>
                  <a:pt x="213043" y="165037"/>
                </a:lnTo>
                <a:lnTo>
                  <a:pt x="368415" y="9665"/>
                </a:lnTo>
                <a:cubicBezTo>
                  <a:pt x="374612" y="3467"/>
                  <a:pt x="382740" y="368"/>
                  <a:pt x="390868" y="368"/>
                </a:cubicBezTo>
                <a:cubicBezTo>
                  <a:pt x="398996" y="368"/>
                  <a:pt x="407112" y="3467"/>
                  <a:pt x="413322" y="9665"/>
                </a:cubicBezTo>
                <a:cubicBezTo>
                  <a:pt x="425717" y="22073"/>
                  <a:pt x="425717" y="42164"/>
                  <a:pt x="413322" y="54559"/>
                </a:cubicBezTo>
                <a:lnTo>
                  <a:pt x="257925" y="209931"/>
                </a:lnTo>
                <a:close/>
                <a:moveTo>
                  <a:pt x="213081" y="438556"/>
                </a:moveTo>
              </a:path>
            </a:pathLst>
          </a:custGeom>
          <a:solidFill>
            <a:srgbClr val="DD2E44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2" name="Freeform 232"/>
          <p:cNvSpPr/>
          <p:nvPr/>
        </p:nvSpPr>
        <p:spPr>
          <a:xfrm flipV="1">
            <a:off x="10616647" y="5867400"/>
            <a:ext cx="246783" cy="221071"/>
          </a:xfrm>
          <a:custGeom>
            <a:avLst/>
            <a:gdLst/>
            <a:ahLst/>
            <a:cxnLst/>
            <a:rect l="0" t="0" r="0" b="0"/>
            <a:pathLst>
              <a:path w="408470" h="365912">
                <a:moveTo>
                  <a:pt x="408470" y="0"/>
                </a:moveTo>
                <a:lnTo>
                  <a:pt x="371437" y="331902"/>
                </a:lnTo>
                <a:cubicBezTo>
                  <a:pt x="369278" y="351269"/>
                  <a:pt x="352908" y="365912"/>
                  <a:pt x="333426" y="365912"/>
                </a:cubicBezTo>
                <a:lnTo>
                  <a:pt x="71971" y="365912"/>
                </a:lnTo>
                <a:cubicBezTo>
                  <a:pt x="52350" y="365912"/>
                  <a:pt x="35916" y="351079"/>
                  <a:pt x="33909" y="331572"/>
                </a:cubicBezTo>
                <a:lnTo>
                  <a:pt x="0" y="0"/>
                </a:lnTo>
                <a:lnTo>
                  <a:pt x="408470" y="0"/>
                </a:lnTo>
                <a:close/>
                <a:moveTo>
                  <a:pt x="340551" y="365912"/>
                </a:moveTo>
              </a:path>
            </a:pathLst>
          </a:custGeom>
          <a:solidFill>
            <a:srgbClr val="DD2E44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3" name="Freeform 233"/>
          <p:cNvSpPr/>
          <p:nvPr/>
        </p:nvSpPr>
        <p:spPr>
          <a:xfrm flipV="1">
            <a:off x="10668101" y="5902957"/>
            <a:ext cx="143728" cy="143729"/>
          </a:xfrm>
          <a:custGeom>
            <a:avLst/>
            <a:gdLst/>
            <a:ahLst/>
            <a:cxnLst/>
            <a:rect l="0" t="0" r="0" b="0"/>
            <a:pathLst>
              <a:path w="237896" h="237897">
                <a:moveTo>
                  <a:pt x="237896" y="118948"/>
                </a:moveTo>
                <a:cubicBezTo>
                  <a:pt x="237896" y="111138"/>
                  <a:pt x="237134" y="103403"/>
                  <a:pt x="235610" y="95743"/>
                </a:cubicBezTo>
                <a:cubicBezTo>
                  <a:pt x="234087" y="88083"/>
                  <a:pt x="231830" y="80645"/>
                  <a:pt x="228842" y="73429"/>
                </a:cubicBezTo>
                <a:cubicBezTo>
                  <a:pt x="225853" y="66213"/>
                  <a:pt x="222189" y="59358"/>
                  <a:pt x="217850" y="52864"/>
                </a:cubicBezTo>
                <a:cubicBezTo>
                  <a:pt x="213510" y="46370"/>
                  <a:pt x="208580" y="40362"/>
                  <a:pt x="203057" y="34839"/>
                </a:cubicBezTo>
                <a:cubicBezTo>
                  <a:pt x="197534" y="29317"/>
                  <a:pt x="191526" y="24386"/>
                  <a:pt x="185032" y="20047"/>
                </a:cubicBezTo>
                <a:cubicBezTo>
                  <a:pt x="178538" y="15708"/>
                  <a:pt x="171683" y="12044"/>
                  <a:pt x="164467" y="9055"/>
                </a:cubicBezTo>
                <a:cubicBezTo>
                  <a:pt x="157252" y="6066"/>
                  <a:pt x="149814" y="3810"/>
                  <a:pt x="142153" y="2286"/>
                </a:cubicBezTo>
                <a:cubicBezTo>
                  <a:pt x="134493" y="762"/>
                  <a:pt x="126758" y="0"/>
                  <a:pt x="118948" y="0"/>
                </a:cubicBezTo>
                <a:cubicBezTo>
                  <a:pt x="111138" y="0"/>
                  <a:pt x="103402" y="762"/>
                  <a:pt x="95742" y="2286"/>
                </a:cubicBezTo>
                <a:cubicBezTo>
                  <a:pt x="88082" y="3810"/>
                  <a:pt x="80644" y="6066"/>
                  <a:pt x="73428" y="9055"/>
                </a:cubicBezTo>
                <a:cubicBezTo>
                  <a:pt x="66213" y="12044"/>
                  <a:pt x="59358" y="15708"/>
                  <a:pt x="52864" y="20047"/>
                </a:cubicBezTo>
                <a:cubicBezTo>
                  <a:pt x="46370" y="24386"/>
                  <a:pt x="40361" y="29317"/>
                  <a:pt x="34839" y="34839"/>
                </a:cubicBezTo>
                <a:cubicBezTo>
                  <a:pt x="29316" y="40362"/>
                  <a:pt x="24385" y="46370"/>
                  <a:pt x="20046" y="52864"/>
                </a:cubicBezTo>
                <a:cubicBezTo>
                  <a:pt x="15707" y="59358"/>
                  <a:pt x="12043" y="66213"/>
                  <a:pt x="9054" y="73429"/>
                </a:cubicBezTo>
                <a:cubicBezTo>
                  <a:pt x="6065" y="80645"/>
                  <a:pt x="3809" y="88083"/>
                  <a:pt x="2285" y="95743"/>
                </a:cubicBezTo>
                <a:cubicBezTo>
                  <a:pt x="761" y="103403"/>
                  <a:pt x="0" y="111138"/>
                  <a:pt x="0" y="118948"/>
                </a:cubicBezTo>
                <a:cubicBezTo>
                  <a:pt x="0" y="126759"/>
                  <a:pt x="761" y="134494"/>
                  <a:pt x="2285" y="142154"/>
                </a:cubicBezTo>
                <a:cubicBezTo>
                  <a:pt x="3809" y="149814"/>
                  <a:pt x="6065" y="157252"/>
                  <a:pt x="9054" y="164468"/>
                </a:cubicBezTo>
                <a:cubicBezTo>
                  <a:pt x="12043" y="171684"/>
                  <a:pt x="15707" y="178539"/>
                  <a:pt x="20046" y="185033"/>
                </a:cubicBezTo>
                <a:cubicBezTo>
                  <a:pt x="24385" y="191527"/>
                  <a:pt x="29316" y="197535"/>
                  <a:pt x="34839" y="203058"/>
                </a:cubicBezTo>
                <a:cubicBezTo>
                  <a:pt x="40361" y="208580"/>
                  <a:pt x="46370" y="213511"/>
                  <a:pt x="52864" y="217850"/>
                </a:cubicBezTo>
                <a:cubicBezTo>
                  <a:pt x="59358" y="222189"/>
                  <a:pt x="66213" y="225853"/>
                  <a:pt x="73428" y="228842"/>
                </a:cubicBezTo>
                <a:cubicBezTo>
                  <a:pt x="80644" y="231831"/>
                  <a:pt x="88082" y="234087"/>
                  <a:pt x="95742" y="235611"/>
                </a:cubicBezTo>
                <a:cubicBezTo>
                  <a:pt x="103402" y="237135"/>
                  <a:pt x="111138" y="237897"/>
                  <a:pt x="118948" y="237897"/>
                </a:cubicBezTo>
                <a:cubicBezTo>
                  <a:pt x="126758" y="237897"/>
                  <a:pt x="134493" y="237135"/>
                  <a:pt x="142153" y="235611"/>
                </a:cubicBezTo>
                <a:cubicBezTo>
                  <a:pt x="149814" y="234087"/>
                  <a:pt x="157252" y="231831"/>
                  <a:pt x="164467" y="228842"/>
                </a:cubicBezTo>
                <a:cubicBezTo>
                  <a:pt x="171683" y="225853"/>
                  <a:pt x="178538" y="222189"/>
                  <a:pt x="185032" y="217850"/>
                </a:cubicBezTo>
                <a:cubicBezTo>
                  <a:pt x="191526" y="213511"/>
                  <a:pt x="197534" y="208580"/>
                  <a:pt x="203057" y="203058"/>
                </a:cubicBezTo>
                <a:cubicBezTo>
                  <a:pt x="208580" y="197535"/>
                  <a:pt x="213510" y="191527"/>
                  <a:pt x="217850" y="185033"/>
                </a:cubicBezTo>
                <a:cubicBezTo>
                  <a:pt x="222189" y="178539"/>
                  <a:pt x="225853" y="171684"/>
                  <a:pt x="228842" y="164468"/>
                </a:cubicBezTo>
                <a:cubicBezTo>
                  <a:pt x="231830" y="157252"/>
                  <a:pt x="234087" y="149814"/>
                  <a:pt x="235610" y="142154"/>
                </a:cubicBezTo>
                <a:cubicBezTo>
                  <a:pt x="237134" y="134494"/>
                  <a:pt x="237896" y="126759"/>
                  <a:pt x="237896" y="118948"/>
                </a:cubicBezTo>
                <a:close/>
                <a:moveTo>
                  <a:pt x="67272" y="296748"/>
                </a:moveTo>
              </a:path>
            </a:pathLst>
          </a:custGeom>
          <a:solidFill>
            <a:srgbClr val="BE1931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34" name="Picture 234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588625" y="6078596"/>
            <a:ext cx="301624" cy="77729"/>
          </a:xfrm>
          <a:prstGeom prst="rect">
            <a:avLst/>
          </a:prstGeom>
          <a:noFill/>
        </p:spPr>
      </p:pic>
      <p:sp>
        <p:nvSpPr>
          <p:cNvPr id="235" name="Freeform 235"/>
          <p:cNvSpPr/>
          <p:nvPr/>
        </p:nvSpPr>
        <p:spPr>
          <a:xfrm flipV="1">
            <a:off x="10604439" y="6082242"/>
            <a:ext cx="269994" cy="14670"/>
          </a:xfrm>
          <a:custGeom>
            <a:avLst/>
            <a:gdLst/>
            <a:ahLst/>
            <a:cxnLst/>
            <a:rect l="0" t="0" r="0" b="0"/>
            <a:pathLst>
              <a:path w="446887" h="24282">
                <a:moveTo>
                  <a:pt x="446887" y="0"/>
                </a:moveTo>
                <a:lnTo>
                  <a:pt x="445960" y="9296"/>
                </a:lnTo>
                <a:cubicBezTo>
                  <a:pt x="444170" y="18669"/>
                  <a:pt x="436181" y="24282"/>
                  <a:pt x="426644" y="24282"/>
                </a:cubicBezTo>
                <a:lnTo>
                  <a:pt x="20244" y="24282"/>
                </a:lnTo>
                <a:cubicBezTo>
                  <a:pt x="10706" y="24282"/>
                  <a:pt x="2718" y="18669"/>
                  <a:pt x="927" y="9296"/>
                </a:cubicBezTo>
                <a:lnTo>
                  <a:pt x="0" y="0"/>
                </a:lnTo>
                <a:lnTo>
                  <a:pt x="446887" y="0"/>
                </a:lnTo>
                <a:lnTo>
                  <a:pt x="446887" y="0"/>
                </a:lnTo>
                <a:close/>
                <a:moveTo>
                  <a:pt x="374726" y="379882"/>
                </a:moveTo>
              </a:path>
            </a:pathLst>
          </a:custGeom>
          <a:solidFill>
            <a:srgbClr val="CCD6DD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6" name="Freeform 236"/>
          <p:cNvSpPr/>
          <p:nvPr/>
        </p:nvSpPr>
        <p:spPr>
          <a:xfrm flipV="1">
            <a:off x="10648712" y="5883575"/>
            <a:ext cx="182500" cy="182492"/>
          </a:xfrm>
          <a:custGeom>
            <a:avLst/>
            <a:gdLst/>
            <a:ahLst/>
            <a:cxnLst/>
            <a:rect l="0" t="0" r="0" b="0"/>
            <a:pathLst>
              <a:path w="302069" h="302057">
                <a:moveTo>
                  <a:pt x="298081" y="155727"/>
                </a:moveTo>
                <a:lnTo>
                  <a:pt x="200698" y="171577"/>
                </a:lnTo>
                <a:lnTo>
                  <a:pt x="258343" y="251689"/>
                </a:lnTo>
                <a:cubicBezTo>
                  <a:pt x="259702" y="253568"/>
                  <a:pt x="259499" y="256185"/>
                  <a:pt x="257848" y="257836"/>
                </a:cubicBezTo>
                <a:cubicBezTo>
                  <a:pt x="256184" y="259474"/>
                  <a:pt x="253581" y="259690"/>
                  <a:pt x="251701" y="258331"/>
                </a:cubicBezTo>
                <a:lnTo>
                  <a:pt x="171577" y="200698"/>
                </a:lnTo>
                <a:lnTo>
                  <a:pt x="155740" y="298069"/>
                </a:lnTo>
                <a:cubicBezTo>
                  <a:pt x="155372" y="300368"/>
                  <a:pt x="153365" y="302057"/>
                  <a:pt x="151041" y="302057"/>
                </a:cubicBezTo>
                <a:cubicBezTo>
                  <a:pt x="148717" y="302057"/>
                  <a:pt x="146710" y="300368"/>
                  <a:pt x="146342" y="298069"/>
                </a:cubicBezTo>
                <a:lnTo>
                  <a:pt x="130492" y="200698"/>
                </a:lnTo>
                <a:lnTo>
                  <a:pt x="50381" y="258331"/>
                </a:lnTo>
                <a:cubicBezTo>
                  <a:pt x="48488" y="259690"/>
                  <a:pt x="45897" y="259474"/>
                  <a:pt x="44234" y="257836"/>
                </a:cubicBezTo>
                <a:cubicBezTo>
                  <a:pt x="42583" y="256172"/>
                  <a:pt x="42380" y="253581"/>
                  <a:pt x="43738" y="251689"/>
                </a:cubicBezTo>
                <a:lnTo>
                  <a:pt x="101371" y="171577"/>
                </a:lnTo>
                <a:lnTo>
                  <a:pt x="3987" y="155727"/>
                </a:lnTo>
                <a:cubicBezTo>
                  <a:pt x="1689" y="155359"/>
                  <a:pt x="0" y="153365"/>
                  <a:pt x="0" y="151028"/>
                </a:cubicBezTo>
                <a:cubicBezTo>
                  <a:pt x="0" y="148692"/>
                  <a:pt x="1689" y="146698"/>
                  <a:pt x="3987" y="146330"/>
                </a:cubicBezTo>
                <a:lnTo>
                  <a:pt x="101371" y="130480"/>
                </a:lnTo>
                <a:lnTo>
                  <a:pt x="43738" y="50368"/>
                </a:lnTo>
                <a:cubicBezTo>
                  <a:pt x="42380" y="48476"/>
                  <a:pt x="42583" y="45872"/>
                  <a:pt x="44234" y="44222"/>
                </a:cubicBezTo>
                <a:cubicBezTo>
                  <a:pt x="45897" y="42583"/>
                  <a:pt x="48488" y="42367"/>
                  <a:pt x="50381" y="43726"/>
                </a:cubicBezTo>
                <a:lnTo>
                  <a:pt x="130492" y="101359"/>
                </a:lnTo>
                <a:lnTo>
                  <a:pt x="146342" y="3988"/>
                </a:lnTo>
                <a:cubicBezTo>
                  <a:pt x="146710" y="1677"/>
                  <a:pt x="148717" y="0"/>
                  <a:pt x="151041" y="0"/>
                </a:cubicBezTo>
                <a:cubicBezTo>
                  <a:pt x="153365" y="0"/>
                  <a:pt x="155371" y="1702"/>
                  <a:pt x="155740" y="3988"/>
                </a:cubicBezTo>
                <a:lnTo>
                  <a:pt x="171577" y="101359"/>
                </a:lnTo>
                <a:lnTo>
                  <a:pt x="251688" y="43726"/>
                </a:lnTo>
                <a:cubicBezTo>
                  <a:pt x="253568" y="42380"/>
                  <a:pt x="256184" y="42583"/>
                  <a:pt x="257835" y="44222"/>
                </a:cubicBezTo>
                <a:cubicBezTo>
                  <a:pt x="259486" y="45885"/>
                  <a:pt x="259689" y="48476"/>
                  <a:pt x="258330" y="50368"/>
                </a:cubicBezTo>
                <a:lnTo>
                  <a:pt x="200698" y="130480"/>
                </a:lnTo>
                <a:lnTo>
                  <a:pt x="298081" y="146330"/>
                </a:lnTo>
                <a:cubicBezTo>
                  <a:pt x="300393" y="146698"/>
                  <a:pt x="302069" y="148704"/>
                  <a:pt x="302069" y="151028"/>
                </a:cubicBezTo>
                <a:cubicBezTo>
                  <a:pt x="302069" y="153353"/>
                  <a:pt x="300393" y="155359"/>
                  <a:pt x="298081" y="155727"/>
                </a:cubicBezTo>
                <a:close/>
                <a:moveTo>
                  <a:pt x="94666" y="328828"/>
                </a:moveTo>
              </a:path>
            </a:pathLst>
          </a:custGeom>
          <a:solidFill>
            <a:srgbClr val="EC9DAD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7" name="Rectangle 237"/>
          <p:cNvSpPr/>
          <p:nvPr/>
        </p:nvSpPr>
        <p:spPr>
          <a:xfrm>
            <a:off x="747712" y="502898"/>
            <a:ext cx="5319643" cy="567891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Th</a:t>
            </a:r>
            <a:r>
              <a:rPr lang="en-GB" sz="3479" b="1" i="0" spc="749" baseline="0" dirty="0">
                <a:solidFill>
                  <a:srgbClr val="224466"/>
                </a:solidFill>
                <a:latin typeface="Arial"/>
              </a:rPr>
              <a:t>e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Goo</a:t>
            </a:r>
            <a:r>
              <a:rPr lang="en-GB" sz="3479" b="1" i="0" spc="750" baseline="0" dirty="0">
                <a:solidFill>
                  <a:srgbClr val="224466"/>
                </a:solidFill>
                <a:latin typeface="Arial"/>
              </a:rPr>
              <a:t>d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an</a:t>
            </a:r>
            <a:r>
              <a:rPr lang="en-GB" sz="3479" b="1" i="0" spc="750" baseline="0" dirty="0">
                <a:solidFill>
                  <a:srgbClr val="224466"/>
                </a:solidFill>
                <a:latin typeface="Arial"/>
              </a:rPr>
              <a:t>d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Ba</a:t>
            </a:r>
            <a:r>
              <a:rPr lang="en-GB" sz="3479" b="1" i="0" spc="750" baseline="0" dirty="0">
                <a:solidFill>
                  <a:srgbClr val="224466"/>
                </a:solidFill>
                <a:latin typeface="Arial"/>
              </a:rPr>
              <a:t>d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o</a:t>
            </a:r>
            <a:r>
              <a:rPr lang="en-GB" sz="3479" b="1" i="0" spc="750" baseline="0" dirty="0">
                <a:solidFill>
                  <a:srgbClr val="224466"/>
                </a:solidFill>
                <a:latin typeface="Arial"/>
              </a:rPr>
              <a:t>f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LLMs</a:t>
            </a:r>
          </a:p>
          <a:p>
            <a:pPr marL="0">
              <a:lnSpc>
                <a:spcPts val="7012"/>
              </a:lnSpc>
            </a:pPr>
            <a:r>
              <a:rPr lang="en-GB" sz="2392" b="1" i="0" spc="0" baseline="0" dirty="0">
                <a:solidFill>
                  <a:srgbClr val="1F2328"/>
                </a:solidFill>
                <a:latin typeface="Arial"/>
              </a:rPr>
              <a:t>Strengths</a:t>
            </a:r>
          </a:p>
          <a:p>
            <a:pPr marL="377807">
              <a:lnSpc>
                <a:spcPts val="4147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Structure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programmabl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tasks</a:t>
            </a:r>
          </a:p>
          <a:p>
            <a:pPr marL="377807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Formativ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structure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feedback</a:t>
            </a:r>
          </a:p>
          <a:p>
            <a:pPr marL="377807">
              <a:lnSpc>
                <a:spcPts val="32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Socrati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c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dialogu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learning</a:t>
            </a:r>
          </a:p>
          <a:p>
            <a:pPr marL="377807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Synthesis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especiall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cross-disciplinary</a:t>
            </a:r>
          </a:p>
          <a:p>
            <a:pPr marL="377807">
              <a:lnSpc>
                <a:spcPts val="32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Semanti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c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searc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h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kill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gatekeeping</a:t>
            </a:r>
          </a:p>
          <a:p>
            <a:pPr marL="0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(missin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g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technica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l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terminolog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ma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be</a:t>
            </a:r>
          </a:p>
          <a:p>
            <a:pPr marL="0">
              <a:lnSpc>
                <a:spcPts val="32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inferre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fro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m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contex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description)</a:t>
            </a:r>
          </a:p>
          <a:p>
            <a:pPr marL="377807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Wid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choic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f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model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eac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h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wit</a:t>
            </a:r>
            <a:r>
              <a:rPr lang="en-GB" sz="2174" b="0" i="0" spc="505" baseline="0" dirty="0">
                <a:solidFill>
                  <a:srgbClr val="1F2328"/>
                </a:solidFill>
                <a:latin typeface="Arial"/>
              </a:rPr>
              <a:t>h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very</a:t>
            </a:r>
          </a:p>
          <a:p>
            <a:pPr marL="0">
              <a:lnSpc>
                <a:spcPts val="3224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differen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strengths</a:t>
            </a:r>
          </a:p>
          <a:p>
            <a:pPr marL="377807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Us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1244" baseline="0" dirty="0">
                <a:solidFill>
                  <a:srgbClr val="1F2328"/>
                </a:solidFill>
                <a:latin typeface="Arial"/>
              </a:rPr>
              <a:t>f</a:t>
            </a:r>
            <a:r>
              <a:rPr lang="en-GB" sz="1848" b="0" i="0" spc="0" baseline="0" dirty="0">
                <a:solidFill>
                  <a:srgbClr val="1F2328"/>
                </a:solidFill>
                <a:latin typeface="Menlo"/>
              </a:rPr>
              <a:t>markdow</a:t>
            </a:r>
            <a:r>
              <a:rPr lang="en-GB" sz="1848" b="0" i="0" spc="1215" baseline="0" dirty="0">
                <a:solidFill>
                  <a:srgbClr val="1F2328"/>
                </a:solidFill>
                <a:latin typeface="Menlo"/>
              </a:rPr>
              <a:t>n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fo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structure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data</a:t>
            </a:r>
          </a:p>
        </p:txBody>
      </p:sp>
      <p:sp>
        <p:nvSpPr>
          <p:cNvPr id="238" name="Rectangle 238"/>
          <p:cNvSpPr/>
          <p:nvPr/>
        </p:nvSpPr>
        <p:spPr>
          <a:xfrm>
            <a:off x="6372224" y="1558394"/>
            <a:ext cx="4972858" cy="462341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2392" b="1" i="0" spc="0" baseline="0" dirty="0">
                <a:solidFill>
                  <a:srgbClr val="1F2328"/>
                </a:solidFill>
                <a:latin typeface="Arial"/>
              </a:rPr>
              <a:t>Weaknesses</a:t>
            </a:r>
          </a:p>
          <a:p>
            <a:pPr marL="377806">
              <a:lnSpc>
                <a:spcPts val="4147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Wil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l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confidentl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li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you</a:t>
            </a:r>
          </a:p>
          <a:p>
            <a:pPr marL="377806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Wil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l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hallucinat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befor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admittin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g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failure</a:t>
            </a:r>
          </a:p>
          <a:p>
            <a:pPr marL="377806">
              <a:lnSpc>
                <a:spcPts val="32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Wil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l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eve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hallucinat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cod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functions</a:t>
            </a:r>
          </a:p>
          <a:p>
            <a:pPr marL="377806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Fe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w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model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rea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attachment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full</a:t>
            </a:r>
          </a:p>
          <a:p>
            <a:pPr marL="377806">
              <a:lnSpc>
                <a:spcPts val="32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Fe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w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model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wil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l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limi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th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scop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f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their</a:t>
            </a:r>
          </a:p>
          <a:p>
            <a:pPr marL="0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response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you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supplie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documents</a:t>
            </a:r>
          </a:p>
          <a:p>
            <a:pPr marL="377806">
              <a:lnSpc>
                <a:spcPts val="32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Fre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model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hav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ver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lo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w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model</a:t>
            </a:r>
          </a:p>
          <a:p>
            <a:pPr marL="0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context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meanin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g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you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earlies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instructions</a:t>
            </a:r>
          </a:p>
          <a:p>
            <a:pPr marL="0">
              <a:lnSpc>
                <a:spcPts val="3224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ma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b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silentl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forgotten</a:t>
            </a:r>
          </a:p>
          <a:p>
            <a:pPr marL="377874">
              <a:lnSpc>
                <a:spcPts val="3300"/>
              </a:lnSpc>
            </a:pP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Privac</a:t>
            </a:r>
            <a:r>
              <a:rPr lang="en-GB" sz="2174" b="1" i="0" spc="494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probabl</a:t>
            </a:r>
            <a:r>
              <a:rPr lang="en-GB" sz="2174" b="1" i="0" spc="494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doesn'</a:t>
            </a:r>
            <a:r>
              <a:rPr lang="en-GB" sz="2174" b="1" i="0" spc="49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exist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Freeform 239"/>
          <p:cNvSpPr/>
          <p:nvPr/>
        </p:nvSpPr>
        <p:spPr>
          <a:xfrm flipV="1">
            <a:off x="0" y="-3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0" name="Freeform 240"/>
          <p:cNvSpPr/>
          <p:nvPr/>
        </p:nvSpPr>
        <p:spPr>
          <a:xfrm flipV="1">
            <a:off x="0" y="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41" name="Picture 24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79500" y="4893205"/>
            <a:ext cx="228070" cy="224895"/>
          </a:xfrm>
          <a:prstGeom prst="rect">
            <a:avLst/>
          </a:prstGeom>
          <a:noFill/>
        </p:spPr>
      </p:pic>
      <p:sp>
        <p:nvSpPr>
          <p:cNvPr id="242" name="Freeform 242"/>
          <p:cNvSpPr/>
          <p:nvPr/>
        </p:nvSpPr>
        <p:spPr>
          <a:xfrm flipV="1">
            <a:off x="1133731" y="5005652"/>
            <a:ext cx="61383" cy="61383"/>
          </a:xfrm>
          <a:custGeom>
            <a:avLst/>
            <a:gdLst/>
            <a:ahLst/>
            <a:cxnLst/>
            <a:rect l="0" t="0" r="0" b="0"/>
            <a:pathLst>
              <a:path w="101600" h="101600">
                <a:moveTo>
                  <a:pt x="101600" y="50800"/>
                </a:moveTo>
                <a:cubicBezTo>
                  <a:pt x="101600" y="44064"/>
                  <a:pt x="100311" y="37584"/>
                  <a:pt x="97733" y="31360"/>
                </a:cubicBezTo>
                <a:cubicBezTo>
                  <a:pt x="95155" y="25136"/>
                  <a:pt x="91484" y="19643"/>
                  <a:pt x="86721" y="14879"/>
                </a:cubicBezTo>
                <a:cubicBezTo>
                  <a:pt x="81957" y="10116"/>
                  <a:pt x="76464" y="6445"/>
                  <a:pt x="70240" y="3867"/>
                </a:cubicBezTo>
                <a:cubicBezTo>
                  <a:pt x="64016" y="1289"/>
                  <a:pt x="57536" y="1"/>
                  <a:pt x="50800" y="0"/>
                </a:cubicBezTo>
                <a:cubicBezTo>
                  <a:pt x="44063" y="1"/>
                  <a:pt x="37583" y="1289"/>
                  <a:pt x="31359" y="3867"/>
                </a:cubicBezTo>
                <a:cubicBezTo>
                  <a:pt x="25136" y="6445"/>
                  <a:pt x="19642" y="10116"/>
                  <a:pt x="14879" y="14879"/>
                </a:cubicBezTo>
                <a:cubicBezTo>
                  <a:pt x="10115" y="19643"/>
                  <a:pt x="6445" y="25136"/>
                  <a:pt x="3867" y="31360"/>
                </a:cubicBezTo>
                <a:cubicBezTo>
                  <a:pt x="1289" y="37584"/>
                  <a:pt x="0" y="44064"/>
                  <a:pt x="0" y="50800"/>
                </a:cubicBezTo>
                <a:cubicBezTo>
                  <a:pt x="0" y="57537"/>
                  <a:pt x="1289" y="64017"/>
                  <a:pt x="3867" y="70241"/>
                </a:cubicBezTo>
                <a:cubicBezTo>
                  <a:pt x="6445" y="76465"/>
                  <a:pt x="10115" y="81958"/>
                  <a:pt x="14879" y="86722"/>
                </a:cubicBezTo>
                <a:cubicBezTo>
                  <a:pt x="19642" y="91485"/>
                  <a:pt x="25136" y="95156"/>
                  <a:pt x="31359" y="97734"/>
                </a:cubicBezTo>
                <a:cubicBezTo>
                  <a:pt x="37583" y="100312"/>
                  <a:pt x="44063" y="101600"/>
                  <a:pt x="50800" y="101600"/>
                </a:cubicBezTo>
                <a:cubicBezTo>
                  <a:pt x="57536" y="101600"/>
                  <a:pt x="64016" y="100312"/>
                  <a:pt x="70240" y="97734"/>
                </a:cubicBezTo>
                <a:cubicBezTo>
                  <a:pt x="76464" y="95156"/>
                  <a:pt x="81957" y="91485"/>
                  <a:pt x="86721" y="86722"/>
                </a:cubicBezTo>
                <a:cubicBezTo>
                  <a:pt x="91484" y="81958"/>
                  <a:pt x="95155" y="76465"/>
                  <a:pt x="97733" y="70241"/>
                </a:cubicBezTo>
                <a:cubicBezTo>
                  <a:pt x="100311" y="64017"/>
                  <a:pt x="101600" y="57537"/>
                  <a:pt x="101600" y="50800"/>
                </a:cubicBezTo>
                <a:close/>
                <a:moveTo>
                  <a:pt x="279413" y="393700"/>
                </a:moveTo>
              </a:path>
            </a:pathLst>
          </a:custGeom>
          <a:solidFill>
            <a:srgbClr val="FFCC4D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43" name="Picture 243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50218" y="4816475"/>
            <a:ext cx="234073" cy="234073"/>
          </a:xfrm>
          <a:prstGeom prst="rect">
            <a:avLst/>
          </a:prstGeom>
          <a:noFill/>
        </p:spPr>
      </p:pic>
      <p:sp>
        <p:nvSpPr>
          <p:cNvPr id="244" name="Freeform 244"/>
          <p:cNvSpPr/>
          <p:nvPr/>
        </p:nvSpPr>
        <p:spPr>
          <a:xfrm flipV="1">
            <a:off x="1274598" y="4867540"/>
            <a:ext cx="58628" cy="58621"/>
          </a:xfrm>
          <a:custGeom>
            <a:avLst/>
            <a:gdLst/>
            <a:ahLst/>
            <a:cxnLst/>
            <a:rect l="0" t="0" r="0" b="0"/>
            <a:pathLst>
              <a:path w="97041" h="97028">
                <a:moveTo>
                  <a:pt x="46241" y="97028"/>
                </a:moveTo>
                <a:cubicBezTo>
                  <a:pt x="25629" y="97028"/>
                  <a:pt x="7976" y="84697"/>
                  <a:pt x="0" y="67056"/>
                </a:cubicBezTo>
                <a:cubicBezTo>
                  <a:pt x="6376" y="69939"/>
                  <a:pt x="13399" y="71628"/>
                  <a:pt x="20841" y="71628"/>
                </a:cubicBezTo>
                <a:cubicBezTo>
                  <a:pt x="48895" y="71628"/>
                  <a:pt x="71641" y="48883"/>
                  <a:pt x="71641" y="20828"/>
                </a:cubicBezTo>
                <a:cubicBezTo>
                  <a:pt x="71641" y="13386"/>
                  <a:pt x="69952" y="6363"/>
                  <a:pt x="67082" y="0"/>
                </a:cubicBezTo>
                <a:cubicBezTo>
                  <a:pt x="84722" y="7963"/>
                  <a:pt x="97041" y="25616"/>
                  <a:pt x="97041" y="46228"/>
                </a:cubicBezTo>
                <a:cubicBezTo>
                  <a:pt x="97041" y="74283"/>
                  <a:pt x="74295" y="97028"/>
                  <a:pt x="46241" y="97028"/>
                </a:cubicBezTo>
                <a:close/>
                <a:moveTo>
                  <a:pt x="-233146" y="160528"/>
                </a:moveTo>
              </a:path>
            </a:pathLst>
          </a:custGeom>
          <a:solidFill>
            <a:srgbClr val="000000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45" name="Picture 245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44058" y="4915686"/>
            <a:ext cx="141031" cy="141031"/>
          </a:xfrm>
          <a:prstGeom prst="rect">
            <a:avLst/>
          </a:prstGeom>
          <a:noFill/>
        </p:spPr>
      </p:pic>
      <p:pic>
        <p:nvPicPr>
          <p:cNvPr id="246" name="Picture 246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79500" y="5312304"/>
            <a:ext cx="228070" cy="224896"/>
          </a:xfrm>
          <a:prstGeom prst="rect">
            <a:avLst/>
          </a:prstGeom>
          <a:noFill/>
        </p:spPr>
      </p:pic>
      <p:sp>
        <p:nvSpPr>
          <p:cNvPr id="247" name="Freeform 247"/>
          <p:cNvSpPr/>
          <p:nvPr/>
        </p:nvSpPr>
        <p:spPr>
          <a:xfrm flipV="1">
            <a:off x="1133731" y="5424752"/>
            <a:ext cx="61383" cy="61383"/>
          </a:xfrm>
          <a:custGeom>
            <a:avLst/>
            <a:gdLst/>
            <a:ahLst/>
            <a:cxnLst/>
            <a:rect l="0" t="0" r="0" b="0"/>
            <a:pathLst>
              <a:path w="101600" h="101600">
                <a:moveTo>
                  <a:pt x="101600" y="50800"/>
                </a:moveTo>
                <a:cubicBezTo>
                  <a:pt x="101600" y="44064"/>
                  <a:pt x="100311" y="37584"/>
                  <a:pt x="97733" y="31360"/>
                </a:cubicBezTo>
                <a:cubicBezTo>
                  <a:pt x="95155" y="25136"/>
                  <a:pt x="91484" y="19643"/>
                  <a:pt x="86721" y="14879"/>
                </a:cubicBezTo>
                <a:cubicBezTo>
                  <a:pt x="81957" y="10116"/>
                  <a:pt x="76464" y="6445"/>
                  <a:pt x="70240" y="3867"/>
                </a:cubicBezTo>
                <a:cubicBezTo>
                  <a:pt x="64016" y="1289"/>
                  <a:pt x="57536" y="1"/>
                  <a:pt x="50800" y="0"/>
                </a:cubicBezTo>
                <a:cubicBezTo>
                  <a:pt x="44063" y="1"/>
                  <a:pt x="37583" y="1289"/>
                  <a:pt x="31359" y="3867"/>
                </a:cubicBezTo>
                <a:cubicBezTo>
                  <a:pt x="25136" y="6445"/>
                  <a:pt x="19642" y="10116"/>
                  <a:pt x="14879" y="14879"/>
                </a:cubicBezTo>
                <a:cubicBezTo>
                  <a:pt x="10115" y="19643"/>
                  <a:pt x="6445" y="25136"/>
                  <a:pt x="3867" y="31360"/>
                </a:cubicBezTo>
                <a:cubicBezTo>
                  <a:pt x="1289" y="37584"/>
                  <a:pt x="0" y="44064"/>
                  <a:pt x="0" y="50800"/>
                </a:cubicBezTo>
                <a:cubicBezTo>
                  <a:pt x="0" y="57537"/>
                  <a:pt x="1289" y="64017"/>
                  <a:pt x="3867" y="70241"/>
                </a:cubicBezTo>
                <a:cubicBezTo>
                  <a:pt x="6445" y="76465"/>
                  <a:pt x="10115" y="81958"/>
                  <a:pt x="14879" y="86722"/>
                </a:cubicBezTo>
                <a:cubicBezTo>
                  <a:pt x="19642" y="91485"/>
                  <a:pt x="25136" y="95156"/>
                  <a:pt x="31359" y="97734"/>
                </a:cubicBezTo>
                <a:cubicBezTo>
                  <a:pt x="37583" y="100312"/>
                  <a:pt x="44063" y="101600"/>
                  <a:pt x="50800" y="101600"/>
                </a:cubicBezTo>
                <a:cubicBezTo>
                  <a:pt x="57536" y="101600"/>
                  <a:pt x="64016" y="100312"/>
                  <a:pt x="70240" y="97734"/>
                </a:cubicBezTo>
                <a:cubicBezTo>
                  <a:pt x="76464" y="95156"/>
                  <a:pt x="81957" y="91485"/>
                  <a:pt x="86721" y="86722"/>
                </a:cubicBezTo>
                <a:cubicBezTo>
                  <a:pt x="91484" y="81958"/>
                  <a:pt x="95155" y="76465"/>
                  <a:pt x="97733" y="70241"/>
                </a:cubicBezTo>
                <a:cubicBezTo>
                  <a:pt x="100311" y="64017"/>
                  <a:pt x="101600" y="57537"/>
                  <a:pt x="101600" y="50800"/>
                </a:cubicBezTo>
                <a:close/>
                <a:moveTo>
                  <a:pt x="279413" y="393700"/>
                </a:moveTo>
              </a:path>
            </a:pathLst>
          </a:custGeom>
          <a:solidFill>
            <a:srgbClr val="FFCC4D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48" name="Picture 248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50218" y="5235575"/>
            <a:ext cx="234073" cy="234073"/>
          </a:xfrm>
          <a:prstGeom prst="rect">
            <a:avLst/>
          </a:prstGeom>
          <a:noFill/>
        </p:spPr>
      </p:pic>
      <p:sp>
        <p:nvSpPr>
          <p:cNvPr id="249" name="Freeform 249"/>
          <p:cNvSpPr/>
          <p:nvPr/>
        </p:nvSpPr>
        <p:spPr>
          <a:xfrm flipV="1">
            <a:off x="1274598" y="5286640"/>
            <a:ext cx="58628" cy="58621"/>
          </a:xfrm>
          <a:custGeom>
            <a:avLst/>
            <a:gdLst/>
            <a:ahLst/>
            <a:cxnLst/>
            <a:rect l="0" t="0" r="0" b="0"/>
            <a:pathLst>
              <a:path w="97041" h="97028">
                <a:moveTo>
                  <a:pt x="46241" y="97028"/>
                </a:moveTo>
                <a:cubicBezTo>
                  <a:pt x="25629" y="97028"/>
                  <a:pt x="7976" y="84697"/>
                  <a:pt x="0" y="67056"/>
                </a:cubicBezTo>
                <a:cubicBezTo>
                  <a:pt x="6376" y="69939"/>
                  <a:pt x="13399" y="71628"/>
                  <a:pt x="20841" y="71628"/>
                </a:cubicBezTo>
                <a:cubicBezTo>
                  <a:pt x="48895" y="71628"/>
                  <a:pt x="71641" y="48883"/>
                  <a:pt x="71641" y="20828"/>
                </a:cubicBezTo>
                <a:cubicBezTo>
                  <a:pt x="71641" y="13386"/>
                  <a:pt x="69952" y="6363"/>
                  <a:pt x="67082" y="0"/>
                </a:cubicBezTo>
                <a:cubicBezTo>
                  <a:pt x="84722" y="7963"/>
                  <a:pt x="97041" y="25616"/>
                  <a:pt x="97041" y="46228"/>
                </a:cubicBezTo>
                <a:cubicBezTo>
                  <a:pt x="97041" y="74283"/>
                  <a:pt x="74295" y="97028"/>
                  <a:pt x="46241" y="97028"/>
                </a:cubicBezTo>
                <a:close/>
                <a:moveTo>
                  <a:pt x="-233146" y="160528"/>
                </a:moveTo>
              </a:path>
            </a:pathLst>
          </a:custGeom>
          <a:solidFill>
            <a:srgbClr val="000000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50" name="Picture 250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44058" y="5334786"/>
            <a:ext cx="141031" cy="141031"/>
          </a:xfrm>
          <a:prstGeom prst="rect">
            <a:avLst/>
          </a:prstGeom>
          <a:noFill/>
        </p:spPr>
      </p:pic>
      <p:sp>
        <p:nvSpPr>
          <p:cNvPr id="251" name="Rectangle 251"/>
          <p:cNvSpPr/>
          <p:nvPr/>
        </p:nvSpPr>
        <p:spPr>
          <a:xfrm>
            <a:off x="747712" y="1274423"/>
            <a:ext cx="10276681" cy="428826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Promptin</a:t>
            </a:r>
            <a:r>
              <a:rPr lang="en-GB" sz="3479" b="1" i="0" spc="749" baseline="0" dirty="0">
                <a:solidFill>
                  <a:srgbClr val="224466"/>
                </a:solidFill>
                <a:latin typeface="Arial"/>
              </a:rPr>
              <a:t>g: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Askin</a:t>
            </a:r>
            <a:r>
              <a:rPr lang="en-GB" sz="3479" b="1" i="0" spc="749" baseline="0" dirty="0">
                <a:solidFill>
                  <a:srgbClr val="224466"/>
                </a:solidFill>
                <a:latin typeface="Arial"/>
              </a:rPr>
              <a:t>g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A</a:t>
            </a:r>
            <a:r>
              <a:rPr lang="en-GB" sz="3479" b="1" i="0" spc="750" baseline="0" dirty="0">
                <a:solidFill>
                  <a:srgbClr val="224466"/>
                </a:solidFill>
                <a:latin typeface="Arial"/>
              </a:rPr>
              <a:t>I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t</a:t>
            </a:r>
            <a:r>
              <a:rPr lang="en-GB" sz="3479" b="1" i="0" spc="749" baseline="0" dirty="0">
                <a:solidFill>
                  <a:srgbClr val="224466"/>
                </a:solidFill>
                <a:latin typeface="Arial"/>
              </a:rPr>
              <a:t>o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d</a:t>
            </a:r>
            <a:r>
              <a:rPr lang="en-GB" sz="3479" b="1" i="0" spc="749" baseline="0" dirty="0">
                <a:solidFill>
                  <a:srgbClr val="224466"/>
                </a:solidFill>
                <a:latin typeface="Arial"/>
              </a:rPr>
              <a:t>o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something</a:t>
            </a:r>
          </a:p>
          <a:p>
            <a:pPr marL="0">
              <a:lnSpc>
                <a:spcPts val="5234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Promptin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g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th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ac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f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instructin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g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LL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M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perfor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ma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task.</a:t>
            </a:r>
          </a:p>
          <a:p>
            <a:pPr marL="0">
              <a:lnSpc>
                <a:spcPts val="4425"/>
              </a:lnSpc>
            </a:pP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A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promp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ma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b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ea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questio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f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instructions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ma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includ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attachments.</a:t>
            </a:r>
          </a:p>
          <a:p>
            <a:pPr marL="0">
              <a:lnSpc>
                <a:spcPts val="4500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Th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qualit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fa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promp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significantl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affec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th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respons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received.</a:t>
            </a:r>
          </a:p>
          <a:p>
            <a:pPr marL="0">
              <a:lnSpc>
                <a:spcPts val="44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LLM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ar</a:t>
            </a:r>
            <a:r>
              <a:rPr lang="en-GB" sz="2174" b="0" i="0" spc="505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incredibl</a:t>
            </a:r>
            <a:r>
              <a:rPr lang="en-GB" sz="2174" b="1" i="0" spc="494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powerfu</a:t>
            </a:r>
            <a:r>
              <a:rPr lang="en-GB" sz="2174" b="1" i="0" spc="505" baseline="0" dirty="0">
                <a:solidFill>
                  <a:srgbClr val="1F2328"/>
                </a:solidFill>
                <a:latin typeface="Arial"/>
              </a:rPr>
              <a:t>l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whe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prompte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well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bu</a:t>
            </a:r>
            <a:r>
              <a:rPr lang="en-GB" sz="2174" b="0" i="0" spc="505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nearl</a:t>
            </a:r>
            <a:r>
              <a:rPr lang="en-GB" sz="2174" b="1" i="0" spc="494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useles</a:t>
            </a:r>
            <a:r>
              <a:rPr lang="en-GB" sz="2174" b="1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whe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prompted</a:t>
            </a:r>
          </a:p>
          <a:p>
            <a:pPr marL="0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poorly.</a:t>
            </a:r>
          </a:p>
          <a:p>
            <a:pPr marL="694959">
              <a:lnSpc>
                <a:spcPts val="44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Th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bes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prompt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ar</a:t>
            </a:r>
            <a:r>
              <a:rPr lang="en-GB" sz="2174" b="0" i="0" spc="505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clear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specific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an</a:t>
            </a:r>
            <a:r>
              <a:rPr lang="en-GB" sz="2174" b="0" i="0" spc="505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structured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.</a:t>
            </a:r>
          </a:p>
          <a:p>
            <a:pPr marL="694959">
              <a:lnSpc>
                <a:spcPts val="3299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Th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wors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prompt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ar</a:t>
            </a:r>
            <a:r>
              <a:rPr lang="en-GB" sz="2174" b="0" i="0" spc="505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vague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ambiguous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an</a:t>
            </a:r>
            <a:r>
              <a:rPr lang="en-GB" sz="2174" b="0" i="0" spc="505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unstructured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Freeform 252"/>
          <p:cNvSpPr/>
          <p:nvPr/>
        </p:nvSpPr>
        <p:spPr>
          <a:xfrm flipV="1">
            <a:off x="0" y="-4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3" name="Freeform 253"/>
          <p:cNvSpPr/>
          <p:nvPr/>
        </p:nvSpPr>
        <p:spPr>
          <a:xfrm flipV="1">
            <a:off x="0" y="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4" name="Freeform 254"/>
          <p:cNvSpPr/>
          <p:nvPr/>
        </p:nvSpPr>
        <p:spPr>
          <a:xfrm flipV="1">
            <a:off x="10801116" y="3026416"/>
            <a:ext cx="589721" cy="602541"/>
          </a:xfrm>
          <a:custGeom>
            <a:avLst/>
            <a:gdLst/>
            <a:ahLst/>
            <a:cxnLst/>
            <a:rect l="0" t="0" r="0" b="0"/>
            <a:pathLst>
              <a:path w="431800" h="431800">
                <a:moveTo>
                  <a:pt x="431800" y="215900"/>
                </a:moveTo>
                <a:cubicBezTo>
                  <a:pt x="431800" y="208829"/>
                  <a:pt x="431453" y="201775"/>
                  <a:pt x="430760" y="194738"/>
                </a:cubicBezTo>
                <a:cubicBezTo>
                  <a:pt x="430067" y="187701"/>
                  <a:pt x="429030" y="180715"/>
                  <a:pt x="427651" y="173780"/>
                </a:cubicBezTo>
                <a:cubicBezTo>
                  <a:pt x="426271" y="166845"/>
                  <a:pt x="424555" y="159994"/>
                  <a:pt x="422503" y="153227"/>
                </a:cubicBezTo>
                <a:cubicBezTo>
                  <a:pt x="420450" y="146461"/>
                  <a:pt x="418071" y="139811"/>
                  <a:pt x="415365" y="133279"/>
                </a:cubicBezTo>
                <a:cubicBezTo>
                  <a:pt x="412659" y="126746"/>
                  <a:pt x="409640" y="120361"/>
                  <a:pt x="406306" y="114125"/>
                </a:cubicBezTo>
                <a:cubicBezTo>
                  <a:pt x="402973" y="107889"/>
                  <a:pt x="399342" y="101832"/>
                  <a:pt x="395414" y="95952"/>
                </a:cubicBezTo>
                <a:cubicBezTo>
                  <a:pt x="391485" y="90073"/>
                  <a:pt x="387278" y="84400"/>
                  <a:pt x="382792" y="78934"/>
                </a:cubicBezTo>
                <a:cubicBezTo>
                  <a:pt x="378307" y="73468"/>
                  <a:pt x="373564" y="68236"/>
                  <a:pt x="368564" y="63236"/>
                </a:cubicBezTo>
                <a:cubicBezTo>
                  <a:pt x="363564" y="58236"/>
                  <a:pt x="358331" y="53493"/>
                  <a:pt x="352865" y="49007"/>
                </a:cubicBezTo>
                <a:cubicBezTo>
                  <a:pt x="347399" y="44521"/>
                  <a:pt x="341726" y="40314"/>
                  <a:pt x="335847" y="36386"/>
                </a:cubicBezTo>
                <a:cubicBezTo>
                  <a:pt x="329968" y="32457"/>
                  <a:pt x="323910" y="28826"/>
                  <a:pt x="317674" y="25493"/>
                </a:cubicBezTo>
                <a:cubicBezTo>
                  <a:pt x="311438" y="22160"/>
                  <a:pt x="305054" y="19140"/>
                  <a:pt x="298521" y="16434"/>
                </a:cubicBezTo>
                <a:cubicBezTo>
                  <a:pt x="291988" y="13728"/>
                  <a:pt x="285338" y="11349"/>
                  <a:pt x="278572" y="9297"/>
                </a:cubicBezTo>
                <a:cubicBezTo>
                  <a:pt x="271805" y="7244"/>
                  <a:pt x="264955" y="5528"/>
                  <a:pt x="258020" y="4148"/>
                </a:cubicBezTo>
                <a:cubicBezTo>
                  <a:pt x="251084" y="2769"/>
                  <a:pt x="244098" y="1733"/>
                  <a:pt x="237061" y="1040"/>
                </a:cubicBezTo>
                <a:cubicBezTo>
                  <a:pt x="230024" y="346"/>
                  <a:pt x="222971" y="0"/>
                  <a:pt x="215900" y="0"/>
                </a:cubicBezTo>
                <a:cubicBezTo>
                  <a:pt x="208829" y="0"/>
                  <a:pt x="201775" y="346"/>
                  <a:pt x="194738" y="1040"/>
                </a:cubicBezTo>
                <a:cubicBezTo>
                  <a:pt x="187701" y="1733"/>
                  <a:pt x="180715" y="2769"/>
                  <a:pt x="173780" y="4148"/>
                </a:cubicBezTo>
                <a:cubicBezTo>
                  <a:pt x="166844" y="5528"/>
                  <a:pt x="159994" y="7244"/>
                  <a:pt x="153227" y="9297"/>
                </a:cubicBezTo>
                <a:cubicBezTo>
                  <a:pt x="146461" y="11349"/>
                  <a:pt x="139811" y="13728"/>
                  <a:pt x="133278" y="16434"/>
                </a:cubicBezTo>
                <a:cubicBezTo>
                  <a:pt x="126745" y="19140"/>
                  <a:pt x="120361" y="22160"/>
                  <a:pt x="114125" y="25493"/>
                </a:cubicBezTo>
                <a:cubicBezTo>
                  <a:pt x="107889" y="28826"/>
                  <a:pt x="101831" y="32457"/>
                  <a:pt x="95952" y="36386"/>
                </a:cubicBezTo>
                <a:cubicBezTo>
                  <a:pt x="90073" y="40314"/>
                  <a:pt x="84400" y="44521"/>
                  <a:pt x="78934" y="49007"/>
                </a:cubicBezTo>
                <a:cubicBezTo>
                  <a:pt x="73468" y="53493"/>
                  <a:pt x="68235" y="58236"/>
                  <a:pt x="63235" y="63236"/>
                </a:cubicBezTo>
                <a:cubicBezTo>
                  <a:pt x="58235" y="68236"/>
                  <a:pt x="53492" y="73468"/>
                  <a:pt x="49007" y="78934"/>
                </a:cubicBezTo>
                <a:cubicBezTo>
                  <a:pt x="44521" y="84400"/>
                  <a:pt x="40314" y="90073"/>
                  <a:pt x="36385" y="95952"/>
                </a:cubicBezTo>
                <a:cubicBezTo>
                  <a:pt x="32457" y="101832"/>
                  <a:pt x="28826" y="107889"/>
                  <a:pt x="25493" y="114125"/>
                </a:cubicBezTo>
                <a:cubicBezTo>
                  <a:pt x="22159" y="120361"/>
                  <a:pt x="19140" y="126746"/>
                  <a:pt x="16434" y="133279"/>
                </a:cubicBezTo>
                <a:cubicBezTo>
                  <a:pt x="13728" y="139811"/>
                  <a:pt x="11349" y="146461"/>
                  <a:pt x="9296" y="153227"/>
                </a:cubicBezTo>
                <a:cubicBezTo>
                  <a:pt x="7243" y="159994"/>
                  <a:pt x="5527" y="166845"/>
                  <a:pt x="4148" y="173780"/>
                </a:cubicBezTo>
                <a:cubicBezTo>
                  <a:pt x="2768" y="180715"/>
                  <a:pt x="1732" y="187701"/>
                  <a:pt x="1039" y="194738"/>
                </a:cubicBezTo>
                <a:cubicBezTo>
                  <a:pt x="346" y="201775"/>
                  <a:pt x="0" y="208829"/>
                  <a:pt x="0" y="215900"/>
                </a:cubicBezTo>
                <a:cubicBezTo>
                  <a:pt x="0" y="222971"/>
                  <a:pt x="346" y="230025"/>
                  <a:pt x="1039" y="237062"/>
                </a:cubicBezTo>
                <a:cubicBezTo>
                  <a:pt x="1732" y="244099"/>
                  <a:pt x="2768" y="251085"/>
                  <a:pt x="4148" y="258020"/>
                </a:cubicBezTo>
                <a:cubicBezTo>
                  <a:pt x="5527" y="264955"/>
                  <a:pt x="7243" y="271806"/>
                  <a:pt x="9296" y="278572"/>
                </a:cubicBezTo>
                <a:cubicBezTo>
                  <a:pt x="11349" y="285339"/>
                  <a:pt x="13728" y="291989"/>
                  <a:pt x="16434" y="298521"/>
                </a:cubicBezTo>
                <a:cubicBezTo>
                  <a:pt x="19140" y="305054"/>
                  <a:pt x="22159" y="311438"/>
                  <a:pt x="25493" y="317674"/>
                </a:cubicBezTo>
                <a:cubicBezTo>
                  <a:pt x="28826" y="323911"/>
                  <a:pt x="32457" y="329968"/>
                  <a:pt x="36385" y="335848"/>
                </a:cubicBezTo>
                <a:cubicBezTo>
                  <a:pt x="40314" y="341727"/>
                  <a:pt x="44521" y="347399"/>
                  <a:pt x="49007" y="352865"/>
                </a:cubicBezTo>
                <a:cubicBezTo>
                  <a:pt x="53492" y="358331"/>
                  <a:pt x="58235" y="363564"/>
                  <a:pt x="63235" y="368564"/>
                </a:cubicBezTo>
                <a:cubicBezTo>
                  <a:pt x="68235" y="373564"/>
                  <a:pt x="73468" y="378307"/>
                  <a:pt x="78934" y="382793"/>
                </a:cubicBezTo>
                <a:cubicBezTo>
                  <a:pt x="84400" y="387279"/>
                  <a:pt x="90073" y="391486"/>
                  <a:pt x="95952" y="395414"/>
                </a:cubicBezTo>
                <a:cubicBezTo>
                  <a:pt x="101831" y="399343"/>
                  <a:pt x="107889" y="402973"/>
                  <a:pt x="114125" y="406307"/>
                </a:cubicBezTo>
                <a:cubicBezTo>
                  <a:pt x="120361" y="409640"/>
                  <a:pt x="126745" y="412660"/>
                  <a:pt x="133278" y="415366"/>
                </a:cubicBezTo>
                <a:cubicBezTo>
                  <a:pt x="139811" y="418071"/>
                  <a:pt x="146461" y="420451"/>
                  <a:pt x="153227" y="422503"/>
                </a:cubicBezTo>
                <a:cubicBezTo>
                  <a:pt x="159994" y="424556"/>
                  <a:pt x="166844" y="426272"/>
                  <a:pt x="173779" y="427651"/>
                </a:cubicBezTo>
                <a:cubicBezTo>
                  <a:pt x="180715" y="429031"/>
                  <a:pt x="187701" y="430067"/>
                  <a:pt x="194738" y="430760"/>
                </a:cubicBezTo>
                <a:cubicBezTo>
                  <a:pt x="201775" y="431453"/>
                  <a:pt x="208829" y="431800"/>
                  <a:pt x="215900" y="431800"/>
                </a:cubicBezTo>
                <a:cubicBezTo>
                  <a:pt x="222971" y="431800"/>
                  <a:pt x="230024" y="431453"/>
                  <a:pt x="237061" y="430760"/>
                </a:cubicBezTo>
                <a:cubicBezTo>
                  <a:pt x="244098" y="430067"/>
                  <a:pt x="251084" y="429031"/>
                  <a:pt x="258020" y="427651"/>
                </a:cubicBezTo>
                <a:cubicBezTo>
                  <a:pt x="264955" y="426272"/>
                  <a:pt x="271805" y="424556"/>
                  <a:pt x="278572" y="422503"/>
                </a:cubicBezTo>
                <a:cubicBezTo>
                  <a:pt x="285338" y="420451"/>
                  <a:pt x="291988" y="418071"/>
                  <a:pt x="298521" y="415366"/>
                </a:cubicBezTo>
                <a:cubicBezTo>
                  <a:pt x="305054" y="412660"/>
                  <a:pt x="311438" y="409640"/>
                  <a:pt x="317674" y="406307"/>
                </a:cubicBezTo>
                <a:cubicBezTo>
                  <a:pt x="323910" y="402973"/>
                  <a:pt x="329968" y="399343"/>
                  <a:pt x="335847" y="395414"/>
                </a:cubicBezTo>
                <a:cubicBezTo>
                  <a:pt x="341726" y="391486"/>
                  <a:pt x="347399" y="387279"/>
                  <a:pt x="352865" y="382793"/>
                </a:cubicBezTo>
                <a:cubicBezTo>
                  <a:pt x="358331" y="378307"/>
                  <a:pt x="363564" y="373564"/>
                  <a:pt x="368564" y="368564"/>
                </a:cubicBezTo>
                <a:cubicBezTo>
                  <a:pt x="373564" y="363564"/>
                  <a:pt x="378307" y="358331"/>
                  <a:pt x="382792" y="352865"/>
                </a:cubicBezTo>
                <a:cubicBezTo>
                  <a:pt x="387278" y="347399"/>
                  <a:pt x="391485" y="341727"/>
                  <a:pt x="395414" y="335848"/>
                </a:cubicBezTo>
                <a:cubicBezTo>
                  <a:pt x="399342" y="329968"/>
                  <a:pt x="402973" y="323911"/>
                  <a:pt x="406306" y="317674"/>
                </a:cubicBezTo>
                <a:cubicBezTo>
                  <a:pt x="409640" y="311438"/>
                  <a:pt x="412659" y="305054"/>
                  <a:pt x="415365" y="298521"/>
                </a:cubicBezTo>
                <a:cubicBezTo>
                  <a:pt x="418071" y="291989"/>
                  <a:pt x="420450" y="285339"/>
                  <a:pt x="422503" y="278572"/>
                </a:cubicBezTo>
                <a:cubicBezTo>
                  <a:pt x="424555" y="271806"/>
                  <a:pt x="426271" y="264955"/>
                  <a:pt x="427651" y="258020"/>
                </a:cubicBezTo>
                <a:cubicBezTo>
                  <a:pt x="429030" y="251085"/>
                  <a:pt x="430067" y="244099"/>
                  <a:pt x="430760" y="237062"/>
                </a:cubicBezTo>
                <a:cubicBezTo>
                  <a:pt x="431453" y="230025"/>
                  <a:pt x="431800" y="222971"/>
                  <a:pt x="431800" y="215900"/>
                </a:cubicBezTo>
                <a:close/>
                <a:moveTo>
                  <a:pt x="203428" y="432028"/>
                </a:moveTo>
              </a:path>
            </a:pathLst>
          </a:custGeom>
          <a:solidFill>
            <a:srgbClr val="FFCB4C">
              <a:alpha val="100000"/>
            </a:srgbClr>
          </a:solidFill>
          <a:ln w="1734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5" name="Freeform 255"/>
          <p:cNvSpPr/>
          <p:nvPr/>
        </p:nvSpPr>
        <p:spPr>
          <a:xfrm flipV="1">
            <a:off x="11027951" y="3354482"/>
            <a:ext cx="154177" cy="72518"/>
          </a:xfrm>
          <a:custGeom>
            <a:avLst/>
            <a:gdLst/>
            <a:ahLst/>
            <a:cxnLst/>
            <a:rect l="0" t="0" r="0" b="0"/>
            <a:pathLst>
              <a:path w="112890" h="51969">
                <a:moveTo>
                  <a:pt x="5664" y="20142"/>
                </a:moveTo>
                <a:cubicBezTo>
                  <a:pt x="3823" y="21615"/>
                  <a:pt x="2388" y="23622"/>
                  <a:pt x="1702" y="26035"/>
                </a:cubicBezTo>
                <a:cubicBezTo>
                  <a:pt x="0" y="31877"/>
                  <a:pt x="3353" y="37694"/>
                  <a:pt x="9195" y="39002"/>
                </a:cubicBezTo>
                <a:cubicBezTo>
                  <a:pt x="66700" y="51969"/>
                  <a:pt x="105423" y="21692"/>
                  <a:pt x="107061" y="20396"/>
                </a:cubicBezTo>
                <a:cubicBezTo>
                  <a:pt x="111938" y="16510"/>
                  <a:pt x="112890" y="9665"/>
                  <a:pt x="109258" y="5093"/>
                </a:cubicBezTo>
                <a:cubicBezTo>
                  <a:pt x="105626" y="546"/>
                  <a:pt x="98743" y="0"/>
                  <a:pt x="93878" y="3861"/>
                </a:cubicBezTo>
                <a:cubicBezTo>
                  <a:pt x="92481" y="4928"/>
                  <a:pt x="61836" y="28283"/>
                  <a:pt x="15367" y="17806"/>
                </a:cubicBezTo>
                <a:cubicBezTo>
                  <a:pt x="11887" y="17031"/>
                  <a:pt x="8331" y="18009"/>
                  <a:pt x="5664" y="20142"/>
                </a:cubicBezTo>
                <a:lnTo>
                  <a:pt x="5664" y="20142"/>
                </a:lnTo>
                <a:close/>
                <a:moveTo>
                  <a:pt x="88367" y="287299"/>
                </a:moveTo>
              </a:path>
            </a:pathLst>
          </a:custGeom>
          <a:solidFill>
            <a:srgbClr val="65471B">
              <a:alpha val="100000"/>
            </a:srgbClr>
          </a:solidFill>
          <a:ln w="1734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6" name="Freeform 256"/>
          <p:cNvSpPr/>
          <p:nvPr/>
        </p:nvSpPr>
        <p:spPr>
          <a:xfrm flipV="1">
            <a:off x="10974460" y="3177051"/>
            <a:ext cx="73715" cy="94137"/>
          </a:xfrm>
          <a:custGeom>
            <a:avLst/>
            <a:gdLst/>
            <a:ahLst/>
            <a:cxnLst/>
            <a:rect l="0" t="0" r="0" b="0"/>
            <a:pathLst>
              <a:path w="53975" h="67462">
                <a:moveTo>
                  <a:pt x="53975" y="33731"/>
                </a:moveTo>
                <a:cubicBezTo>
                  <a:pt x="53975" y="29258"/>
                  <a:pt x="53291" y="24955"/>
                  <a:pt x="51921" y="20822"/>
                </a:cubicBezTo>
                <a:cubicBezTo>
                  <a:pt x="50551" y="16690"/>
                  <a:pt x="48601" y="13042"/>
                  <a:pt x="46071" y="9879"/>
                </a:cubicBezTo>
                <a:cubicBezTo>
                  <a:pt x="43540" y="6716"/>
                  <a:pt x="40622" y="4279"/>
                  <a:pt x="37315" y="2567"/>
                </a:cubicBezTo>
                <a:cubicBezTo>
                  <a:pt x="34009" y="855"/>
                  <a:pt x="30567" y="0"/>
                  <a:pt x="26988" y="0"/>
                </a:cubicBezTo>
                <a:cubicBezTo>
                  <a:pt x="23409" y="0"/>
                  <a:pt x="19966" y="855"/>
                  <a:pt x="16660" y="2567"/>
                </a:cubicBezTo>
                <a:cubicBezTo>
                  <a:pt x="13354" y="4279"/>
                  <a:pt x="10435" y="6716"/>
                  <a:pt x="7905" y="9879"/>
                </a:cubicBezTo>
                <a:cubicBezTo>
                  <a:pt x="5374" y="13042"/>
                  <a:pt x="3424" y="16690"/>
                  <a:pt x="2055" y="20822"/>
                </a:cubicBezTo>
                <a:cubicBezTo>
                  <a:pt x="685" y="24955"/>
                  <a:pt x="0" y="29258"/>
                  <a:pt x="0" y="33731"/>
                </a:cubicBezTo>
                <a:cubicBezTo>
                  <a:pt x="0" y="38204"/>
                  <a:pt x="685" y="42507"/>
                  <a:pt x="2055" y="46639"/>
                </a:cubicBezTo>
                <a:cubicBezTo>
                  <a:pt x="3424" y="50772"/>
                  <a:pt x="5374" y="54419"/>
                  <a:pt x="7905" y="57582"/>
                </a:cubicBezTo>
                <a:cubicBezTo>
                  <a:pt x="10435" y="60745"/>
                  <a:pt x="13354" y="63183"/>
                  <a:pt x="16660" y="64894"/>
                </a:cubicBezTo>
                <a:cubicBezTo>
                  <a:pt x="19966" y="66606"/>
                  <a:pt x="23409" y="67462"/>
                  <a:pt x="26988" y="67462"/>
                </a:cubicBezTo>
                <a:cubicBezTo>
                  <a:pt x="30567" y="67462"/>
                  <a:pt x="34009" y="66606"/>
                  <a:pt x="37315" y="64894"/>
                </a:cubicBezTo>
                <a:cubicBezTo>
                  <a:pt x="40622" y="63183"/>
                  <a:pt x="43540" y="60745"/>
                  <a:pt x="46071" y="57582"/>
                </a:cubicBezTo>
                <a:cubicBezTo>
                  <a:pt x="48601" y="54419"/>
                  <a:pt x="50551" y="50772"/>
                  <a:pt x="51921" y="46639"/>
                </a:cubicBezTo>
                <a:cubicBezTo>
                  <a:pt x="53291" y="42507"/>
                  <a:pt x="53975" y="38204"/>
                  <a:pt x="53975" y="33731"/>
                </a:cubicBezTo>
                <a:close/>
                <a:moveTo>
                  <a:pt x="2286" y="175640"/>
                </a:moveTo>
              </a:path>
            </a:pathLst>
          </a:custGeom>
          <a:solidFill>
            <a:srgbClr val="65471B">
              <a:alpha val="100000"/>
            </a:srgbClr>
          </a:solidFill>
          <a:ln w="1734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7" name="Freeform 257"/>
          <p:cNvSpPr/>
          <p:nvPr/>
        </p:nvSpPr>
        <p:spPr>
          <a:xfrm flipV="1">
            <a:off x="11169692" y="3195872"/>
            <a:ext cx="73716" cy="94139"/>
          </a:xfrm>
          <a:custGeom>
            <a:avLst/>
            <a:gdLst/>
            <a:ahLst/>
            <a:cxnLst/>
            <a:rect l="0" t="0" r="0" b="0"/>
            <a:pathLst>
              <a:path w="53976" h="67463">
                <a:moveTo>
                  <a:pt x="53976" y="33731"/>
                </a:moveTo>
                <a:cubicBezTo>
                  <a:pt x="53975" y="29258"/>
                  <a:pt x="53291" y="24955"/>
                  <a:pt x="51921" y="20823"/>
                </a:cubicBezTo>
                <a:cubicBezTo>
                  <a:pt x="50552" y="16690"/>
                  <a:pt x="48602" y="13043"/>
                  <a:pt x="46071" y="9880"/>
                </a:cubicBezTo>
                <a:cubicBezTo>
                  <a:pt x="43540" y="6717"/>
                  <a:pt x="40622" y="4280"/>
                  <a:pt x="37316" y="2568"/>
                </a:cubicBezTo>
                <a:cubicBezTo>
                  <a:pt x="34009" y="856"/>
                  <a:pt x="30567" y="0"/>
                  <a:pt x="26988" y="0"/>
                </a:cubicBezTo>
                <a:cubicBezTo>
                  <a:pt x="23409" y="0"/>
                  <a:pt x="19967" y="856"/>
                  <a:pt x="16660" y="2568"/>
                </a:cubicBezTo>
                <a:cubicBezTo>
                  <a:pt x="13354" y="4280"/>
                  <a:pt x="10435" y="6717"/>
                  <a:pt x="7905" y="9880"/>
                </a:cubicBezTo>
                <a:cubicBezTo>
                  <a:pt x="5374" y="13043"/>
                  <a:pt x="3424" y="16690"/>
                  <a:pt x="2055" y="20823"/>
                </a:cubicBezTo>
                <a:cubicBezTo>
                  <a:pt x="685" y="24955"/>
                  <a:pt x="0" y="29258"/>
                  <a:pt x="1" y="33731"/>
                </a:cubicBezTo>
                <a:cubicBezTo>
                  <a:pt x="0" y="38204"/>
                  <a:pt x="685" y="42507"/>
                  <a:pt x="2055" y="46640"/>
                </a:cubicBezTo>
                <a:cubicBezTo>
                  <a:pt x="3424" y="50772"/>
                  <a:pt x="5374" y="54420"/>
                  <a:pt x="7905" y="57583"/>
                </a:cubicBezTo>
                <a:cubicBezTo>
                  <a:pt x="10435" y="60746"/>
                  <a:pt x="13354" y="63183"/>
                  <a:pt x="16660" y="64895"/>
                </a:cubicBezTo>
                <a:cubicBezTo>
                  <a:pt x="19967" y="66607"/>
                  <a:pt x="23409" y="67463"/>
                  <a:pt x="26988" y="67463"/>
                </a:cubicBezTo>
                <a:cubicBezTo>
                  <a:pt x="30567" y="67463"/>
                  <a:pt x="34009" y="66607"/>
                  <a:pt x="37316" y="64895"/>
                </a:cubicBezTo>
                <a:cubicBezTo>
                  <a:pt x="40622" y="63183"/>
                  <a:pt x="43540" y="60746"/>
                  <a:pt x="46071" y="57583"/>
                </a:cubicBezTo>
                <a:cubicBezTo>
                  <a:pt x="48602" y="54420"/>
                  <a:pt x="50552" y="50772"/>
                  <a:pt x="51921" y="46640"/>
                </a:cubicBezTo>
                <a:cubicBezTo>
                  <a:pt x="53291" y="42507"/>
                  <a:pt x="53975" y="38204"/>
                  <a:pt x="53976" y="33731"/>
                </a:cubicBezTo>
                <a:close/>
                <a:moveTo>
                  <a:pt x="-127177" y="189128"/>
                </a:moveTo>
              </a:path>
            </a:pathLst>
          </a:custGeom>
          <a:solidFill>
            <a:srgbClr val="65471B">
              <a:alpha val="100000"/>
            </a:srgbClr>
          </a:solidFill>
          <a:ln w="1734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58" name="Picture 258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874098" y="3329695"/>
            <a:ext cx="357473" cy="347067"/>
          </a:xfrm>
          <a:prstGeom prst="rect">
            <a:avLst/>
          </a:prstGeom>
          <a:noFill/>
        </p:spPr>
      </p:pic>
      <p:pic>
        <p:nvPicPr>
          <p:cNvPr id="259" name="Picture 259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923927" y="3084601"/>
            <a:ext cx="389268" cy="144111"/>
          </a:xfrm>
          <a:prstGeom prst="rect">
            <a:avLst/>
          </a:prstGeom>
          <a:noFill/>
        </p:spPr>
      </p:pic>
      <p:sp>
        <p:nvSpPr>
          <p:cNvPr id="260" name="Rectangle 260"/>
          <p:cNvSpPr/>
          <p:nvPr/>
        </p:nvSpPr>
        <p:spPr>
          <a:xfrm>
            <a:off x="752474" y="2996202"/>
            <a:ext cx="9829400" cy="75224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4959" b="1" i="0" spc="0" baseline="0" dirty="0">
                <a:solidFill>
                  <a:srgbClr val="224466"/>
                </a:solidFill>
                <a:latin typeface="Arial"/>
              </a:rPr>
              <a:t>What'</a:t>
            </a:r>
            <a:r>
              <a:rPr lang="en-GB" sz="4959" b="1" i="0" spc="1068" baseline="0" dirty="0">
                <a:solidFill>
                  <a:srgbClr val="224466"/>
                </a:solidFill>
                <a:latin typeface="Arial"/>
              </a:rPr>
              <a:t>s</a:t>
            </a:r>
            <a:r>
              <a:rPr lang="en-GB" sz="4959" b="1" i="0" spc="0" baseline="0" dirty="0">
                <a:solidFill>
                  <a:srgbClr val="224466"/>
                </a:solidFill>
                <a:latin typeface="Arial"/>
              </a:rPr>
              <a:t>wron</a:t>
            </a:r>
            <a:r>
              <a:rPr lang="en-GB" sz="4959" b="1" i="0" spc="1068" baseline="0" dirty="0">
                <a:solidFill>
                  <a:srgbClr val="224466"/>
                </a:solidFill>
                <a:latin typeface="Arial"/>
              </a:rPr>
              <a:t>g</a:t>
            </a:r>
            <a:r>
              <a:rPr lang="en-GB" sz="4959" b="1" i="0" spc="0" baseline="0" dirty="0">
                <a:solidFill>
                  <a:srgbClr val="224466"/>
                </a:solidFill>
                <a:latin typeface="Arial"/>
              </a:rPr>
              <a:t>wit</a:t>
            </a:r>
            <a:r>
              <a:rPr lang="en-GB" sz="4959" b="1" i="0" spc="1070" baseline="0" dirty="0">
                <a:solidFill>
                  <a:srgbClr val="224466"/>
                </a:solidFill>
                <a:latin typeface="Arial"/>
              </a:rPr>
              <a:t>h</a:t>
            </a:r>
            <a:r>
              <a:rPr lang="en-GB" sz="4959" b="1" i="0" spc="0" baseline="0" dirty="0">
                <a:solidFill>
                  <a:srgbClr val="224466"/>
                </a:solidFill>
                <a:latin typeface="Arial"/>
              </a:rPr>
              <a:t>thes</a:t>
            </a:r>
            <a:r>
              <a:rPr lang="en-GB" sz="4959" b="1" i="0" spc="1068" baseline="0" dirty="0">
                <a:solidFill>
                  <a:srgbClr val="224466"/>
                </a:solidFill>
                <a:latin typeface="Arial"/>
              </a:rPr>
              <a:t>e</a:t>
            </a:r>
            <a:r>
              <a:rPr lang="en-GB" sz="4959" b="1" i="0" spc="0" baseline="0" dirty="0">
                <a:solidFill>
                  <a:srgbClr val="224466"/>
                </a:solidFill>
                <a:latin typeface="Arial"/>
              </a:rPr>
              <a:t>prompts?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Freeform 261"/>
          <p:cNvSpPr/>
          <p:nvPr/>
        </p:nvSpPr>
        <p:spPr>
          <a:xfrm flipV="1">
            <a:off x="0" y="-4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2" name="Freeform 262"/>
          <p:cNvSpPr/>
          <p:nvPr/>
        </p:nvSpPr>
        <p:spPr>
          <a:xfrm flipV="1">
            <a:off x="0" y="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3" name="Freeform 263"/>
          <p:cNvSpPr/>
          <p:nvPr/>
        </p:nvSpPr>
        <p:spPr>
          <a:xfrm flipV="1">
            <a:off x="752474" y="1790700"/>
            <a:ext cx="2390774" cy="542924"/>
          </a:xfrm>
          <a:custGeom>
            <a:avLst/>
            <a:gdLst/>
            <a:ahLst/>
            <a:cxnLst/>
            <a:rect l="0" t="0" r="0" b="0"/>
            <a:pathLst>
              <a:path w="3187700" h="723900">
                <a:moveTo>
                  <a:pt x="0" y="723900"/>
                </a:moveTo>
                <a:lnTo>
                  <a:pt x="3187700" y="723900"/>
                </a:lnTo>
                <a:lnTo>
                  <a:pt x="3187700" y="0"/>
                </a:lnTo>
                <a:lnTo>
                  <a:pt x="0" y="0"/>
                </a:lnTo>
                <a:lnTo>
                  <a:pt x="0" y="7239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4" name="Freeform 264"/>
          <p:cNvSpPr/>
          <p:nvPr/>
        </p:nvSpPr>
        <p:spPr>
          <a:xfrm flipV="1">
            <a:off x="3143249" y="1790700"/>
            <a:ext cx="8296274" cy="542924"/>
          </a:xfrm>
          <a:custGeom>
            <a:avLst/>
            <a:gdLst/>
            <a:ahLst/>
            <a:cxnLst/>
            <a:rect l="0" t="0" r="0" b="0"/>
            <a:pathLst>
              <a:path w="11061700" h="723900">
                <a:moveTo>
                  <a:pt x="0" y="723900"/>
                </a:moveTo>
                <a:lnTo>
                  <a:pt x="11061700" y="723900"/>
                </a:lnTo>
                <a:lnTo>
                  <a:pt x="11061700" y="0"/>
                </a:lnTo>
                <a:lnTo>
                  <a:pt x="0" y="0"/>
                </a:lnTo>
                <a:lnTo>
                  <a:pt x="0" y="7239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5" name="Freeform 265"/>
          <p:cNvSpPr/>
          <p:nvPr/>
        </p:nvSpPr>
        <p:spPr>
          <a:xfrm flipV="1">
            <a:off x="752474" y="2333625"/>
            <a:ext cx="2390774" cy="1362074"/>
          </a:xfrm>
          <a:custGeom>
            <a:avLst/>
            <a:gdLst/>
            <a:ahLst/>
            <a:cxnLst/>
            <a:rect l="0" t="0" r="0" b="0"/>
            <a:pathLst>
              <a:path w="3187700" h="1816100">
                <a:moveTo>
                  <a:pt x="0" y="1816100"/>
                </a:moveTo>
                <a:lnTo>
                  <a:pt x="3187700" y="1816100"/>
                </a:lnTo>
                <a:lnTo>
                  <a:pt x="3187700" y="0"/>
                </a:lnTo>
                <a:lnTo>
                  <a:pt x="0" y="0"/>
                </a:lnTo>
                <a:lnTo>
                  <a:pt x="0" y="18161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6" name="Freeform 266"/>
          <p:cNvSpPr/>
          <p:nvPr/>
        </p:nvSpPr>
        <p:spPr>
          <a:xfrm flipV="1">
            <a:off x="3143249" y="2333625"/>
            <a:ext cx="8296274" cy="1362074"/>
          </a:xfrm>
          <a:custGeom>
            <a:avLst/>
            <a:gdLst/>
            <a:ahLst/>
            <a:cxnLst/>
            <a:rect l="0" t="0" r="0" b="0"/>
            <a:pathLst>
              <a:path w="11061700" h="1816100">
                <a:moveTo>
                  <a:pt x="0" y="1816100"/>
                </a:moveTo>
                <a:lnTo>
                  <a:pt x="11061700" y="1816100"/>
                </a:lnTo>
                <a:lnTo>
                  <a:pt x="11061700" y="0"/>
                </a:lnTo>
                <a:lnTo>
                  <a:pt x="0" y="0"/>
                </a:lnTo>
                <a:lnTo>
                  <a:pt x="0" y="18161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7" name="Freeform 267"/>
          <p:cNvSpPr/>
          <p:nvPr/>
        </p:nvSpPr>
        <p:spPr>
          <a:xfrm flipV="1">
            <a:off x="752474" y="3695700"/>
            <a:ext cx="2390774" cy="1371599"/>
          </a:xfrm>
          <a:custGeom>
            <a:avLst/>
            <a:gdLst/>
            <a:ahLst/>
            <a:cxnLst/>
            <a:rect l="0" t="0" r="0" b="0"/>
            <a:pathLst>
              <a:path w="3187700" h="1828800">
                <a:moveTo>
                  <a:pt x="0" y="1828800"/>
                </a:moveTo>
                <a:lnTo>
                  <a:pt x="3187700" y="1828800"/>
                </a:lnTo>
                <a:lnTo>
                  <a:pt x="3187700" y="0"/>
                </a:lnTo>
                <a:lnTo>
                  <a:pt x="0" y="0"/>
                </a:lnTo>
                <a:lnTo>
                  <a:pt x="0" y="1828800"/>
                </a:lnTo>
                <a:close/>
              </a:path>
            </a:pathLst>
          </a:custGeom>
          <a:solidFill>
            <a:srgbClr val="F6F8FA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8" name="Freeform 268"/>
          <p:cNvSpPr/>
          <p:nvPr/>
        </p:nvSpPr>
        <p:spPr>
          <a:xfrm flipV="1">
            <a:off x="3143249" y="3695700"/>
            <a:ext cx="8296274" cy="1371599"/>
          </a:xfrm>
          <a:custGeom>
            <a:avLst/>
            <a:gdLst/>
            <a:ahLst/>
            <a:cxnLst/>
            <a:rect l="0" t="0" r="0" b="0"/>
            <a:pathLst>
              <a:path w="11061700" h="1828800">
                <a:moveTo>
                  <a:pt x="0" y="1828800"/>
                </a:moveTo>
                <a:lnTo>
                  <a:pt x="11061700" y="1828800"/>
                </a:lnTo>
                <a:lnTo>
                  <a:pt x="11061700" y="0"/>
                </a:lnTo>
                <a:lnTo>
                  <a:pt x="0" y="0"/>
                </a:lnTo>
                <a:lnTo>
                  <a:pt x="0" y="1828800"/>
                </a:lnTo>
                <a:close/>
              </a:path>
            </a:pathLst>
          </a:custGeom>
          <a:solidFill>
            <a:srgbClr val="F6F8FA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9" name="Freeform 269"/>
          <p:cNvSpPr/>
          <p:nvPr/>
        </p:nvSpPr>
        <p:spPr>
          <a:xfrm flipV="1">
            <a:off x="752474" y="1790700"/>
            <a:ext cx="9524" cy="542924"/>
          </a:xfrm>
          <a:custGeom>
            <a:avLst/>
            <a:gdLst/>
            <a:ahLst/>
            <a:cxnLst/>
            <a:rect l="0" t="0" r="0" b="0"/>
            <a:pathLst>
              <a:path w="12700" h="723900">
                <a:moveTo>
                  <a:pt x="0" y="723900"/>
                </a:moveTo>
                <a:lnTo>
                  <a:pt x="12700" y="723900"/>
                </a:lnTo>
                <a:lnTo>
                  <a:pt x="12700" y="0"/>
                </a:lnTo>
                <a:lnTo>
                  <a:pt x="0" y="0"/>
                </a:lnTo>
                <a:lnTo>
                  <a:pt x="0" y="7239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0" name="Freeform 270"/>
          <p:cNvSpPr/>
          <p:nvPr/>
        </p:nvSpPr>
        <p:spPr>
          <a:xfrm flipV="1">
            <a:off x="752474" y="1790700"/>
            <a:ext cx="2400299" cy="9524"/>
          </a:xfrm>
          <a:custGeom>
            <a:avLst/>
            <a:gdLst/>
            <a:ahLst/>
            <a:cxnLst/>
            <a:rect l="0" t="0" r="0" b="0"/>
            <a:pathLst>
              <a:path w="3200400" h="12700">
                <a:moveTo>
                  <a:pt x="0" y="12700"/>
                </a:moveTo>
                <a:lnTo>
                  <a:pt x="3200400" y="12700"/>
                </a:lnTo>
                <a:lnTo>
                  <a:pt x="32004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1" name="Freeform 271"/>
          <p:cNvSpPr/>
          <p:nvPr/>
        </p:nvSpPr>
        <p:spPr>
          <a:xfrm flipV="1">
            <a:off x="3143249" y="1790700"/>
            <a:ext cx="9524" cy="542924"/>
          </a:xfrm>
          <a:custGeom>
            <a:avLst/>
            <a:gdLst/>
            <a:ahLst/>
            <a:cxnLst/>
            <a:rect l="0" t="0" r="0" b="0"/>
            <a:pathLst>
              <a:path w="12700" h="723900">
                <a:moveTo>
                  <a:pt x="0" y="723900"/>
                </a:moveTo>
                <a:lnTo>
                  <a:pt x="12700" y="723900"/>
                </a:lnTo>
                <a:lnTo>
                  <a:pt x="12700" y="0"/>
                </a:lnTo>
                <a:lnTo>
                  <a:pt x="0" y="0"/>
                </a:lnTo>
                <a:lnTo>
                  <a:pt x="0" y="7239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2" name="Freeform 272"/>
          <p:cNvSpPr/>
          <p:nvPr/>
        </p:nvSpPr>
        <p:spPr>
          <a:xfrm flipV="1">
            <a:off x="3152774" y="1790700"/>
            <a:ext cx="8296274" cy="9524"/>
          </a:xfrm>
          <a:custGeom>
            <a:avLst/>
            <a:gdLst/>
            <a:ahLst/>
            <a:cxnLst/>
            <a:rect l="0" t="0" r="0" b="0"/>
            <a:pathLst>
              <a:path w="11061700" h="12700">
                <a:moveTo>
                  <a:pt x="0" y="12700"/>
                </a:moveTo>
                <a:lnTo>
                  <a:pt x="11061700" y="12700"/>
                </a:lnTo>
                <a:lnTo>
                  <a:pt x="110617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3" name="Freeform 273"/>
          <p:cNvSpPr/>
          <p:nvPr/>
        </p:nvSpPr>
        <p:spPr>
          <a:xfrm flipV="1">
            <a:off x="11439524" y="1790700"/>
            <a:ext cx="9524" cy="542924"/>
          </a:xfrm>
          <a:custGeom>
            <a:avLst/>
            <a:gdLst/>
            <a:ahLst/>
            <a:cxnLst/>
            <a:rect l="0" t="0" r="0" b="0"/>
            <a:pathLst>
              <a:path w="12700" h="723900">
                <a:moveTo>
                  <a:pt x="0" y="723900"/>
                </a:moveTo>
                <a:lnTo>
                  <a:pt x="12700" y="723900"/>
                </a:lnTo>
                <a:lnTo>
                  <a:pt x="12700" y="0"/>
                </a:lnTo>
                <a:lnTo>
                  <a:pt x="0" y="0"/>
                </a:lnTo>
                <a:lnTo>
                  <a:pt x="0" y="7239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4" name="Freeform 274"/>
          <p:cNvSpPr/>
          <p:nvPr/>
        </p:nvSpPr>
        <p:spPr>
          <a:xfrm flipV="1">
            <a:off x="752474" y="2324100"/>
            <a:ext cx="2400299" cy="9524"/>
          </a:xfrm>
          <a:custGeom>
            <a:avLst/>
            <a:gdLst/>
            <a:ahLst/>
            <a:cxnLst/>
            <a:rect l="0" t="0" r="0" b="0"/>
            <a:pathLst>
              <a:path w="3200400" h="12700">
                <a:moveTo>
                  <a:pt x="0" y="12700"/>
                </a:moveTo>
                <a:lnTo>
                  <a:pt x="3200400" y="12700"/>
                </a:lnTo>
                <a:lnTo>
                  <a:pt x="32004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5" name="Freeform 275"/>
          <p:cNvSpPr/>
          <p:nvPr/>
        </p:nvSpPr>
        <p:spPr>
          <a:xfrm flipV="1">
            <a:off x="3152774" y="2324100"/>
            <a:ext cx="8296274" cy="9524"/>
          </a:xfrm>
          <a:custGeom>
            <a:avLst/>
            <a:gdLst/>
            <a:ahLst/>
            <a:cxnLst/>
            <a:rect l="0" t="0" r="0" b="0"/>
            <a:pathLst>
              <a:path w="11061700" h="12700">
                <a:moveTo>
                  <a:pt x="0" y="12700"/>
                </a:moveTo>
                <a:lnTo>
                  <a:pt x="11061700" y="12700"/>
                </a:lnTo>
                <a:lnTo>
                  <a:pt x="110617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6" name="Freeform 276"/>
          <p:cNvSpPr/>
          <p:nvPr/>
        </p:nvSpPr>
        <p:spPr>
          <a:xfrm flipV="1">
            <a:off x="752474" y="2333625"/>
            <a:ext cx="9524" cy="1371599"/>
          </a:xfrm>
          <a:custGeom>
            <a:avLst/>
            <a:gdLst/>
            <a:ahLst/>
            <a:cxnLst/>
            <a:rect l="0" t="0" r="0" b="0"/>
            <a:pathLst>
              <a:path w="12700" h="1828800">
                <a:moveTo>
                  <a:pt x="0" y="1828800"/>
                </a:moveTo>
                <a:lnTo>
                  <a:pt x="12700" y="1828800"/>
                </a:lnTo>
                <a:lnTo>
                  <a:pt x="12700" y="0"/>
                </a:lnTo>
                <a:lnTo>
                  <a:pt x="0" y="0"/>
                </a:lnTo>
                <a:lnTo>
                  <a:pt x="0" y="18288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7" name="Freeform 277"/>
          <p:cNvSpPr/>
          <p:nvPr/>
        </p:nvSpPr>
        <p:spPr>
          <a:xfrm flipV="1">
            <a:off x="3143249" y="2333625"/>
            <a:ext cx="9524" cy="1371599"/>
          </a:xfrm>
          <a:custGeom>
            <a:avLst/>
            <a:gdLst/>
            <a:ahLst/>
            <a:cxnLst/>
            <a:rect l="0" t="0" r="0" b="0"/>
            <a:pathLst>
              <a:path w="12700" h="1828800">
                <a:moveTo>
                  <a:pt x="0" y="1828800"/>
                </a:moveTo>
                <a:lnTo>
                  <a:pt x="12700" y="1828800"/>
                </a:lnTo>
                <a:lnTo>
                  <a:pt x="12700" y="0"/>
                </a:lnTo>
                <a:lnTo>
                  <a:pt x="0" y="0"/>
                </a:lnTo>
                <a:lnTo>
                  <a:pt x="0" y="18288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8" name="Freeform 278"/>
          <p:cNvSpPr/>
          <p:nvPr/>
        </p:nvSpPr>
        <p:spPr>
          <a:xfrm flipV="1">
            <a:off x="11439524" y="2333625"/>
            <a:ext cx="9524" cy="1371599"/>
          </a:xfrm>
          <a:custGeom>
            <a:avLst/>
            <a:gdLst/>
            <a:ahLst/>
            <a:cxnLst/>
            <a:rect l="0" t="0" r="0" b="0"/>
            <a:pathLst>
              <a:path w="12700" h="1828800">
                <a:moveTo>
                  <a:pt x="0" y="1828800"/>
                </a:moveTo>
                <a:lnTo>
                  <a:pt x="12700" y="1828800"/>
                </a:lnTo>
                <a:lnTo>
                  <a:pt x="12700" y="0"/>
                </a:lnTo>
                <a:lnTo>
                  <a:pt x="0" y="0"/>
                </a:lnTo>
                <a:lnTo>
                  <a:pt x="0" y="18288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9" name="Freeform 279"/>
          <p:cNvSpPr/>
          <p:nvPr/>
        </p:nvSpPr>
        <p:spPr>
          <a:xfrm flipV="1">
            <a:off x="752474" y="3705225"/>
            <a:ext cx="9524" cy="1362074"/>
          </a:xfrm>
          <a:custGeom>
            <a:avLst/>
            <a:gdLst/>
            <a:ahLst/>
            <a:cxnLst/>
            <a:rect l="0" t="0" r="0" b="0"/>
            <a:pathLst>
              <a:path w="12700" h="1816100">
                <a:moveTo>
                  <a:pt x="0" y="1816100"/>
                </a:moveTo>
                <a:lnTo>
                  <a:pt x="12700" y="1816100"/>
                </a:lnTo>
                <a:lnTo>
                  <a:pt x="12700" y="0"/>
                </a:lnTo>
                <a:lnTo>
                  <a:pt x="0" y="0"/>
                </a:lnTo>
                <a:lnTo>
                  <a:pt x="0" y="18161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0" name="Freeform 280"/>
          <p:cNvSpPr/>
          <p:nvPr/>
        </p:nvSpPr>
        <p:spPr>
          <a:xfrm flipV="1">
            <a:off x="752474" y="3695700"/>
            <a:ext cx="2400299" cy="9524"/>
          </a:xfrm>
          <a:custGeom>
            <a:avLst/>
            <a:gdLst/>
            <a:ahLst/>
            <a:cxnLst/>
            <a:rect l="0" t="0" r="0" b="0"/>
            <a:pathLst>
              <a:path w="3200400" h="12700">
                <a:moveTo>
                  <a:pt x="0" y="12700"/>
                </a:moveTo>
                <a:lnTo>
                  <a:pt x="3200400" y="12700"/>
                </a:lnTo>
                <a:lnTo>
                  <a:pt x="32004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1" name="Freeform 281"/>
          <p:cNvSpPr/>
          <p:nvPr/>
        </p:nvSpPr>
        <p:spPr>
          <a:xfrm flipV="1">
            <a:off x="3143249" y="3705225"/>
            <a:ext cx="9524" cy="1362074"/>
          </a:xfrm>
          <a:custGeom>
            <a:avLst/>
            <a:gdLst/>
            <a:ahLst/>
            <a:cxnLst/>
            <a:rect l="0" t="0" r="0" b="0"/>
            <a:pathLst>
              <a:path w="12700" h="1816100">
                <a:moveTo>
                  <a:pt x="0" y="1816100"/>
                </a:moveTo>
                <a:lnTo>
                  <a:pt x="12700" y="1816100"/>
                </a:lnTo>
                <a:lnTo>
                  <a:pt x="12700" y="0"/>
                </a:lnTo>
                <a:lnTo>
                  <a:pt x="0" y="0"/>
                </a:lnTo>
                <a:lnTo>
                  <a:pt x="0" y="18161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2" name="Freeform 282"/>
          <p:cNvSpPr/>
          <p:nvPr/>
        </p:nvSpPr>
        <p:spPr>
          <a:xfrm flipV="1">
            <a:off x="3152774" y="3695700"/>
            <a:ext cx="8296274" cy="9524"/>
          </a:xfrm>
          <a:custGeom>
            <a:avLst/>
            <a:gdLst/>
            <a:ahLst/>
            <a:cxnLst/>
            <a:rect l="0" t="0" r="0" b="0"/>
            <a:pathLst>
              <a:path w="11061700" h="12700">
                <a:moveTo>
                  <a:pt x="0" y="12700"/>
                </a:moveTo>
                <a:lnTo>
                  <a:pt x="11061700" y="12700"/>
                </a:lnTo>
                <a:lnTo>
                  <a:pt x="110617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3" name="Freeform 283"/>
          <p:cNvSpPr/>
          <p:nvPr/>
        </p:nvSpPr>
        <p:spPr>
          <a:xfrm flipV="1">
            <a:off x="11439524" y="3705225"/>
            <a:ext cx="9524" cy="1362074"/>
          </a:xfrm>
          <a:custGeom>
            <a:avLst/>
            <a:gdLst/>
            <a:ahLst/>
            <a:cxnLst/>
            <a:rect l="0" t="0" r="0" b="0"/>
            <a:pathLst>
              <a:path w="12700" h="1816100">
                <a:moveTo>
                  <a:pt x="0" y="1816100"/>
                </a:moveTo>
                <a:lnTo>
                  <a:pt x="12700" y="1816100"/>
                </a:lnTo>
                <a:lnTo>
                  <a:pt x="12700" y="0"/>
                </a:lnTo>
                <a:lnTo>
                  <a:pt x="0" y="0"/>
                </a:lnTo>
                <a:lnTo>
                  <a:pt x="0" y="18161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4" name="Freeform 284"/>
          <p:cNvSpPr/>
          <p:nvPr/>
        </p:nvSpPr>
        <p:spPr>
          <a:xfrm flipV="1">
            <a:off x="752474" y="5057775"/>
            <a:ext cx="2400299" cy="9524"/>
          </a:xfrm>
          <a:custGeom>
            <a:avLst/>
            <a:gdLst/>
            <a:ahLst/>
            <a:cxnLst/>
            <a:rect l="0" t="0" r="0" b="0"/>
            <a:pathLst>
              <a:path w="3200400" h="12700">
                <a:moveTo>
                  <a:pt x="0" y="12700"/>
                </a:moveTo>
                <a:lnTo>
                  <a:pt x="3200400" y="12700"/>
                </a:lnTo>
                <a:lnTo>
                  <a:pt x="32004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5" name="Freeform 285"/>
          <p:cNvSpPr/>
          <p:nvPr/>
        </p:nvSpPr>
        <p:spPr>
          <a:xfrm flipV="1">
            <a:off x="3152774" y="5057775"/>
            <a:ext cx="8296274" cy="9524"/>
          </a:xfrm>
          <a:custGeom>
            <a:avLst/>
            <a:gdLst/>
            <a:ahLst/>
            <a:cxnLst/>
            <a:rect l="0" t="0" r="0" b="0"/>
            <a:pathLst>
              <a:path w="11061700" h="12700">
                <a:moveTo>
                  <a:pt x="0" y="12700"/>
                </a:moveTo>
                <a:lnTo>
                  <a:pt x="11061700" y="12700"/>
                </a:lnTo>
                <a:lnTo>
                  <a:pt x="110617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6" name="Freeform 286"/>
          <p:cNvSpPr/>
          <p:nvPr/>
        </p:nvSpPr>
        <p:spPr>
          <a:xfrm flipV="1">
            <a:off x="904875" y="2657475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457200" h="457200">
                <a:moveTo>
                  <a:pt x="457200" y="50800"/>
                </a:moveTo>
                <a:cubicBezTo>
                  <a:pt x="457200" y="22746"/>
                  <a:pt x="434454" y="0"/>
                  <a:pt x="406400" y="0"/>
                </a:cubicBezTo>
                <a:lnTo>
                  <a:pt x="50800" y="0"/>
                </a:lnTo>
                <a:cubicBezTo>
                  <a:pt x="22745" y="0"/>
                  <a:pt x="0" y="22746"/>
                  <a:pt x="0" y="50800"/>
                </a:cubicBezTo>
                <a:lnTo>
                  <a:pt x="0" y="406400"/>
                </a:lnTo>
                <a:cubicBezTo>
                  <a:pt x="0" y="434455"/>
                  <a:pt x="22745" y="457200"/>
                  <a:pt x="50800" y="457200"/>
                </a:cubicBezTo>
                <a:lnTo>
                  <a:pt x="406400" y="457200"/>
                </a:lnTo>
                <a:cubicBezTo>
                  <a:pt x="434454" y="457200"/>
                  <a:pt x="457200" y="434455"/>
                  <a:pt x="457200" y="406400"/>
                </a:cubicBezTo>
                <a:lnTo>
                  <a:pt x="457200" y="50800"/>
                </a:lnTo>
                <a:close/>
                <a:moveTo>
                  <a:pt x="406400" y="457200"/>
                </a:moveTo>
              </a:path>
            </a:pathLst>
          </a:custGeom>
          <a:solidFill>
            <a:srgbClr val="3B88C3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7" name="Freeform 287"/>
          <p:cNvSpPr/>
          <p:nvPr/>
        </p:nvSpPr>
        <p:spPr>
          <a:xfrm flipV="1">
            <a:off x="1000978" y="2710388"/>
            <a:ext cx="65895" cy="170814"/>
          </a:xfrm>
          <a:custGeom>
            <a:avLst/>
            <a:gdLst/>
            <a:ahLst/>
            <a:cxnLst/>
            <a:rect l="0" t="0" r="0" b="0"/>
            <a:pathLst>
              <a:path w="109068" h="282727">
                <a:moveTo>
                  <a:pt x="50000" y="228384"/>
                </a:moveTo>
                <a:lnTo>
                  <a:pt x="26772" y="228384"/>
                </a:lnTo>
                <a:cubicBezTo>
                  <a:pt x="7874" y="228384"/>
                  <a:pt x="0" y="242163"/>
                  <a:pt x="0" y="255549"/>
                </a:cubicBezTo>
                <a:cubicBezTo>
                  <a:pt x="0" y="269329"/>
                  <a:pt x="9842" y="282727"/>
                  <a:pt x="26772" y="282727"/>
                </a:cubicBezTo>
                <a:lnTo>
                  <a:pt x="82677" y="282727"/>
                </a:lnTo>
                <a:cubicBezTo>
                  <a:pt x="99619" y="282727"/>
                  <a:pt x="109068" y="270523"/>
                  <a:pt x="109068" y="254775"/>
                </a:cubicBezTo>
                <a:lnTo>
                  <a:pt x="109068" y="30709"/>
                </a:lnTo>
                <a:cubicBezTo>
                  <a:pt x="109068" y="11011"/>
                  <a:pt x="96469" y="0"/>
                  <a:pt x="79527" y="0"/>
                </a:cubicBezTo>
                <a:cubicBezTo>
                  <a:pt x="62598" y="0"/>
                  <a:pt x="50000" y="11011"/>
                  <a:pt x="50000" y="30709"/>
                </a:cubicBezTo>
                <a:lnTo>
                  <a:pt x="50000" y="228384"/>
                </a:lnTo>
                <a:lnTo>
                  <a:pt x="50000" y="228384"/>
                </a:lnTo>
                <a:close/>
                <a:moveTo>
                  <a:pt x="-17145" y="370306"/>
                </a:moveTo>
              </a:path>
            </a:pathLst>
          </a:custGeom>
          <a:solidFill>
            <a:srgbClr val="FFFFFF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8" name="Freeform 288"/>
          <p:cNvSpPr/>
          <p:nvPr/>
        </p:nvSpPr>
        <p:spPr>
          <a:xfrm flipV="1">
            <a:off x="904875" y="4019550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457200" h="457200">
                <a:moveTo>
                  <a:pt x="457200" y="50800"/>
                </a:moveTo>
                <a:cubicBezTo>
                  <a:pt x="457200" y="22746"/>
                  <a:pt x="434454" y="0"/>
                  <a:pt x="406400" y="0"/>
                </a:cubicBezTo>
                <a:lnTo>
                  <a:pt x="50800" y="0"/>
                </a:lnTo>
                <a:cubicBezTo>
                  <a:pt x="22745" y="0"/>
                  <a:pt x="0" y="22746"/>
                  <a:pt x="0" y="50800"/>
                </a:cubicBezTo>
                <a:lnTo>
                  <a:pt x="0" y="406400"/>
                </a:lnTo>
                <a:cubicBezTo>
                  <a:pt x="0" y="434455"/>
                  <a:pt x="22745" y="457200"/>
                  <a:pt x="50800" y="457200"/>
                </a:cubicBezTo>
                <a:lnTo>
                  <a:pt x="406400" y="457200"/>
                </a:lnTo>
                <a:cubicBezTo>
                  <a:pt x="434454" y="457200"/>
                  <a:pt x="457200" y="434455"/>
                  <a:pt x="457200" y="406400"/>
                </a:cubicBezTo>
                <a:lnTo>
                  <a:pt x="457200" y="50800"/>
                </a:lnTo>
                <a:close/>
                <a:moveTo>
                  <a:pt x="406400" y="457200"/>
                </a:moveTo>
              </a:path>
            </a:pathLst>
          </a:custGeom>
          <a:solidFill>
            <a:srgbClr val="3B88C3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9" name="Freeform 289"/>
          <p:cNvSpPr/>
          <p:nvPr/>
        </p:nvSpPr>
        <p:spPr>
          <a:xfrm flipV="1">
            <a:off x="985432" y="4069816"/>
            <a:ext cx="115147" cy="172249"/>
          </a:xfrm>
          <a:custGeom>
            <a:avLst/>
            <a:gdLst/>
            <a:ahLst/>
            <a:cxnLst/>
            <a:rect l="0" t="0" r="0" b="0"/>
            <a:pathLst>
              <a:path w="190589" h="285103">
                <a:moveTo>
                  <a:pt x="159855" y="51982"/>
                </a:moveTo>
                <a:cubicBezTo>
                  <a:pt x="177190" y="51982"/>
                  <a:pt x="190589" y="44108"/>
                  <a:pt x="190589" y="25997"/>
                </a:cubicBezTo>
                <a:cubicBezTo>
                  <a:pt x="190589" y="7875"/>
                  <a:pt x="177190" y="0"/>
                  <a:pt x="162230" y="0"/>
                </a:cubicBezTo>
                <a:lnTo>
                  <a:pt x="30708" y="0"/>
                </a:lnTo>
                <a:cubicBezTo>
                  <a:pt x="13386" y="0"/>
                  <a:pt x="0" y="7875"/>
                  <a:pt x="0" y="25997"/>
                </a:cubicBezTo>
                <a:cubicBezTo>
                  <a:pt x="0" y="34252"/>
                  <a:pt x="5118" y="41352"/>
                  <a:pt x="9055" y="46076"/>
                </a:cubicBezTo>
                <a:cubicBezTo>
                  <a:pt x="41732" y="85052"/>
                  <a:pt x="77178" y="120498"/>
                  <a:pt x="107112" y="163818"/>
                </a:cubicBezTo>
                <a:cubicBezTo>
                  <a:pt x="114198" y="174054"/>
                  <a:pt x="120891" y="186271"/>
                  <a:pt x="120891" y="200445"/>
                </a:cubicBezTo>
                <a:cubicBezTo>
                  <a:pt x="120891" y="216586"/>
                  <a:pt x="108686" y="230760"/>
                  <a:pt x="92532" y="230760"/>
                </a:cubicBezTo>
                <a:cubicBezTo>
                  <a:pt x="47244" y="230760"/>
                  <a:pt x="68910" y="166967"/>
                  <a:pt x="31102" y="166967"/>
                </a:cubicBezTo>
                <a:cubicBezTo>
                  <a:pt x="12204" y="166967"/>
                  <a:pt x="2349" y="180353"/>
                  <a:pt x="2349" y="195720"/>
                </a:cubicBezTo>
                <a:cubicBezTo>
                  <a:pt x="2349" y="245326"/>
                  <a:pt x="46456" y="285103"/>
                  <a:pt x="94894" y="285103"/>
                </a:cubicBezTo>
                <a:cubicBezTo>
                  <a:pt x="143345" y="285103"/>
                  <a:pt x="182308" y="253200"/>
                  <a:pt x="182308" y="203200"/>
                </a:cubicBezTo>
                <a:cubicBezTo>
                  <a:pt x="182308" y="148476"/>
                  <a:pt x="121285" y="94120"/>
                  <a:pt x="87808" y="51994"/>
                </a:cubicBezTo>
                <a:lnTo>
                  <a:pt x="159855" y="51994"/>
                </a:lnTo>
                <a:lnTo>
                  <a:pt x="159855" y="51982"/>
                </a:lnTo>
                <a:close/>
                <a:moveTo>
                  <a:pt x="182981" y="368300"/>
                </a:moveTo>
              </a:path>
            </a:pathLst>
          </a:custGeom>
          <a:solidFill>
            <a:srgbClr val="FFFFFF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0" name="Rectangle 290"/>
          <p:cNvSpPr/>
          <p:nvPr/>
        </p:nvSpPr>
        <p:spPr>
          <a:xfrm>
            <a:off x="881062" y="1899033"/>
            <a:ext cx="7374589" cy="149195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42118">
              <a:tabLst>
                <a:tab pos="5443983" algn="l"/>
              </a:tabLst>
            </a:pP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Exampl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Prompt	What'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Wrong?</a:t>
            </a:r>
          </a:p>
          <a:p>
            <a:pPr marL="377807">
              <a:lnSpc>
                <a:spcPts val="5849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“Summarise</a:t>
            </a:r>
          </a:p>
          <a:p>
            <a:pPr marL="0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this.”</a:t>
            </a:r>
          </a:p>
        </p:txBody>
      </p:sp>
      <p:sp>
        <p:nvSpPr>
          <p:cNvPr id="291" name="Rectangle 291"/>
          <p:cNvSpPr/>
          <p:nvPr/>
        </p:nvSpPr>
        <p:spPr>
          <a:xfrm>
            <a:off x="3273772" y="2432433"/>
            <a:ext cx="8018226" cy="115858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To</a:t>
            </a:r>
            <a:r>
              <a:rPr lang="en-GB" sz="2174" b="0" i="0" spc="505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o</a:t>
            </a:r>
            <a:r>
              <a:rPr lang="en-GB" sz="2174" b="1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vagu</a:t>
            </a:r>
            <a:r>
              <a:rPr lang="en-GB" sz="2174" b="1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e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—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n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o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indicatio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o</a:t>
            </a:r>
            <a:r>
              <a:rPr lang="en-GB" sz="2174" b="0" i="0" spc="505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f</a:t>
            </a:r>
            <a:r>
              <a:rPr lang="en-GB" sz="2174" b="0" i="1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wha</a:t>
            </a:r>
            <a:r>
              <a:rPr lang="en-GB" sz="2174" b="0" i="1" spc="505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t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o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summarise</a:t>
            </a:r>
            <a:r>
              <a:rPr lang="en-GB" sz="2174" b="0" i="0" spc="398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fo</a:t>
            </a:r>
            <a:r>
              <a:rPr lang="en-GB" sz="2174" b="0" i="0" spc="505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r</a:t>
            </a:r>
            <a:r>
              <a:rPr lang="en-GB" sz="2174" b="0" i="1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wha</a:t>
            </a:r>
            <a:r>
              <a:rPr lang="en-GB" sz="2174" b="0" i="1" spc="58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t</a:t>
            </a:r>
            <a:r>
              <a:rPr lang="en-GB" sz="2174" b="0" i="1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audience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,</a:t>
            </a:r>
          </a:p>
          <a:p>
            <a:pPr marL="0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o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i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n</a:t>
            </a:r>
            <a:r>
              <a:rPr lang="en-GB" sz="2174" b="0" i="1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wha</a:t>
            </a:r>
            <a:r>
              <a:rPr lang="en-GB" sz="2174" b="0" i="1" spc="58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t</a:t>
            </a:r>
            <a:r>
              <a:rPr lang="en-GB" sz="2174" b="0" i="1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forma</a:t>
            </a:r>
            <a:r>
              <a:rPr lang="en-GB" sz="2174" b="0" i="1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(bulle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list</a:t>
            </a:r>
            <a:r>
              <a:rPr lang="en-GB" sz="2174" b="0" i="0" spc="398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length</a:t>
            </a:r>
            <a:r>
              <a:rPr lang="en-GB" sz="2174" b="0" i="0" spc="398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ke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y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points)</a:t>
            </a:r>
            <a:r>
              <a:rPr lang="en-GB" sz="2174" b="0" i="0" spc="398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.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Thi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ofte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yields</a:t>
            </a:r>
          </a:p>
          <a:p>
            <a:pPr marL="0">
              <a:lnSpc>
                <a:spcPts val="3225"/>
              </a:lnSpc>
            </a:pP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breezy</a:t>
            </a:r>
            <a:r>
              <a:rPr lang="en-GB" sz="2174" b="0" i="0" spc="398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generi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c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bulle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points.</a:t>
            </a:r>
          </a:p>
        </p:txBody>
      </p:sp>
      <p:sp>
        <p:nvSpPr>
          <p:cNvPr id="292" name="Rectangle 292"/>
          <p:cNvSpPr/>
          <p:nvPr/>
        </p:nvSpPr>
        <p:spPr>
          <a:xfrm>
            <a:off x="881062" y="4013583"/>
            <a:ext cx="1834327" cy="73948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377807"/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“Hel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p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m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do</a:t>
            </a:r>
          </a:p>
          <a:p>
            <a:pPr marL="0">
              <a:lnSpc>
                <a:spcPts val="32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m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project.”</a:t>
            </a:r>
          </a:p>
        </p:txBody>
      </p:sp>
      <p:sp>
        <p:nvSpPr>
          <p:cNvPr id="293" name="Rectangle 293"/>
          <p:cNvSpPr/>
          <p:nvPr/>
        </p:nvSpPr>
        <p:spPr>
          <a:xfrm>
            <a:off x="3273772" y="3804033"/>
            <a:ext cx="7561119" cy="115858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Lack</a:t>
            </a:r>
            <a:r>
              <a:rPr lang="en-GB" sz="2174" b="0" i="0" spc="505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s</a:t>
            </a:r>
            <a:r>
              <a:rPr lang="en-GB" sz="2174" b="1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context</a:t>
            </a:r>
            <a:r>
              <a:rPr lang="en-GB" sz="2174" b="0" i="0" spc="398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clea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goal</a:t>
            </a:r>
            <a:r>
              <a:rPr lang="en-GB" sz="2174" b="0" i="0" spc="398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an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structur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e—</a:t>
            </a:r>
            <a:r>
              <a:rPr lang="en-GB" sz="2174" b="0" i="1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projec</a:t>
            </a:r>
            <a:r>
              <a:rPr lang="en-GB" sz="2174" b="0" i="1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coul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mean</a:t>
            </a:r>
          </a:p>
          <a:p>
            <a:pPr marL="0">
              <a:lnSpc>
                <a:spcPts val="3225"/>
              </a:lnSpc>
            </a:pP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anything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;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n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o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deliverables</a:t>
            </a:r>
            <a:r>
              <a:rPr lang="en-GB" sz="2174" b="0" i="0" spc="398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deadlines</a:t>
            </a:r>
            <a:r>
              <a:rPr lang="en-GB" sz="2174" b="0" i="0" spc="398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o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constraint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ar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specified.</a:t>
            </a:r>
          </a:p>
          <a:p>
            <a:pPr marL="0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Model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wil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l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gues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a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meaning.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Freeform 294"/>
          <p:cNvSpPr/>
          <p:nvPr/>
        </p:nvSpPr>
        <p:spPr>
          <a:xfrm flipV="1">
            <a:off x="0" y="-5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5" name="Freeform 295"/>
          <p:cNvSpPr/>
          <p:nvPr/>
        </p:nvSpPr>
        <p:spPr>
          <a:xfrm flipV="1">
            <a:off x="0" y="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6" name="Freeform 296"/>
          <p:cNvSpPr/>
          <p:nvPr/>
        </p:nvSpPr>
        <p:spPr>
          <a:xfrm flipV="1">
            <a:off x="752474" y="1790700"/>
            <a:ext cx="2390774" cy="542924"/>
          </a:xfrm>
          <a:custGeom>
            <a:avLst/>
            <a:gdLst/>
            <a:ahLst/>
            <a:cxnLst/>
            <a:rect l="0" t="0" r="0" b="0"/>
            <a:pathLst>
              <a:path w="3187700" h="723900">
                <a:moveTo>
                  <a:pt x="0" y="723900"/>
                </a:moveTo>
                <a:lnTo>
                  <a:pt x="3187700" y="723900"/>
                </a:lnTo>
                <a:lnTo>
                  <a:pt x="3187700" y="0"/>
                </a:lnTo>
                <a:lnTo>
                  <a:pt x="0" y="0"/>
                </a:lnTo>
                <a:lnTo>
                  <a:pt x="0" y="7239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7" name="Freeform 297"/>
          <p:cNvSpPr/>
          <p:nvPr/>
        </p:nvSpPr>
        <p:spPr>
          <a:xfrm flipV="1">
            <a:off x="3143249" y="1790700"/>
            <a:ext cx="8296274" cy="542924"/>
          </a:xfrm>
          <a:custGeom>
            <a:avLst/>
            <a:gdLst/>
            <a:ahLst/>
            <a:cxnLst/>
            <a:rect l="0" t="0" r="0" b="0"/>
            <a:pathLst>
              <a:path w="11061700" h="723900">
                <a:moveTo>
                  <a:pt x="0" y="723900"/>
                </a:moveTo>
                <a:lnTo>
                  <a:pt x="11061700" y="723900"/>
                </a:lnTo>
                <a:lnTo>
                  <a:pt x="11061700" y="0"/>
                </a:lnTo>
                <a:lnTo>
                  <a:pt x="0" y="0"/>
                </a:lnTo>
                <a:lnTo>
                  <a:pt x="0" y="7239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8" name="Freeform 298"/>
          <p:cNvSpPr/>
          <p:nvPr/>
        </p:nvSpPr>
        <p:spPr>
          <a:xfrm flipV="1">
            <a:off x="752474" y="2333625"/>
            <a:ext cx="2390774" cy="1362074"/>
          </a:xfrm>
          <a:custGeom>
            <a:avLst/>
            <a:gdLst/>
            <a:ahLst/>
            <a:cxnLst/>
            <a:rect l="0" t="0" r="0" b="0"/>
            <a:pathLst>
              <a:path w="3187700" h="1816100">
                <a:moveTo>
                  <a:pt x="0" y="1816100"/>
                </a:moveTo>
                <a:lnTo>
                  <a:pt x="3187700" y="1816100"/>
                </a:lnTo>
                <a:lnTo>
                  <a:pt x="3187700" y="0"/>
                </a:lnTo>
                <a:lnTo>
                  <a:pt x="0" y="0"/>
                </a:lnTo>
                <a:lnTo>
                  <a:pt x="0" y="18161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9" name="Freeform 299"/>
          <p:cNvSpPr/>
          <p:nvPr/>
        </p:nvSpPr>
        <p:spPr>
          <a:xfrm flipV="1">
            <a:off x="3143249" y="2333625"/>
            <a:ext cx="8296274" cy="1362074"/>
          </a:xfrm>
          <a:custGeom>
            <a:avLst/>
            <a:gdLst/>
            <a:ahLst/>
            <a:cxnLst/>
            <a:rect l="0" t="0" r="0" b="0"/>
            <a:pathLst>
              <a:path w="11061700" h="1816100">
                <a:moveTo>
                  <a:pt x="0" y="1816100"/>
                </a:moveTo>
                <a:lnTo>
                  <a:pt x="11061700" y="1816100"/>
                </a:lnTo>
                <a:lnTo>
                  <a:pt x="11061700" y="0"/>
                </a:lnTo>
                <a:lnTo>
                  <a:pt x="0" y="0"/>
                </a:lnTo>
                <a:lnTo>
                  <a:pt x="0" y="18161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0" name="Freeform 300"/>
          <p:cNvSpPr/>
          <p:nvPr/>
        </p:nvSpPr>
        <p:spPr>
          <a:xfrm flipV="1">
            <a:off x="752474" y="3695700"/>
            <a:ext cx="2390774" cy="1371599"/>
          </a:xfrm>
          <a:custGeom>
            <a:avLst/>
            <a:gdLst/>
            <a:ahLst/>
            <a:cxnLst/>
            <a:rect l="0" t="0" r="0" b="0"/>
            <a:pathLst>
              <a:path w="3187700" h="1828800">
                <a:moveTo>
                  <a:pt x="0" y="1828800"/>
                </a:moveTo>
                <a:lnTo>
                  <a:pt x="3187700" y="1828800"/>
                </a:lnTo>
                <a:lnTo>
                  <a:pt x="3187700" y="0"/>
                </a:lnTo>
                <a:lnTo>
                  <a:pt x="0" y="0"/>
                </a:lnTo>
                <a:lnTo>
                  <a:pt x="0" y="1828800"/>
                </a:lnTo>
                <a:close/>
              </a:path>
            </a:pathLst>
          </a:custGeom>
          <a:solidFill>
            <a:srgbClr val="F6F8FA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1" name="Freeform 301"/>
          <p:cNvSpPr/>
          <p:nvPr/>
        </p:nvSpPr>
        <p:spPr>
          <a:xfrm flipV="1">
            <a:off x="3143249" y="3695700"/>
            <a:ext cx="8296274" cy="1371599"/>
          </a:xfrm>
          <a:custGeom>
            <a:avLst/>
            <a:gdLst/>
            <a:ahLst/>
            <a:cxnLst/>
            <a:rect l="0" t="0" r="0" b="0"/>
            <a:pathLst>
              <a:path w="11061700" h="1828800">
                <a:moveTo>
                  <a:pt x="0" y="1828800"/>
                </a:moveTo>
                <a:lnTo>
                  <a:pt x="11061700" y="1828800"/>
                </a:lnTo>
                <a:lnTo>
                  <a:pt x="11061700" y="0"/>
                </a:lnTo>
                <a:lnTo>
                  <a:pt x="0" y="0"/>
                </a:lnTo>
                <a:lnTo>
                  <a:pt x="0" y="1828800"/>
                </a:lnTo>
                <a:close/>
              </a:path>
            </a:pathLst>
          </a:custGeom>
          <a:solidFill>
            <a:srgbClr val="F6F8FA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2" name="Freeform 302"/>
          <p:cNvSpPr/>
          <p:nvPr/>
        </p:nvSpPr>
        <p:spPr>
          <a:xfrm flipV="1">
            <a:off x="752474" y="1790700"/>
            <a:ext cx="9524" cy="542924"/>
          </a:xfrm>
          <a:custGeom>
            <a:avLst/>
            <a:gdLst/>
            <a:ahLst/>
            <a:cxnLst/>
            <a:rect l="0" t="0" r="0" b="0"/>
            <a:pathLst>
              <a:path w="12700" h="723900">
                <a:moveTo>
                  <a:pt x="0" y="723900"/>
                </a:moveTo>
                <a:lnTo>
                  <a:pt x="12700" y="723900"/>
                </a:lnTo>
                <a:lnTo>
                  <a:pt x="12700" y="0"/>
                </a:lnTo>
                <a:lnTo>
                  <a:pt x="0" y="0"/>
                </a:lnTo>
                <a:lnTo>
                  <a:pt x="0" y="7239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3" name="Freeform 303"/>
          <p:cNvSpPr/>
          <p:nvPr/>
        </p:nvSpPr>
        <p:spPr>
          <a:xfrm flipV="1">
            <a:off x="752474" y="1790700"/>
            <a:ext cx="2400299" cy="9524"/>
          </a:xfrm>
          <a:custGeom>
            <a:avLst/>
            <a:gdLst/>
            <a:ahLst/>
            <a:cxnLst/>
            <a:rect l="0" t="0" r="0" b="0"/>
            <a:pathLst>
              <a:path w="3200400" h="12700">
                <a:moveTo>
                  <a:pt x="0" y="12700"/>
                </a:moveTo>
                <a:lnTo>
                  <a:pt x="3200400" y="12700"/>
                </a:lnTo>
                <a:lnTo>
                  <a:pt x="32004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4" name="Freeform 304"/>
          <p:cNvSpPr/>
          <p:nvPr/>
        </p:nvSpPr>
        <p:spPr>
          <a:xfrm flipV="1">
            <a:off x="3143249" y="1790700"/>
            <a:ext cx="9524" cy="542924"/>
          </a:xfrm>
          <a:custGeom>
            <a:avLst/>
            <a:gdLst/>
            <a:ahLst/>
            <a:cxnLst/>
            <a:rect l="0" t="0" r="0" b="0"/>
            <a:pathLst>
              <a:path w="12700" h="723900">
                <a:moveTo>
                  <a:pt x="0" y="723900"/>
                </a:moveTo>
                <a:lnTo>
                  <a:pt x="12700" y="723900"/>
                </a:lnTo>
                <a:lnTo>
                  <a:pt x="12700" y="0"/>
                </a:lnTo>
                <a:lnTo>
                  <a:pt x="0" y="0"/>
                </a:lnTo>
                <a:lnTo>
                  <a:pt x="0" y="7239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5" name="Freeform 305"/>
          <p:cNvSpPr/>
          <p:nvPr/>
        </p:nvSpPr>
        <p:spPr>
          <a:xfrm flipV="1">
            <a:off x="3152774" y="1790700"/>
            <a:ext cx="8296274" cy="9524"/>
          </a:xfrm>
          <a:custGeom>
            <a:avLst/>
            <a:gdLst/>
            <a:ahLst/>
            <a:cxnLst/>
            <a:rect l="0" t="0" r="0" b="0"/>
            <a:pathLst>
              <a:path w="11061700" h="12700">
                <a:moveTo>
                  <a:pt x="0" y="12700"/>
                </a:moveTo>
                <a:lnTo>
                  <a:pt x="11061700" y="12700"/>
                </a:lnTo>
                <a:lnTo>
                  <a:pt x="110617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6" name="Freeform 306"/>
          <p:cNvSpPr/>
          <p:nvPr/>
        </p:nvSpPr>
        <p:spPr>
          <a:xfrm flipV="1">
            <a:off x="11439524" y="1790700"/>
            <a:ext cx="9524" cy="542924"/>
          </a:xfrm>
          <a:custGeom>
            <a:avLst/>
            <a:gdLst/>
            <a:ahLst/>
            <a:cxnLst/>
            <a:rect l="0" t="0" r="0" b="0"/>
            <a:pathLst>
              <a:path w="12700" h="723900">
                <a:moveTo>
                  <a:pt x="0" y="723900"/>
                </a:moveTo>
                <a:lnTo>
                  <a:pt x="12700" y="723900"/>
                </a:lnTo>
                <a:lnTo>
                  <a:pt x="12700" y="0"/>
                </a:lnTo>
                <a:lnTo>
                  <a:pt x="0" y="0"/>
                </a:lnTo>
                <a:lnTo>
                  <a:pt x="0" y="7239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7" name="Freeform 307"/>
          <p:cNvSpPr/>
          <p:nvPr/>
        </p:nvSpPr>
        <p:spPr>
          <a:xfrm flipV="1">
            <a:off x="752474" y="2324100"/>
            <a:ext cx="2400299" cy="9524"/>
          </a:xfrm>
          <a:custGeom>
            <a:avLst/>
            <a:gdLst/>
            <a:ahLst/>
            <a:cxnLst/>
            <a:rect l="0" t="0" r="0" b="0"/>
            <a:pathLst>
              <a:path w="3200400" h="12700">
                <a:moveTo>
                  <a:pt x="0" y="12700"/>
                </a:moveTo>
                <a:lnTo>
                  <a:pt x="3200400" y="12700"/>
                </a:lnTo>
                <a:lnTo>
                  <a:pt x="32004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8" name="Freeform 308"/>
          <p:cNvSpPr/>
          <p:nvPr/>
        </p:nvSpPr>
        <p:spPr>
          <a:xfrm flipV="1">
            <a:off x="3152774" y="2324100"/>
            <a:ext cx="8296274" cy="9524"/>
          </a:xfrm>
          <a:custGeom>
            <a:avLst/>
            <a:gdLst/>
            <a:ahLst/>
            <a:cxnLst/>
            <a:rect l="0" t="0" r="0" b="0"/>
            <a:pathLst>
              <a:path w="11061700" h="12700">
                <a:moveTo>
                  <a:pt x="0" y="12700"/>
                </a:moveTo>
                <a:lnTo>
                  <a:pt x="11061700" y="12700"/>
                </a:lnTo>
                <a:lnTo>
                  <a:pt x="110617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9" name="Freeform 309"/>
          <p:cNvSpPr/>
          <p:nvPr/>
        </p:nvSpPr>
        <p:spPr>
          <a:xfrm flipV="1">
            <a:off x="752474" y="2333625"/>
            <a:ext cx="9524" cy="1371599"/>
          </a:xfrm>
          <a:custGeom>
            <a:avLst/>
            <a:gdLst/>
            <a:ahLst/>
            <a:cxnLst/>
            <a:rect l="0" t="0" r="0" b="0"/>
            <a:pathLst>
              <a:path w="12700" h="1828800">
                <a:moveTo>
                  <a:pt x="0" y="1828800"/>
                </a:moveTo>
                <a:lnTo>
                  <a:pt x="12700" y="1828800"/>
                </a:lnTo>
                <a:lnTo>
                  <a:pt x="12700" y="0"/>
                </a:lnTo>
                <a:lnTo>
                  <a:pt x="0" y="0"/>
                </a:lnTo>
                <a:lnTo>
                  <a:pt x="0" y="18288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0" name="Freeform 310"/>
          <p:cNvSpPr/>
          <p:nvPr/>
        </p:nvSpPr>
        <p:spPr>
          <a:xfrm flipV="1">
            <a:off x="3143249" y="2333625"/>
            <a:ext cx="9524" cy="1371599"/>
          </a:xfrm>
          <a:custGeom>
            <a:avLst/>
            <a:gdLst/>
            <a:ahLst/>
            <a:cxnLst/>
            <a:rect l="0" t="0" r="0" b="0"/>
            <a:pathLst>
              <a:path w="12700" h="1828800">
                <a:moveTo>
                  <a:pt x="0" y="1828800"/>
                </a:moveTo>
                <a:lnTo>
                  <a:pt x="12700" y="1828800"/>
                </a:lnTo>
                <a:lnTo>
                  <a:pt x="12700" y="0"/>
                </a:lnTo>
                <a:lnTo>
                  <a:pt x="0" y="0"/>
                </a:lnTo>
                <a:lnTo>
                  <a:pt x="0" y="18288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1" name="Freeform 311"/>
          <p:cNvSpPr/>
          <p:nvPr/>
        </p:nvSpPr>
        <p:spPr>
          <a:xfrm flipV="1">
            <a:off x="11439524" y="2333625"/>
            <a:ext cx="9524" cy="1371599"/>
          </a:xfrm>
          <a:custGeom>
            <a:avLst/>
            <a:gdLst/>
            <a:ahLst/>
            <a:cxnLst/>
            <a:rect l="0" t="0" r="0" b="0"/>
            <a:pathLst>
              <a:path w="12700" h="1828800">
                <a:moveTo>
                  <a:pt x="0" y="1828800"/>
                </a:moveTo>
                <a:lnTo>
                  <a:pt x="12700" y="1828800"/>
                </a:lnTo>
                <a:lnTo>
                  <a:pt x="12700" y="0"/>
                </a:lnTo>
                <a:lnTo>
                  <a:pt x="0" y="0"/>
                </a:lnTo>
                <a:lnTo>
                  <a:pt x="0" y="18288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2" name="Freeform 312"/>
          <p:cNvSpPr/>
          <p:nvPr/>
        </p:nvSpPr>
        <p:spPr>
          <a:xfrm flipV="1">
            <a:off x="752474" y="3705225"/>
            <a:ext cx="9524" cy="1362074"/>
          </a:xfrm>
          <a:custGeom>
            <a:avLst/>
            <a:gdLst/>
            <a:ahLst/>
            <a:cxnLst/>
            <a:rect l="0" t="0" r="0" b="0"/>
            <a:pathLst>
              <a:path w="12700" h="1816100">
                <a:moveTo>
                  <a:pt x="0" y="1816100"/>
                </a:moveTo>
                <a:lnTo>
                  <a:pt x="12700" y="1816100"/>
                </a:lnTo>
                <a:lnTo>
                  <a:pt x="12700" y="0"/>
                </a:lnTo>
                <a:lnTo>
                  <a:pt x="0" y="0"/>
                </a:lnTo>
                <a:lnTo>
                  <a:pt x="0" y="18161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3" name="Freeform 313"/>
          <p:cNvSpPr/>
          <p:nvPr/>
        </p:nvSpPr>
        <p:spPr>
          <a:xfrm flipV="1">
            <a:off x="752474" y="3695700"/>
            <a:ext cx="2400299" cy="9524"/>
          </a:xfrm>
          <a:custGeom>
            <a:avLst/>
            <a:gdLst/>
            <a:ahLst/>
            <a:cxnLst/>
            <a:rect l="0" t="0" r="0" b="0"/>
            <a:pathLst>
              <a:path w="3200400" h="12700">
                <a:moveTo>
                  <a:pt x="0" y="12700"/>
                </a:moveTo>
                <a:lnTo>
                  <a:pt x="3200400" y="12700"/>
                </a:lnTo>
                <a:lnTo>
                  <a:pt x="32004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4" name="Freeform 314"/>
          <p:cNvSpPr/>
          <p:nvPr/>
        </p:nvSpPr>
        <p:spPr>
          <a:xfrm flipV="1">
            <a:off x="3143249" y="3705225"/>
            <a:ext cx="9524" cy="1362074"/>
          </a:xfrm>
          <a:custGeom>
            <a:avLst/>
            <a:gdLst/>
            <a:ahLst/>
            <a:cxnLst/>
            <a:rect l="0" t="0" r="0" b="0"/>
            <a:pathLst>
              <a:path w="12700" h="1816100">
                <a:moveTo>
                  <a:pt x="0" y="1816100"/>
                </a:moveTo>
                <a:lnTo>
                  <a:pt x="12700" y="1816100"/>
                </a:lnTo>
                <a:lnTo>
                  <a:pt x="12700" y="0"/>
                </a:lnTo>
                <a:lnTo>
                  <a:pt x="0" y="0"/>
                </a:lnTo>
                <a:lnTo>
                  <a:pt x="0" y="18161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5" name="Freeform 315"/>
          <p:cNvSpPr/>
          <p:nvPr/>
        </p:nvSpPr>
        <p:spPr>
          <a:xfrm flipV="1">
            <a:off x="3152774" y="3695700"/>
            <a:ext cx="8296274" cy="9524"/>
          </a:xfrm>
          <a:custGeom>
            <a:avLst/>
            <a:gdLst/>
            <a:ahLst/>
            <a:cxnLst/>
            <a:rect l="0" t="0" r="0" b="0"/>
            <a:pathLst>
              <a:path w="11061700" h="12700">
                <a:moveTo>
                  <a:pt x="0" y="12700"/>
                </a:moveTo>
                <a:lnTo>
                  <a:pt x="11061700" y="12700"/>
                </a:lnTo>
                <a:lnTo>
                  <a:pt x="110617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6" name="Freeform 316"/>
          <p:cNvSpPr/>
          <p:nvPr/>
        </p:nvSpPr>
        <p:spPr>
          <a:xfrm flipV="1">
            <a:off x="11439524" y="3705225"/>
            <a:ext cx="9524" cy="1362074"/>
          </a:xfrm>
          <a:custGeom>
            <a:avLst/>
            <a:gdLst/>
            <a:ahLst/>
            <a:cxnLst/>
            <a:rect l="0" t="0" r="0" b="0"/>
            <a:pathLst>
              <a:path w="12700" h="1816100">
                <a:moveTo>
                  <a:pt x="0" y="1816100"/>
                </a:moveTo>
                <a:lnTo>
                  <a:pt x="12700" y="1816100"/>
                </a:lnTo>
                <a:lnTo>
                  <a:pt x="12700" y="0"/>
                </a:lnTo>
                <a:lnTo>
                  <a:pt x="0" y="0"/>
                </a:lnTo>
                <a:lnTo>
                  <a:pt x="0" y="18161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7" name="Freeform 317"/>
          <p:cNvSpPr/>
          <p:nvPr/>
        </p:nvSpPr>
        <p:spPr>
          <a:xfrm flipV="1">
            <a:off x="752474" y="5057775"/>
            <a:ext cx="2400299" cy="9524"/>
          </a:xfrm>
          <a:custGeom>
            <a:avLst/>
            <a:gdLst/>
            <a:ahLst/>
            <a:cxnLst/>
            <a:rect l="0" t="0" r="0" b="0"/>
            <a:pathLst>
              <a:path w="3200400" h="12700">
                <a:moveTo>
                  <a:pt x="0" y="12700"/>
                </a:moveTo>
                <a:lnTo>
                  <a:pt x="3200400" y="12700"/>
                </a:lnTo>
                <a:lnTo>
                  <a:pt x="32004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8" name="Freeform 318"/>
          <p:cNvSpPr/>
          <p:nvPr/>
        </p:nvSpPr>
        <p:spPr>
          <a:xfrm flipV="1">
            <a:off x="3152774" y="5057775"/>
            <a:ext cx="8296274" cy="9524"/>
          </a:xfrm>
          <a:custGeom>
            <a:avLst/>
            <a:gdLst/>
            <a:ahLst/>
            <a:cxnLst/>
            <a:rect l="0" t="0" r="0" b="0"/>
            <a:pathLst>
              <a:path w="11061700" h="12700">
                <a:moveTo>
                  <a:pt x="0" y="12700"/>
                </a:moveTo>
                <a:lnTo>
                  <a:pt x="11061700" y="12700"/>
                </a:lnTo>
                <a:lnTo>
                  <a:pt x="110617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9" name="Freeform 319"/>
          <p:cNvSpPr/>
          <p:nvPr/>
        </p:nvSpPr>
        <p:spPr>
          <a:xfrm flipV="1">
            <a:off x="904875" y="2657475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457200" h="457200">
                <a:moveTo>
                  <a:pt x="457200" y="50800"/>
                </a:moveTo>
                <a:cubicBezTo>
                  <a:pt x="457200" y="22746"/>
                  <a:pt x="434454" y="0"/>
                  <a:pt x="406400" y="0"/>
                </a:cubicBezTo>
                <a:lnTo>
                  <a:pt x="50800" y="0"/>
                </a:lnTo>
                <a:cubicBezTo>
                  <a:pt x="22745" y="0"/>
                  <a:pt x="0" y="22746"/>
                  <a:pt x="0" y="50800"/>
                </a:cubicBezTo>
                <a:lnTo>
                  <a:pt x="0" y="406400"/>
                </a:lnTo>
                <a:cubicBezTo>
                  <a:pt x="0" y="434455"/>
                  <a:pt x="22745" y="457200"/>
                  <a:pt x="50800" y="457200"/>
                </a:cubicBezTo>
                <a:lnTo>
                  <a:pt x="406400" y="457200"/>
                </a:lnTo>
                <a:cubicBezTo>
                  <a:pt x="434454" y="457200"/>
                  <a:pt x="457200" y="434455"/>
                  <a:pt x="457200" y="406400"/>
                </a:cubicBezTo>
                <a:lnTo>
                  <a:pt x="457200" y="50800"/>
                </a:lnTo>
                <a:close/>
                <a:moveTo>
                  <a:pt x="406400" y="457200"/>
                </a:moveTo>
              </a:path>
            </a:pathLst>
          </a:custGeom>
          <a:solidFill>
            <a:srgbClr val="3B88C3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0" name="Freeform 320"/>
          <p:cNvSpPr/>
          <p:nvPr/>
        </p:nvSpPr>
        <p:spPr>
          <a:xfrm flipV="1">
            <a:off x="1000978" y="2710388"/>
            <a:ext cx="65895" cy="170814"/>
          </a:xfrm>
          <a:custGeom>
            <a:avLst/>
            <a:gdLst/>
            <a:ahLst/>
            <a:cxnLst/>
            <a:rect l="0" t="0" r="0" b="0"/>
            <a:pathLst>
              <a:path w="109068" h="282727">
                <a:moveTo>
                  <a:pt x="50000" y="228384"/>
                </a:moveTo>
                <a:lnTo>
                  <a:pt x="26772" y="228384"/>
                </a:lnTo>
                <a:cubicBezTo>
                  <a:pt x="7874" y="228384"/>
                  <a:pt x="0" y="242163"/>
                  <a:pt x="0" y="255549"/>
                </a:cubicBezTo>
                <a:cubicBezTo>
                  <a:pt x="0" y="269329"/>
                  <a:pt x="9842" y="282727"/>
                  <a:pt x="26772" y="282727"/>
                </a:cubicBezTo>
                <a:lnTo>
                  <a:pt x="82677" y="282727"/>
                </a:lnTo>
                <a:cubicBezTo>
                  <a:pt x="99619" y="282727"/>
                  <a:pt x="109068" y="270523"/>
                  <a:pt x="109068" y="254775"/>
                </a:cubicBezTo>
                <a:lnTo>
                  <a:pt x="109068" y="30709"/>
                </a:lnTo>
                <a:cubicBezTo>
                  <a:pt x="109068" y="11011"/>
                  <a:pt x="96469" y="0"/>
                  <a:pt x="79527" y="0"/>
                </a:cubicBezTo>
                <a:cubicBezTo>
                  <a:pt x="62598" y="0"/>
                  <a:pt x="50000" y="11011"/>
                  <a:pt x="50000" y="30709"/>
                </a:cubicBezTo>
                <a:lnTo>
                  <a:pt x="50000" y="228384"/>
                </a:lnTo>
                <a:lnTo>
                  <a:pt x="50000" y="228384"/>
                </a:lnTo>
                <a:close/>
                <a:moveTo>
                  <a:pt x="-17145" y="370306"/>
                </a:moveTo>
              </a:path>
            </a:pathLst>
          </a:custGeom>
          <a:solidFill>
            <a:srgbClr val="FFFFFF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1" name="Freeform 321"/>
          <p:cNvSpPr/>
          <p:nvPr/>
        </p:nvSpPr>
        <p:spPr>
          <a:xfrm flipV="1">
            <a:off x="904875" y="4019550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457200" h="457200">
                <a:moveTo>
                  <a:pt x="457200" y="50800"/>
                </a:moveTo>
                <a:cubicBezTo>
                  <a:pt x="457200" y="22746"/>
                  <a:pt x="434454" y="0"/>
                  <a:pt x="406400" y="0"/>
                </a:cubicBezTo>
                <a:lnTo>
                  <a:pt x="50800" y="0"/>
                </a:lnTo>
                <a:cubicBezTo>
                  <a:pt x="22745" y="0"/>
                  <a:pt x="0" y="22746"/>
                  <a:pt x="0" y="50800"/>
                </a:cubicBezTo>
                <a:lnTo>
                  <a:pt x="0" y="406400"/>
                </a:lnTo>
                <a:cubicBezTo>
                  <a:pt x="0" y="434455"/>
                  <a:pt x="22745" y="457200"/>
                  <a:pt x="50800" y="457200"/>
                </a:cubicBezTo>
                <a:lnTo>
                  <a:pt x="406400" y="457200"/>
                </a:lnTo>
                <a:cubicBezTo>
                  <a:pt x="434454" y="457200"/>
                  <a:pt x="457200" y="434455"/>
                  <a:pt x="457200" y="406400"/>
                </a:cubicBezTo>
                <a:lnTo>
                  <a:pt x="457200" y="50800"/>
                </a:lnTo>
                <a:close/>
                <a:moveTo>
                  <a:pt x="406400" y="457200"/>
                </a:moveTo>
              </a:path>
            </a:pathLst>
          </a:custGeom>
          <a:solidFill>
            <a:srgbClr val="3B88C3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2" name="Freeform 322"/>
          <p:cNvSpPr/>
          <p:nvPr/>
        </p:nvSpPr>
        <p:spPr>
          <a:xfrm flipV="1">
            <a:off x="985432" y="4069816"/>
            <a:ext cx="115147" cy="172249"/>
          </a:xfrm>
          <a:custGeom>
            <a:avLst/>
            <a:gdLst/>
            <a:ahLst/>
            <a:cxnLst/>
            <a:rect l="0" t="0" r="0" b="0"/>
            <a:pathLst>
              <a:path w="190589" h="285103">
                <a:moveTo>
                  <a:pt x="159855" y="51982"/>
                </a:moveTo>
                <a:cubicBezTo>
                  <a:pt x="177190" y="51982"/>
                  <a:pt x="190589" y="44108"/>
                  <a:pt x="190589" y="25997"/>
                </a:cubicBezTo>
                <a:cubicBezTo>
                  <a:pt x="190589" y="7875"/>
                  <a:pt x="177190" y="0"/>
                  <a:pt x="162230" y="0"/>
                </a:cubicBezTo>
                <a:lnTo>
                  <a:pt x="30708" y="0"/>
                </a:lnTo>
                <a:cubicBezTo>
                  <a:pt x="13386" y="0"/>
                  <a:pt x="0" y="7875"/>
                  <a:pt x="0" y="25997"/>
                </a:cubicBezTo>
                <a:cubicBezTo>
                  <a:pt x="0" y="34252"/>
                  <a:pt x="5118" y="41352"/>
                  <a:pt x="9055" y="46076"/>
                </a:cubicBezTo>
                <a:cubicBezTo>
                  <a:pt x="41732" y="85052"/>
                  <a:pt x="77178" y="120498"/>
                  <a:pt x="107112" y="163818"/>
                </a:cubicBezTo>
                <a:cubicBezTo>
                  <a:pt x="114198" y="174054"/>
                  <a:pt x="120891" y="186271"/>
                  <a:pt x="120891" y="200445"/>
                </a:cubicBezTo>
                <a:cubicBezTo>
                  <a:pt x="120891" y="216586"/>
                  <a:pt x="108686" y="230760"/>
                  <a:pt x="92532" y="230760"/>
                </a:cubicBezTo>
                <a:cubicBezTo>
                  <a:pt x="47244" y="230760"/>
                  <a:pt x="68910" y="166967"/>
                  <a:pt x="31102" y="166967"/>
                </a:cubicBezTo>
                <a:cubicBezTo>
                  <a:pt x="12204" y="166967"/>
                  <a:pt x="2349" y="180353"/>
                  <a:pt x="2349" y="195720"/>
                </a:cubicBezTo>
                <a:cubicBezTo>
                  <a:pt x="2349" y="245326"/>
                  <a:pt x="46456" y="285103"/>
                  <a:pt x="94894" y="285103"/>
                </a:cubicBezTo>
                <a:cubicBezTo>
                  <a:pt x="143345" y="285103"/>
                  <a:pt x="182308" y="253200"/>
                  <a:pt x="182308" y="203200"/>
                </a:cubicBezTo>
                <a:cubicBezTo>
                  <a:pt x="182308" y="148476"/>
                  <a:pt x="121285" y="94120"/>
                  <a:pt x="87808" y="51994"/>
                </a:cubicBezTo>
                <a:lnTo>
                  <a:pt x="159855" y="51994"/>
                </a:lnTo>
                <a:lnTo>
                  <a:pt x="159855" y="51982"/>
                </a:lnTo>
                <a:close/>
                <a:moveTo>
                  <a:pt x="182981" y="368300"/>
                </a:moveTo>
              </a:path>
            </a:pathLst>
          </a:custGeom>
          <a:solidFill>
            <a:srgbClr val="FFFFFF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3" name="Rectangle 323"/>
          <p:cNvSpPr/>
          <p:nvPr/>
        </p:nvSpPr>
        <p:spPr>
          <a:xfrm>
            <a:off x="881062" y="1899033"/>
            <a:ext cx="7374589" cy="149195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42118">
              <a:tabLst>
                <a:tab pos="5443983" algn="l"/>
              </a:tabLst>
            </a:pP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Exampl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Prompt	What'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Wrong?</a:t>
            </a:r>
          </a:p>
          <a:p>
            <a:pPr marL="377807">
              <a:lnSpc>
                <a:spcPts val="5849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“Summarise</a:t>
            </a:r>
          </a:p>
          <a:p>
            <a:pPr marL="0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this.”</a:t>
            </a:r>
          </a:p>
        </p:txBody>
      </p:sp>
      <p:sp>
        <p:nvSpPr>
          <p:cNvPr id="324" name="Rectangle 324"/>
          <p:cNvSpPr/>
          <p:nvPr/>
        </p:nvSpPr>
        <p:spPr>
          <a:xfrm>
            <a:off x="3273772" y="2432433"/>
            <a:ext cx="8018226" cy="115858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To</a:t>
            </a:r>
            <a:r>
              <a:rPr lang="en-GB" sz="2174" b="0" i="0" spc="505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vagu</a:t>
            </a:r>
            <a:r>
              <a:rPr lang="en-GB" sz="2174" b="1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—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indicatio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505" baseline="0" dirty="0">
                <a:solidFill>
                  <a:srgbClr val="1F2328"/>
                </a:solidFill>
                <a:latin typeface="Arial"/>
              </a:rPr>
              <a:t>f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wha</a:t>
            </a:r>
            <a:r>
              <a:rPr lang="en-GB" sz="2174" b="0" i="1" spc="505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summarise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fo</a:t>
            </a:r>
            <a:r>
              <a:rPr lang="en-GB" sz="2174" b="0" i="0" spc="505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wha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audience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,</a:t>
            </a:r>
          </a:p>
          <a:p>
            <a:pPr marL="0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wha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forma</a:t>
            </a:r>
            <a:r>
              <a:rPr lang="en-GB" sz="2174" b="0" i="1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(bulle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list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length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ke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points)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.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Thi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ofte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yields</a:t>
            </a:r>
          </a:p>
          <a:p>
            <a:pPr marL="0">
              <a:lnSpc>
                <a:spcPts val="32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breezy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generi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c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bulle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points.</a:t>
            </a:r>
          </a:p>
        </p:txBody>
      </p:sp>
      <p:sp>
        <p:nvSpPr>
          <p:cNvPr id="325" name="Rectangle 325"/>
          <p:cNvSpPr/>
          <p:nvPr/>
        </p:nvSpPr>
        <p:spPr>
          <a:xfrm>
            <a:off x="881062" y="4013583"/>
            <a:ext cx="1834327" cy="73948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377807"/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“Hel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p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m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do</a:t>
            </a:r>
          </a:p>
          <a:p>
            <a:pPr marL="0">
              <a:lnSpc>
                <a:spcPts val="32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m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project.”</a:t>
            </a:r>
          </a:p>
        </p:txBody>
      </p:sp>
      <p:sp>
        <p:nvSpPr>
          <p:cNvPr id="326" name="Rectangle 326"/>
          <p:cNvSpPr/>
          <p:nvPr/>
        </p:nvSpPr>
        <p:spPr>
          <a:xfrm>
            <a:off x="3273772" y="3804033"/>
            <a:ext cx="7561119" cy="115858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Lack</a:t>
            </a:r>
            <a:r>
              <a:rPr lang="en-GB" sz="2174" b="0" i="0" spc="505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context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clea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goal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structur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e—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projec</a:t>
            </a:r>
            <a:r>
              <a:rPr lang="en-GB" sz="2174" b="0" i="1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coul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mean</a:t>
            </a:r>
          </a:p>
          <a:p>
            <a:pPr marL="0">
              <a:lnSpc>
                <a:spcPts val="32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anything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;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deliverables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deadlines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constraint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ar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specified.</a:t>
            </a:r>
          </a:p>
          <a:p>
            <a:pPr marL="0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Model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wil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l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gues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meaning.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Freeform 327"/>
          <p:cNvSpPr/>
          <p:nvPr/>
        </p:nvSpPr>
        <p:spPr>
          <a:xfrm flipV="1">
            <a:off x="0" y="1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8" name="Freeform 328"/>
          <p:cNvSpPr/>
          <p:nvPr/>
        </p:nvSpPr>
        <p:spPr>
          <a:xfrm flipV="1">
            <a:off x="0" y="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9" name="Freeform 329"/>
          <p:cNvSpPr/>
          <p:nvPr/>
        </p:nvSpPr>
        <p:spPr>
          <a:xfrm flipV="1">
            <a:off x="752474" y="1590675"/>
            <a:ext cx="3657599" cy="533399"/>
          </a:xfrm>
          <a:custGeom>
            <a:avLst/>
            <a:gdLst/>
            <a:ahLst/>
            <a:cxnLst/>
            <a:rect l="0" t="0" r="0" b="0"/>
            <a:pathLst>
              <a:path w="4876800" h="711200">
                <a:moveTo>
                  <a:pt x="0" y="711200"/>
                </a:moveTo>
                <a:lnTo>
                  <a:pt x="4876800" y="711200"/>
                </a:lnTo>
                <a:lnTo>
                  <a:pt x="4876800" y="0"/>
                </a:lnTo>
                <a:lnTo>
                  <a:pt x="0" y="0"/>
                </a:lnTo>
                <a:lnTo>
                  <a:pt x="0" y="7112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0" name="Freeform 330"/>
          <p:cNvSpPr/>
          <p:nvPr/>
        </p:nvSpPr>
        <p:spPr>
          <a:xfrm flipV="1">
            <a:off x="4410074" y="1590675"/>
            <a:ext cx="7029449" cy="533399"/>
          </a:xfrm>
          <a:custGeom>
            <a:avLst/>
            <a:gdLst/>
            <a:ahLst/>
            <a:cxnLst/>
            <a:rect l="0" t="0" r="0" b="0"/>
            <a:pathLst>
              <a:path w="9372600" h="711200">
                <a:moveTo>
                  <a:pt x="0" y="711200"/>
                </a:moveTo>
                <a:lnTo>
                  <a:pt x="9372600" y="711200"/>
                </a:lnTo>
                <a:lnTo>
                  <a:pt x="9372600" y="0"/>
                </a:lnTo>
                <a:lnTo>
                  <a:pt x="0" y="0"/>
                </a:lnTo>
                <a:lnTo>
                  <a:pt x="0" y="7112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1" name="Freeform 331"/>
          <p:cNvSpPr/>
          <p:nvPr/>
        </p:nvSpPr>
        <p:spPr>
          <a:xfrm flipV="1">
            <a:off x="752474" y="2124075"/>
            <a:ext cx="3657599" cy="1371599"/>
          </a:xfrm>
          <a:custGeom>
            <a:avLst/>
            <a:gdLst/>
            <a:ahLst/>
            <a:cxnLst/>
            <a:rect l="0" t="0" r="0" b="0"/>
            <a:pathLst>
              <a:path w="4876800" h="1828800">
                <a:moveTo>
                  <a:pt x="0" y="1828800"/>
                </a:moveTo>
                <a:lnTo>
                  <a:pt x="4876800" y="1828800"/>
                </a:lnTo>
                <a:lnTo>
                  <a:pt x="4876800" y="0"/>
                </a:lnTo>
                <a:lnTo>
                  <a:pt x="0" y="0"/>
                </a:lnTo>
                <a:lnTo>
                  <a:pt x="0" y="18288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2" name="Freeform 332"/>
          <p:cNvSpPr/>
          <p:nvPr/>
        </p:nvSpPr>
        <p:spPr>
          <a:xfrm flipV="1">
            <a:off x="4410074" y="2124075"/>
            <a:ext cx="7029449" cy="1371599"/>
          </a:xfrm>
          <a:custGeom>
            <a:avLst/>
            <a:gdLst/>
            <a:ahLst/>
            <a:cxnLst/>
            <a:rect l="0" t="0" r="0" b="0"/>
            <a:pathLst>
              <a:path w="9372600" h="1828800">
                <a:moveTo>
                  <a:pt x="0" y="1828800"/>
                </a:moveTo>
                <a:lnTo>
                  <a:pt x="9372600" y="1828800"/>
                </a:lnTo>
                <a:lnTo>
                  <a:pt x="9372600" y="0"/>
                </a:lnTo>
                <a:lnTo>
                  <a:pt x="0" y="0"/>
                </a:lnTo>
                <a:lnTo>
                  <a:pt x="0" y="18288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3" name="Freeform 333"/>
          <p:cNvSpPr/>
          <p:nvPr/>
        </p:nvSpPr>
        <p:spPr>
          <a:xfrm flipV="1">
            <a:off x="752474" y="3495675"/>
            <a:ext cx="3657599" cy="1781174"/>
          </a:xfrm>
          <a:custGeom>
            <a:avLst/>
            <a:gdLst/>
            <a:ahLst/>
            <a:cxnLst/>
            <a:rect l="0" t="0" r="0" b="0"/>
            <a:pathLst>
              <a:path w="4876800" h="2374900">
                <a:moveTo>
                  <a:pt x="0" y="2374900"/>
                </a:moveTo>
                <a:lnTo>
                  <a:pt x="4876800" y="2374900"/>
                </a:lnTo>
                <a:lnTo>
                  <a:pt x="4876800" y="0"/>
                </a:lnTo>
                <a:lnTo>
                  <a:pt x="0" y="0"/>
                </a:lnTo>
                <a:lnTo>
                  <a:pt x="0" y="2374900"/>
                </a:lnTo>
                <a:close/>
              </a:path>
            </a:pathLst>
          </a:custGeom>
          <a:solidFill>
            <a:srgbClr val="F6F8FA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4" name="Freeform 334"/>
          <p:cNvSpPr/>
          <p:nvPr/>
        </p:nvSpPr>
        <p:spPr>
          <a:xfrm flipV="1">
            <a:off x="4410074" y="3495675"/>
            <a:ext cx="7029449" cy="1781174"/>
          </a:xfrm>
          <a:custGeom>
            <a:avLst/>
            <a:gdLst/>
            <a:ahLst/>
            <a:cxnLst/>
            <a:rect l="0" t="0" r="0" b="0"/>
            <a:pathLst>
              <a:path w="9372600" h="2374900">
                <a:moveTo>
                  <a:pt x="0" y="2374900"/>
                </a:moveTo>
                <a:lnTo>
                  <a:pt x="9372600" y="2374900"/>
                </a:lnTo>
                <a:lnTo>
                  <a:pt x="9372600" y="0"/>
                </a:lnTo>
                <a:lnTo>
                  <a:pt x="0" y="0"/>
                </a:lnTo>
                <a:lnTo>
                  <a:pt x="0" y="2374900"/>
                </a:lnTo>
                <a:close/>
              </a:path>
            </a:pathLst>
          </a:custGeom>
          <a:solidFill>
            <a:srgbClr val="F6F8FA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5" name="Freeform 335"/>
          <p:cNvSpPr/>
          <p:nvPr/>
        </p:nvSpPr>
        <p:spPr>
          <a:xfrm flipV="1">
            <a:off x="752474" y="1581150"/>
            <a:ext cx="9524" cy="552449"/>
          </a:xfrm>
          <a:custGeom>
            <a:avLst/>
            <a:gdLst/>
            <a:ahLst/>
            <a:cxnLst/>
            <a:rect l="0" t="0" r="0" b="0"/>
            <a:pathLst>
              <a:path w="12700" h="736600">
                <a:moveTo>
                  <a:pt x="0" y="736600"/>
                </a:moveTo>
                <a:lnTo>
                  <a:pt x="12700" y="736600"/>
                </a:lnTo>
                <a:lnTo>
                  <a:pt x="12700" y="0"/>
                </a:lnTo>
                <a:lnTo>
                  <a:pt x="0" y="0"/>
                </a:lnTo>
                <a:lnTo>
                  <a:pt x="0" y="7366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6" name="Freeform 336"/>
          <p:cNvSpPr/>
          <p:nvPr/>
        </p:nvSpPr>
        <p:spPr>
          <a:xfrm flipV="1">
            <a:off x="752474" y="1581150"/>
            <a:ext cx="3657599" cy="9524"/>
          </a:xfrm>
          <a:custGeom>
            <a:avLst/>
            <a:gdLst/>
            <a:ahLst/>
            <a:cxnLst/>
            <a:rect l="0" t="0" r="0" b="0"/>
            <a:pathLst>
              <a:path w="4876800" h="12700">
                <a:moveTo>
                  <a:pt x="0" y="12700"/>
                </a:moveTo>
                <a:lnTo>
                  <a:pt x="4876800" y="12700"/>
                </a:lnTo>
                <a:lnTo>
                  <a:pt x="48768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7" name="Freeform 337"/>
          <p:cNvSpPr/>
          <p:nvPr/>
        </p:nvSpPr>
        <p:spPr>
          <a:xfrm flipV="1">
            <a:off x="4400549" y="1581150"/>
            <a:ext cx="9524" cy="552449"/>
          </a:xfrm>
          <a:custGeom>
            <a:avLst/>
            <a:gdLst/>
            <a:ahLst/>
            <a:cxnLst/>
            <a:rect l="0" t="0" r="0" b="0"/>
            <a:pathLst>
              <a:path w="12700" h="736600">
                <a:moveTo>
                  <a:pt x="0" y="736600"/>
                </a:moveTo>
                <a:lnTo>
                  <a:pt x="12700" y="736600"/>
                </a:lnTo>
                <a:lnTo>
                  <a:pt x="12700" y="0"/>
                </a:lnTo>
                <a:lnTo>
                  <a:pt x="0" y="0"/>
                </a:lnTo>
                <a:lnTo>
                  <a:pt x="0" y="7366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8" name="Freeform 338"/>
          <p:cNvSpPr/>
          <p:nvPr/>
        </p:nvSpPr>
        <p:spPr>
          <a:xfrm flipV="1">
            <a:off x="4410074" y="1581150"/>
            <a:ext cx="7038974" cy="9524"/>
          </a:xfrm>
          <a:custGeom>
            <a:avLst/>
            <a:gdLst/>
            <a:ahLst/>
            <a:cxnLst/>
            <a:rect l="0" t="0" r="0" b="0"/>
            <a:pathLst>
              <a:path w="9385300" h="12700">
                <a:moveTo>
                  <a:pt x="0" y="12700"/>
                </a:moveTo>
                <a:lnTo>
                  <a:pt x="9385300" y="12700"/>
                </a:lnTo>
                <a:lnTo>
                  <a:pt x="93853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9" name="Freeform 339"/>
          <p:cNvSpPr/>
          <p:nvPr/>
        </p:nvSpPr>
        <p:spPr>
          <a:xfrm flipV="1">
            <a:off x="11439524" y="1581150"/>
            <a:ext cx="9524" cy="552449"/>
          </a:xfrm>
          <a:custGeom>
            <a:avLst/>
            <a:gdLst/>
            <a:ahLst/>
            <a:cxnLst/>
            <a:rect l="0" t="0" r="0" b="0"/>
            <a:pathLst>
              <a:path w="12700" h="736600">
                <a:moveTo>
                  <a:pt x="0" y="736600"/>
                </a:moveTo>
                <a:lnTo>
                  <a:pt x="12700" y="736600"/>
                </a:lnTo>
                <a:lnTo>
                  <a:pt x="12700" y="0"/>
                </a:lnTo>
                <a:lnTo>
                  <a:pt x="0" y="0"/>
                </a:lnTo>
                <a:lnTo>
                  <a:pt x="0" y="7366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0" name="Freeform 340"/>
          <p:cNvSpPr/>
          <p:nvPr/>
        </p:nvSpPr>
        <p:spPr>
          <a:xfrm flipV="1">
            <a:off x="752474" y="2124075"/>
            <a:ext cx="3657599" cy="9524"/>
          </a:xfrm>
          <a:custGeom>
            <a:avLst/>
            <a:gdLst/>
            <a:ahLst/>
            <a:cxnLst/>
            <a:rect l="0" t="0" r="0" b="0"/>
            <a:pathLst>
              <a:path w="4876800" h="12700">
                <a:moveTo>
                  <a:pt x="0" y="12700"/>
                </a:moveTo>
                <a:lnTo>
                  <a:pt x="4876800" y="12700"/>
                </a:lnTo>
                <a:lnTo>
                  <a:pt x="48768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1" name="Freeform 341"/>
          <p:cNvSpPr/>
          <p:nvPr/>
        </p:nvSpPr>
        <p:spPr>
          <a:xfrm flipV="1">
            <a:off x="4410074" y="2124075"/>
            <a:ext cx="7038974" cy="9524"/>
          </a:xfrm>
          <a:custGeom>
            <a:avLst/>
            <a:gdLst/>
            <a:ahLst/>
            <a:cxnLst/>
            <a:rect l="0" t="0" r="0" b="0"/>
            <a:pathLst>
              <a:path w="9385300" h="12700">
                <a:moveTo>
                  <a:pt x="0" y="12700"/>
                </a:moveTo>
                <a:lnTo>
                  <a:pt x="9385300" y="12700"/>
                </a:lnTo>
                <a:lnTo>
                  <a:pt x="93853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2" name="Freeform 342"/>
          <p:cNvSpPr/>
          <p:nvPr/>
        </p:nvSpPr>
        <p:spPr>
          <a:xfrm flipV="1">
            <a:off x="752474" y="2133600"/>
            <a:ext cx="9524" cy="1362074"/>
          </a:xfrm>
          <a:custGeom>
            <a:avLst/>
            <a:gdLst/>
            <a:ahLst/>
            <a:cxnLst/>
            <a:rect l="0" t="0" r="0" b="0"/>
            <a:pathLst>
              <a:path w="12700" h="1816100">
                <a:moveTo>
                  <a:pt x="0" y="1816100"/>
                </a:moveTo>
                <a:lnTo>
                  <a:pt x="12700" y="1816100"/>
                </a:lnTo>
                <a:lnTo>
                  <a:pt x="12700" y="0"/>
                </a:lnTo>
                <a:lnTo>
                  <a:pt x="0" y="0"/>
                </a:lnTo>
                <a:lnTo>
                  <a:pt x="0" y="18161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3" name="Freeform 343"/>
          <p:cNvSpPr/>
          <p:nvPr/>
        </p:nvSpPr>
        <p:spPr>
          <a:xfrm flipV="1">
            <a:off x="4400549" y="2133600"/>
            <a:ext cx="9524" cy="1362074"/>
          </a:xfrm>
          <a:custGeom>
            <a:avLst/>
            <a:gdLst/>
            <a:ahLst/>
            <a:cxnLst/>
            <a:rect l="0" t="0" r="0" b="0"/>
            <a:pathLst>
              <a:path w="12700" h="1816100">
                <a:moveTo>
                  <a:pt x="0" y="1816100"/>
                </a:moveTo>
                <a:lnTo>
                  <a:pt x="12700" y="1816100"/>
                </a:lnTo>
                <a:lnTo>
                  <a:pt x="12700" y="0"/>
                </a:lnTo>
                <a:lnTo>
                  <a:pt x="0" y="0"/>
                </a:lnTo>
                <a:lnTo>
                  <a:pt x="0" y="18161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4" name="Freeform 344"/>
          <p:cNvSpPr/>
          <p:nvPr/>
        </p:nvSpPr>
        <p:spPr>
          <a:xfrm flipV="1">
            <a:off x="11439524" y="2133600"/>
            <a:ext cx="9524" cy="1362074"/>
          </a:xfrm>
          <a:custGeom>
            <a:avLst/>
            <a:gdLst/>
            <a:ahLst/>
            <a:cxnLst/>
            <a:rect l="0" t="0" r="0" b="0"/>
            <a:pathLst>
              <a:path w="12700" h="1816100">
                <a:moveTo>
                  <a:pt x="0" y="1816100"/>
                </a:moveTo>
                <a:lnTo>
                  <a:pt x="12700" y="1816100"/>
                </a:lnTo>
                <a:lnTo>
                  <a:pt x="12700" y="0"/>
                </a:lnTo>
                <a:lnTo>
                  <a:pt x="0" y="0"/>
                </a:lnTo>
                <a:lnTo>
                  <a:pt x="0" y="18161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5" name="Freeform 345"/>
          <p:cNvSpPr/>
          <p:nvPr/>
        </p:nvSpPr>
        <p:spPr>
          <a:xfrm flipV="1">
            <a:off x="752474" y="3495675"/>
            <a:ext cx="9524" cy="1781174"/>
          </a:xfrm>
          <a:custGeom>
            <a:avLst/>
            <a:gdLst/>
            <a:ahLst/>
            <a:cxnLst/>
            <a:rect l="0" t="0" r="0" b="0"/>
            <a:pathLst>
              <a:path w="12700" h="2374900">
                <a:moveTo>
                  <a:pt x="0" y="2374900"/>
                </a:moveTo>
                <a:lnTo>
                  <a:pt x="12700" y="2374900"/>
                </a:lnTo>
                <a:lnTo>
                  <a:pt x="12700" y="0"/>
                </a:lnTo>
                <a:lnTo>
                  <a:pt x="0" y="0"/>
                </a:lnTo>
                <a:lnTo>
                  <a:pt x="0" y="23749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6" name="Freeform 346"/>
          <p:cNvSpPr/>
          <p:nvPr/>
        </p:nvSpPr>
        <p:spPr>
          <a:xfrm flipV="1">
            <a:off x="752474" y="3486150"/>
            <a:ext cx="3657599" cy="9524"/>
          </a:xfrm>
          <a:custGeom>
            <a:avLst/>
            <a:gdLst/>
            <a:ahLst/>
            <a:cxnLst/>
            <a:rect l="0" t="0" r="0" b="0"/>
            <a:pathLst>
              <a:path w="4876800" h="12700">
                <a:moveTo>
                  <a:pt x="0" y="12700"/>
                </a:moveTo>
                <a:lnTo>
                  <a:pt x="4876800" y="12700"/>
                </a:lnTo>
                <a:lnTo>
                  <a:pt x="48768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7" name="Freeform 347"/>
          <p:cNvSpPr/>
          <p:nvPr/>
        </p:nvSpPr>
        <p:spPr>
          <a:xfrm flipV="1">
            <a:off x="4400549" y="3495675"/>
            <a:ext cx="9524" cy="1781174"/>
          </a:xfrm>
          <a:custGeom>
            <a:avLst/>
            <a:gdLst/>
            <a:ahLst/>
            <a:cxnLst/>
            <a:rect l="0" t="0" r="0" b="0"/>
            <a:pathLst>
              <a:path w="12700" h="2374900">
                <a:moveTo>
                  <a:pt x="0" y="2374900"/>
                </a:moveTo>
                <a:lnTo>
                  <a:pt x="12700" y="2374900"/>
                </a:lnTo>
                <a:lnTo>
                  <a:pt x="12700" y="0"/>
                </a:lnTo>
                <a:lnTo>
                  <a:pt x="0" y="0"/>
                </a:lnTo>
                <a:lnTo>
                  <a:pt x="0" y="23749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8" name="Freeform 348"/>
          <p:cNvSpPr/>
          <p:nvPr/>
        </p:nvSpPr>
        <p:spPr>
          <a:xfrm flipV="1">
            <a:off x="4410074" y="3486150"/>
            <a:ext cx="7038974" cy="9524"/>
          </a:xfrm>
          <a:custGeom>
            <a:avLst/>
            <a:gdLst/>
            <a:ahLst/>
            <a:cxnLst/>
            <a:rect l="0" t="0" r="0" b="0"/>
            <a:pathLst>
              <a:path w="9385300" h="12700">
                <a:moveTo>
                  <a:pt x="0" y="12700"/>
                </a:moveTo>
                <a:lnTo>
                  <a:pt x="9385300" y="12700"/>
                </a:lnTo>
                <a:lnTo>
                  <a:pt x="93853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9" name="Freeform 349"/>
          <p:cNvSpPr/>
          <p:nvPr/>
        </p:nvSpPr>
        <p:spPr>
          <a:xfrm flipV="1">
            <a:off x="11439524" y="3495675"/>
            <a:ext cx="9524" cy="1781174"/>
          </a:xfrm>
          <a:custGeom>
            <a:avLst/>
            <a:gdLst/>
            <a:ahLst/>
            <a:cxnLst/>
            <a:rect l="0" t="0" r="0" b="0"/>
            <a:pathLst>
              <a:path w="12700" h="2374900">
                <a:moveTo>
                  <a:pt x="0" y="2374900"/>
                </a:moveTo>
                <a:lnTo>
                  <a:pt x="12700" y="2374900"/>
                </a:lnTo>
                <a:lnTo>
                  <a:pt x="12700" y="0"/>
                </a:lnTo>
                <a:lnTo>
                  <a:pt x="0" y="0"/>
                </a:lnTo>
                <a:lnTo>
                  <a:pt x="0" y="23749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0" name="Freeform 350"/>
          <p:cNvSpPr/>
          <p:nvPr/>
        </p:nvSpPr>
        <p:spPr>
          <a:xfrm flipV="1">
            <a:off x="752474" y="5267325"/>
            <a:ext cx="3657599" cy="9524"/>
          </a:xfrm>
          <a:custGeom>
            <a:avLst/>
            <a:gdLst/>
            <a:ahLst/>
            <a:cxnLst/>
            <a:rect l="0" t="0" r="0" b="0"/>
            <a:pathLst>
              <a:path w="4876800" h="12700">
                <a:moveTo>
                  <a:pt x="0" y="12700"/>
                </a:moveTo>
                <a:lnTo>
                  <a:pt x="4876800" y="12700"/>
                </a:lnTo>
                <a:lnTo>
                  <a:pt x="48768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1" name="Freeform 351"/>
          <p:cNvSpPr/>
          <p:nvPr/>
        </p:nvSpPr>
        <p:spPr>
          <a:xfrm flipV="1">
            <a:off x="4410074" y="5267325"/>
            <a:ext cx="7038974" cy="9524"/>
          </a:xfrm>
          <a:custGeom>
            <a:avLst/>
            <a:gdLst/>
            <a:ahLst/>
            <a:cxnLst/>
            <a:rect l="0" t="0" r="0" b="0"/>
            <a:pathLst>
              <a:path w="9385300" h="12700">
                <a:moveTo>
                  <a:pt x="0" y="12700"/>
                </a:moveTo>
                <a:lnTo>
                  <a:pt x="9385300" y="12700"/>
                </a:lnTo>
                <a:lnTo>
                  <a:pt x="93853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2" name="Freeform 352"/>
          <p:cNvSpPr/>
          <p:nvPr/>
        </p:nvSpPr>
        <p:spPr>
          <a:xfrm flipV="1">
            <a:off x="904875" y="2447925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457200" h="457200">
                <a:moveTo>
                  <a:pt x="457200" y="50800"/>
                </a:moveTo>
                <a:cubicBezTo>
                  <a:pt x="457200" y="22746"/>
                  <a:pt x="434454" y="0"/>
                  <a:pt x="406400" y="0"/>
                </a:cubicBezTo>
                <a:lnTo>
                  <a:pt x="50800" y="0"/>
                </a:lnTo>
                <a:cubicBezTo>
                  <a:pt x="22745" y="0"/>
                  <a:pt x="0" y="22746"/>
                  <a:pt x="0" y="50800"/>
                </a:cubicBezTo>
                <a:lnTo>
                  <a:pt x="0" y="406400"/>
                </a:lnTo>
                <a:cubicBezTo>
                  <a:pt x="0" y="434455"/>
                  <a:pt x="22745" y="457200"/>
                  <a:pt x="50800" y="457200"/>
                </a:cubicBezTo>
                <a:lnTo>
                  <a:pt x="406400" y="457200"/>
                </a:lnTo>
                <a:cubicBezTo>
                  <a:pt x="434454" y="457200"/>
                  <a:pt x="457200" y="434455"/>
                  <a:pt x="457200" y="406400"/>
                </a:cubicBezTo>
                <a:lnTo>
                  <a:pt x="457200" y="50800"/>
                </a:lnTo>
                <a:close/>
                <a:moveTo>
                  <a:pt x="406400" y="457200"/>
                </a:moveTo>
              </a:path>
            </a:pathLst>
          </a:custGeom>
          <a:solidFill>
            <a:srgbClr val="3B88C3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3" name="Freeform 353"/>
          <p:cNvSpPr/>
          <p:nvPr/>
        </p:nvSpPr>
        <p:spPr>
          <a:xfrm flipV="1">
            <a:off x="982333" y="2498198"/>
            <a:ext cx="117042" cy="175103"/>
          </a:xfrm>
          <a:custGeom>
            <a:avLst/>
            <a:gdLst/>
            <a:ahLst/>
            <a:cxnLst/>
            <a:rect l="0" t="0" r="0" b="0"/>
            <a:pathLst>
              <a:path w="193726" h="289827">
                <a:moveTo>
                  <a:pt x="177978" y="217767"/>
                </a:moveTo>
                <a:cubicBezTo>
                  <a:pt x="177978" y="192951"/>
                  <a:pt x="167361" y="171298"/>
                  <a:pt x="145694" y="157519"/>
                </a:cubicBezTo>
                <a:cubicBezTo>
                  <a:pt x="174041" y="144514"/>
                  <a:pt x="193726" y="118136"/>
                  <a:pt x="193726" y="87033"/>
                </a:cubicBezTo>
                <a:cubicBezTo>
                  <a:pt x="193726" y="39777"/>
                  <a:pt x="150419" y="0"/>
                  <a:pt x="94501" y="0"/>
                </a:cubicBezTo>
                <a:cubicBezTo>
                  <a:pt x="36220" y="0"/>
                  <a:pt x="0" y="42926"/>
                  <a:pt x="0" y="74029"/>
                </a:cubicBezTo>
                <a:cubicBezTo>
                  <a:pt x="0" y="89383"/>
                  <a:pt x="16154" y="100407"/>
                  <a:pt x="30328" y="100407"/>
                </a:cubicBezTo>
                <a:cubicBezTo>
                  <a:pt x="57099" y="100407"/>
                  <a:pt x="50800" y="54331"/>
                  <a:pt x="95301" y="54331"/>
                </a:cubicBezTo>
                <a:cubicBezTo>
                  <a:pt x="115773" y="54331"/>
                  <a:pt x="132321" y="70079"/>
                  <a:pt x="132321" y="90958"/>
                </a:cubicBezTo>
                <a:cubicBezTo>
                  <a:pt x="132321" y="146088"/>
                  <a:pt x="65367" y="105525"/>
                  <a:pt x="65367" y="151994"/>
                </a:cubicBezTo>
                <a:cubicBezTo>
                  <a:pt x="65367" y="193332"/>
                  <a:pt x="121272" y="165380"/>
                  <a:pt x="121272" y="209093"/>
                </a:cubicBezTo>
                <a:cubicBezTo>
                  <a:pt x="121272" y="224066"/>
                  <a:pt x="110655" y="235484"/>
                  <a:pt x="92926" y="235484"/>
                </a:cubicBezTo>
                <a:cubicBezTo>
                  <a:pt x="55524" y="235484"/>
                  <a:pt x="60643" y="196901"/>
                  <a:pt x="33858" y="196901"/>
                </a:cubicBezTo>
                <a:cubicBezTo>
                  <a:pt x="17717" y="196901"/>
                  <a:pt x="8268" y="211468"/>
                  <a:pt x="8268" y="226035"/>
                </a:cubicBezTo>
                <a:cubicBezTo>
                  <a:pt x="8268" y="256744"/>
                  <a:pt x="50394" y="289827"/>
                  <a:pt x="94107" y="289827"/>
                </a:cubicBezTo>
                <a:cubicBezTo>
                  <a:pt x="150825" y="289827"/>
                  <a:pt x="177978" y="248476"/>
                  <a:pt x="177978" y="217767"/>
                </a:cubicBezTo>
                <a:lnTo>
                  <a:pt x="177978" y="217767"/>
                </a:lnTo>
                <a:close/>
                <a:moveTo>
                  <a:pt x="27064" y="373037"/>
                </a:moveTo>
              </a:path>
            </a:pathLst>
          </a:custGeom>
          <a:solidFill>
            <a:srgbClr val="FFFFFF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4" name="Freeform 354"/>
          <p:cNvSpPr/>
          <p:nvPr/>
        </p:nvSpPr>
        <p:spPr>
          <a:xfrm flipV="1">
            <a:off x="904875" y="3609975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457200" h="457200">
                <a:moveTo>
                  <a:pt x="457200" y="50800"/>
                </a:moveTo>
                <a:cubicBezTo>
                  <a:pt x="457200" y="22746"/>
                  <a:pt x="434454" y="0"/>
                  <a:pt x="406400" y="0"/>
                </a:cubicBezTo>
                <a:lnTo>
                  <a:pt x="50800" y="0"/>
                </a:lnTo>
                <a:cubicBezTo>
                  <a:pt x="22745" y="0"/>
                  <a:pt x="0" y="22746"/>
                  <a:pt x="0" y="50800"/>
                </a:cubicBezTo>
                <a:lnTo>
                  <a:pt x="0" y="406400"/>
                </a:lnTo>
                <a:cubicBezTo>
                  <a:pt x="0" y="434455"/>
                  <a:pt x="22745" y="457200"/>
                  <a:pt x="50800" y="457200"/>
                </a:cubicBezTo>
                <a:lnTo>
                  <a:pt x="406400" y="457200"/>
                </a:lnTo>
                <a:cubicBezTo>
                  <a:pt x="434454" y="457200"/>
                  <a:pt x="457200" y="434455"/>
                  <a:pt x="457200" y="406400"/>
                </a:cubicBezTo>
                <a:lnTo>
                  <a:pt x="457200" y="50800"/>
                </a:lnTo>
                <a:close/>
                <a:moveTo>
                  <a:pt x="406400" y="457200"/>
                </a:moveTo>
              </a:path>
            </a:pathLst>
          </a:custGeom>
          <a:solidFill>
            <a:srgbClr val="3B88C3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55" name="Picture 35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58154" y="3647548"/>
            <a:ext cx="154343" cy="199076"/>
          </a:xfrm>
          <a:prstGeom prst="rect">
            <a:avLst/>
          </a:prstGeom>
          <a:noFill/>
        </p:spPr>
      </p:pic>
      <p:sp>
        <p:nvSpPr>
          <p:cNvPr id="356" name="Rectangle 356"/>
          <p:cNvSpPr/>
          <p:nvPr/>
        </p:nvSpPr>
        <p:spPr>
          <a:xfrm>
            <a:off x="881062" y="1689483"/>
            <a:ext cx="8006364" cy="149195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673893">
              <a:tabLst>
                <a:tab pos="6075758" algn="l"/>
              </a:tabLst>
            </a:pP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Exampl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Prompt	What'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Wrong?</a:t>
            </a:r>
          </a:p>
          <a:p>
            <a:pPr marL="377807">
              <a:lnSpc>
                <a:spcPts val="5849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“Mak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ea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schedul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fo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my</a:t>
            </a:r>
          </a:p>
          <a:p>
            <a:pPr marL="0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week.”</a:t>
            </a:r>
          </a:p>
        </p:txBody>
      </p:sp>
      <p:sp>
        <p:nvSpPr>
          <p:cNvPr id="357" name="Rectangle 357"/>
          <p:cNvSpPr/>
          <p:nvPr/>
        </p:nvSpPr>
        <p:spPr>
          <a:xfrm>
            <a:off x="4537173" y="2232408"/>
            <a:ext cx="6542446" cy="115858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N</a:t>
            </a:r>
            <a:r>
              <a:rPr lang="en-GB" sz="2174" b="0" i="0" spc="505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o</a:t>
            </a:r>
            <a:r>
              <a:rPr lang="en-GB" sz="2174" b="1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contex</a:t>
            </a:r>
            <a:r>
              <a:rPr lang="en-GB" sz="2174" b="1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abou</a:t>
            </a:r>
            <a:r>
              <a:rPr lang="en-GB" sz="2174" b="0" i="0" spc="505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t</a:t>
            </a:r>
            <a:r>
              <a:rPr lang="en-GB" sz="2174" b="0" i="1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wha</a:t>
            </a:r>
            <a:r>
              <a:rPr lang="en-GB" sz="2174" b="0" i="1" spc="58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t</a:t>
            </a:r>
            <a:r>
              <a:rPr lang="en-GB" sz="2174" b="0" i="1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shoul</a:t>
            </a:r>
            <a:r>
              <a:rPr lang="en-GB" sz="2174" b="0" i="1" spc="58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d</a:t>
            </a:r>
            <a:r>
              <a:rPr lang="en-GB" sz="2174" b="0" i="1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b</a:t>
            </a:r>
            <a:r>
              <a:rPr lang="en-GB" sz="2174" b="0" i="1" spc="58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e</a:t>
            </a:r>
            <a:r>
              <a:rPr lang="en-GB" sz="2174" b="0" i="1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scheduled</a:t>
            </a:r>
            <a:r>
              <a:rPr lang="en-GB" sz="2174" b="0" i="0" spc="398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,</a:t>
            </a:r>
            <a:r>
              <a:rPr lang="en-GB" sz="2174" b="0" i="1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priorities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,</a:t>
            </a:r>
          </a:p>
          <a:p>
            <a:pPr marL="0">
              <a:lnSpc>
                <a:spcPts val="3225"/>
              </a:lnSpc>
            </a:pPr>
            <a:r>
              <a:rPr lang="en-GB" sz="2174" b="0" i="1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times</a:t>
            </a:r>
            <a:r>
              <a:rPr lang="en-GB" sz="2174" b="0" i="0" spc="398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,</a:t>
            </a:r>
            <a:r>
              <a:rPr lang="en-GB" sz="2174" b="0" i="1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constraints</a:t>
            </a:r>
            <a:r>
              <a:rPr lang="en-GB" sz="2174" b="0" i="0" spc="398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o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r</a:t>
            </a:r>
            <a:r>
              <a:rPr lang="en-GB" sz="2174" b="0" i="1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objectives</a:t>
            </a:r>
            <a:r>
              <a:rPr lang="en-GB" sz="2174" b="0" i="0" spc="398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.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Withou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context</a:t>
            </a:r>
            <a:r>
              <a:rPr lang="en-GB" sz="2174" b="0" i="0" spc="398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the</a:t>
            </a:r>
          </a:p>
          <a:p>
            <a:pPr marL="0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mode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l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wil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l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inven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detail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o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produc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ea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generi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c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template.</a:t>
            </a:r>
          </a:p>
        </p:txBody>
      </p:sp>
      <p:sp>
        <p:nvSpPr>
          <p:cNvPr id="358" name="Rectangle 358"/>
          <p:cNvSpPr/>
          <p:nvPr/>
        </p:nvSpPr>
        <p:spPr>
          <a:xfrm>
            <a:off x="881062" y="3594483"/>
            <a:ext cx="3293747" cy="157768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377807"/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“I'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m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reall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strugglin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g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and</a:t>
            </a:r>
          </a:p>
          <a:p>
            <a:pPr marL="0">
              <a:lnSpc>
                <a:spcPts val="3300"/>
              </a:lnSpc>
            </a:pP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I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don'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kno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w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wha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do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.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I'm</a:t>
            </a:r>
          </a:p>
          <a:p>
            <a:pPr marL="0">
              <a:lnSpc>
                <a:spcPts val="32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stresse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about</a:t>
            </a:r>
          </a:p>
          <a:p>
            <a:pPr marL="0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everything.”</a:t>
            </a:r>
          </a:p>
        </p:txBody>
      </p:sp>
      <p:sp>
        <p:nvSpPr>
          <p:cNvPr id="359" name="Rectangle 359"/>
          <p:cNvSpPr/>
          <p:nvPr/>
        </p:nvSpPr>
        <p:spPr>
          <a:xfrm>
            <a:off x="4537173" y="3594483"/>
            <a:ext cx="6212850" cy="157768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2174" b="1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Spea</a:t>
            </a:r>
            <a:r>
              <a:rPr lang="en-GB" sz="2174" b="1" i="0" spc="49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k</a:t>
            </a:r>
            <a:r>
              <a:rPr lang="en-GB" sz="2174" b="1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t</a:t>
            </a:r>
            <a:r>
              <a:rPr lang="en-GB" sz="2174" b="1" i="0" spc="493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o</a:t>
            </a:r>
            <a:r>
              <a:rPr lang="en-GB" sz="2174" b="1" i="0" spc="49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a</a:t>
            </a:r>
            <a:r>
              <a:rPr lang="en-GB" sz="2174" b="1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rea</a:t>
            </a:r>
            <a:r>
              <a:rPr lang="en-GB" sz="2174" b="1" i="0" spc="493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l</a:t>
            </a:r>
            <a:r>
              <a:rPr lang="en-GB" sz="2174" b="1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person</a:t>
            </a:r>
            <a:r>
              <a:rPr lang="en-GB" sz="2174" b="1" i="0" spc="373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,</a:t>
            </a:r>
            <a:r>
              <a:rPr lang="en-GB" sz="2174" b="1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no</a:t>
            </a:r>
            <a:r>
              <a:rPr lang="en-GB" sz="2174" b="1" i="0" spc="49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t</a:t>
            </a:r>
            <a:r>
              <a:rPr lang="en-GB" sz="2174" b="1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AI</a:t>
            </a:r>
            <a:r>
              <a:rPr lang="en-GB" sz="2174" b="0" i="0" spc="398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.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Reac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h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ou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t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o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Student</a:t>
            </a:r>
          </a:p>
          <a:p>
            <a:pPr marL="0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Well-Bein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g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(availabl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24/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7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vi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a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ask.herts.ac.uk)</a:t>
            </a:r>
            <a:r>
              <a:rPr lang="en-GB" sz="2174" b="0" i="0" spc="398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your</a:t>
            </a:r>
          </a:p>
          <a:p>
            <a:pPr marL="0">
              <a:lnSpc>
                <a:spcPts val="3225"/>
              </a:lnSpc>
            </a:pP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programm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tea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m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(wor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k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hours)</a:t>
            </a:r>
            <a:r>
              <a:rPr lang="en-GB" sz="2174" b="0" i="0" spc="398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o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HAS-Busines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for</a:t>
            </a:r>
          </a:p>
          <a:p>
            <a:pPr marL="0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academi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c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skill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suppor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fo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coursework.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Freeform 360"/>
          <p:cNvSpPr/>
          <p:nvPr/>
        </p:nvSpPr>
        <p:spPr>
          <a:xfrm flipV="1">
            <a:off x="0" y="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1" name="Freeform 361"/>
          <p:cNvSpPr/>
          <p:nvPr/>
        </p:nvSpPr>
        <p:spPr>
          <a:xfrm flipV="1">
            <a:off x="0" y="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2" name="Freeform 362"/>
          <p:cNvSpPr/>
          <p:nvPr/>
        </p:nvSpPr>
        <p:spPr>
          <a:xfrm flipV="1">
            <a:off x="752474" y="1590675"/>
            <a:ext cx="3657599" cy="533399"/>
          </a:xfrm>
          <a:custGeom>
            <a:avLst/>
            <a:gdLst/>
            <a:ahLst/>
            <a:cxnLst/>
            <a:rect l="0" t="0" r="0" b="0"/>
            <a:pathLst>
              <a:path w="4876800" h="711200">
                <a:moveTo>
                  <a:pt x="0" y="711200"/>
                </a:moveTo>
                <a:lnTo>
                  <a:pt x="4876800" y="711200"/>
                </a:lnTo>
                <a:lnTo>
                  <a:pt x="4876800" y="0"/>
                </a:lnTo>
                <a:lnTo>
                  <a:pt x="0" y="0"/>
                </a:lnTo>
                <a:lnTo>
                  <a:pt x="0" y="7112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3" name="Freeform 363"/>
          <p:cNvSpPr/>
          <p:nvPr/>
        </p:nvSpPr>
        <p:spPr>
          <a:xfrm flipV="1">
            <a:off x="4410074" y="1590675"/>
            <a:ext cx="7029449" cy="533399"/>
          </a:xfrm>
          <a:custGeom>
            <a:avLst/>
            <a:gdLst/>
            <a:ahLst/>
            <a:cxnLst/>
            <a:rect l="0" t="0" r="0" b="0"/>
            <a:pathLst>
              <a:path w="9372600" h="711200">
                <a:moveTo>
                  <a:pt x="0" y="711200"/>
                </a:moveTo>
                <a:lnTo>
                  <a:pt x="9372600" y="711200"/>
                </a:lnTo>
                <a:lnTo>
                  <a:pt x="9372600" y="0"/>
                </a:lnTo>
                <a:lnTo>
                  <a:pt x="0" y="0"/>
                </a:lnTo>
                <a:lnTo>
                  <a:pt x="0" y="7112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4" name="Freeform 364"/>
          <p:cNvSpPr/>
          <p:nvPr/>
        </p:nvSpPr>
        <p:spPr>
          <a:xfrm flipV="1">
            <a:off x="752474" y="2124075"/>
            <a:ext cx="3657599" cy="1371599"/>
          </a:xfrm>
          <a:custGeom>
            <a:avLst/>
            <a:gdLst/>
            <a:ahLst/>
            <a:cxnLst/>
            <a:rect l="0" t="0" r="0" b="0"/>
            <a:pathLst>
              <a:path w="4876800" h="1828800">
                <a:moveTo>
                  <a:pt x="0" y="1828800"/>
                </a:moveTo>
                <a:lnTo>
                  <a:pt x="4876800" y="1828800"/>
                </a:lnTo>
                <a:lnTo>
                  <a:pt x="4876800" y="0"/>
                </a:lnTo>
                <a:lnTo>
                  <a:pt x="0" y="0"/>
                </a:lnTo>
                <a:lnTo>
                  <a:pt x="0" y="18288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5" name="Freeform 365"/>
          <p:cNvSpPr/>
          <p:nvPr/>
        </p:nvSpPr>
        <p:spPr>
          <a:xfrm flipV="1">
            <a:off x="4410074" y="2124075"/>
            <a:ext cx="7029449" cy="1371599"/>
          </a:xfrm>
          <a:custGeom>
            <a:avLst/>
            <a:gdLst/>
            <a:ahLst/>
            <a:cxnLst/>
            <a:rect l="0" t="0" r="0" b="0"/>
            <a:pathLst>
              <a:path w="9372600" h="1828800">
                <a:moveTo>
                  <a:pt x="0" y="1828800"/>
                </a:moveTo>
                <a:lnTo>
                  <a:pt x="9372600" y="1828800"/>
                </a:lnTo>
                <a:lnTo>
                  <a:pt x="9372600" y="0"/>
                </a:lnTo>
                <a:lnTo>
                  <a:pt x="0" y="0"/>
                </a:lnTo>
                <a:lnTo>
                  <a:pt x="0" y="18288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6" name="Freeform 366"/>
          <p:cNvSpPr/>
          <p:nvPr/>
        </p:nvSpPr>
        <p:spPr>
          <a:xfrm flipV="1">
            <a:off x="752474" y="3495675"/>
            <a:ext cx="3657599" cy="1781174"/>
          </a:xfrm>
          <a:custGeom>
            <a:avLst/>
            <a:gdLst/>
            <a:ahLst/>
            <a:cxnLst/>
            <a:rect l="0" t="0" r="0" b="0"/>
            <a:pathLst>
              <a:path w="4876800" h="2374900">
                <a:moveTo>
                  <a:pt x="0" y="2374900"/>
                </a:moveTo>
                <a:lnTo>
                  <a:pt x="4876800" y="2374900"/>
                </a:lnTo>
                <a:lnTo>
                  <a:pt x="4876800" y="0"/>
                </a:lnTo>
                <a:lnTo>
                  <a:pt x="0" y="0"/>
                </a:lnTo>
                <a:lnTo>
                  <a:pt x="0" y="2374900"/>
                </a:lnTo>
                <a:close/>
              </a:path>
            </a:pathLst>
          </a:custGeom>
          <a:solidFill>
            <a:srgbClr val="F6F8FA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7" name="Freeform 367"/>
          <p:cNvSpPr/>
          <p:nvPr/>
        </p:nvSpPr>
        <p:spPr>
          <a:xfrm flipV="1">
            <a:off x="4410074" y="3495675"/>
            <a:ext cx="7029449" cy="1781174"/>
          </a:xfrm>
          <a:custGeom>
            <a:avLst/>
            <a:gdLst/>
            <a:ahLst/>
            <a:cxnLst/>
            <a:rect l="0" t="0" r="0" b="0"/>
            <a:pathLst>
              <a:path w="9372600" h="2374900">
                <a:moveTo>
                  <a:pt x="0" y="2374900"/>
                </a:moveTo>
                <a:lnTo>
                  <a:pt x="9372600" y="2374900"/>
                </a:lnTo>
                <a:lnTo>
                  <a:pt x="9372600" y="0"/>
                </a:lnTo>
                <a:lnTo>
                  <a:pt x="0" y="0"/>
                </a:lnTo>
                <a:lnTo>
                  <a:pt x="0" y="2374900"/>
                </a:lnTo>
                <a:close/>
              </a:path>
            </a:pathLst>
          </a:custGeom>
          <a:solidFill>
            <a:srgbClr val="F6F8FA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8" name="Freeform 368"/>
          <p:cNvSpPr/>
          <p:nvPr/>
        </p:nvSpPr>
        <p:spPr>
          <a:xfrm flipV="1">
            <a:off x="752474" y="1581150"/>
            <a:ext cx="9524" cy="552449"/>
          </a:xfrm>
          <a:custGeom>
            <a:avLst/>
            <a:gdLst/>
            <a:ahLst/>
            <a:cxnLst/>
            <a:rect l="0" t="0" r="0" b="0"/>
            <a:pathLst>
              <a:path w="12700" h="736600">
                <a:moveTo>
                  <a:pt x="0" y="736600"/>
                </a:moveTo>
                <a:lnTo>
                  <a:pt x="12700" y="736600"/>
                </a:lnTo>
                <a:lnTo>
                  <a:pt x="12700" y="0"/>
                </a:lnTo>
                <a:lnTo>
                  <a:pt x="0" y="0"/>
                </a:lnTo>
                <a:lnTo>
                  <a:pt x="0" y="7366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9" name="Freeform 369"/>
          <p:cNvSpPr/>
          <p:nvPr/>
        </p:nvSpPr>
        <p:spPr>
          <a:xfrm flipV="1">
            <a:off x="752474" y="1581150"/>
            <a:ext cx="3657599" cy="9524"/>
          </a:xfrm>
          <a:custGeom>
            <a:avLst/>
            <a:gdLst/>
            <a:ahLst/>
            <a:cxnLst/>
            <a:rect l="0" t="0" r="0" b="0"/>
            <a:pathLst>
              <a:path w="4876800" h="12700">
                <a:moveTo>
                  <a:pt x="0" y="12700"/>
                </a:moveTo>
                <a:lnTo>
                  <a:pt x="4876800" y="12700"/>
                </a:lnTo>
                <a:lnTo>
                  <a:pt x="48768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70" name="Freeform 370"/>
          <p:cNvSpPr/>
          <p:nvPr/>
        </p:nvSpPr>
        <p:spPr>
          <a:xfrm flipV="1">
            <a:off x="4400549" y="1581150"/>
            <a:ext cx="9524" cy="552449"/>
          </a:xfrm>
          <a:custGeom>
            <a:avLst/>
            <a:gdLst/>
            <a:ahLst/>
            <a:cxnLst/>
            <a:rect l="0" t="0" r="0" b="0"/>
            <a:pathLst>
              <a:path w="12700" h="736600">
                <a:moveTo>
                  <a:pt x="0" y="736600"/>
                </a:moveTo>
                <a:lnTo>
                  <a:pt x="12700" y="736600"/>
                </a:lnTo>
                <a:lnTo>
                  <a:pt x="12700" y="0"/>
                </a:lnTo>
                <a:lnTo>
                  <a:pt x="0" y="0"/>
                </a:lnTo>
                <a:lnTo>
                  <a:pt x="0" y="7366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71" name="Freeform 371"/>
          <p:cNvSpPr/>
          <p:nvPr/>
        </p:nvSpPr>
        <p:spPr>
          <a:xfrm flipV="1">
            <a:off x="4410074" y="1581150"/>
            <a:ext cx="7038974" cy="9524"/>
          </a:xfrm>
          <a:custGeom>
            <a:avLst/>
            <a:gdLst/>
            <a:ahLst/>
            <a:cxnLst/>
            <a:rect l="0" t="0" r="0" b="0"/>
            <a:pathLst>
              <a:path w="9385300" h="12700">
                <a:moveTo>
                  <a:pt x="0" y="12700"/>
                </a:moveTo>
                <a:lnTo>
                  <a:pt x="9385300" y="12700"/>
                </a:lnTo>
                <a:lnTo>
                  <a:pt x="93853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72" name="Freeform 372"/>
          <p:cNvSpPr/>
          <p:nvPr/>
        </p:nvSpPr>
        <p:spPr>
          <a:xfrm flipV="1">
            <a:off x="11439524" y="1581150"/>
            <a:ext cx="9524" cy="552449"/>
          </a:xfrm>
          <a:custGeom>
            <a:avLst/>
            <a:gdLst/>
            <a:ahLst/>
            <a:cxnLst/>
            <a:rect l="0" t="0" r="0" b="0"/>
            <a:pathLst>
              <a:path w="12700" h="736600">
                <a:moveTo>
                  <a:pt x="0" y="736600"/>
                </a:moveTo>
                <a:lnTo>
                  <a:pt x="12700" y="736600"/>
                </a:lnTo>
                <a:lnTo>
                  <a:pt x="12700" y="0"/>
                </a:lnTo>
                <a:lnTo>
                  <a:pt x="0" y="0"/>
                </a:lnTo>
                <a:lnTo>
                  <a:pt x="0" y="7366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73" name="Freeform 373"/>
          <p:cNvSpPr/>
          <p:nvPr/>
        </p:nvSpPr>
        <p:spPr>
          <a:xfrm flipV="1">
            <a:off x="752474" y="2124075"/>
            <a:ext cx="3657599" cy="9524"/>
          </a:xfrm>
          <a:custGeom>
            <a:avLst/>
            <a:gdLst/>
            <a:ahLst/>
            <a:cxnLst/>
            <a:rect l="0" t="0" r="0" b="0"/>
            <a:pathLst>
              <a:path w="4876800" h="12700">
                <a:moveTo>
                  <a:pt x="0" y="12700"/>
                </a:moveTo>
                <a:lnTo>
                  <a:pt x="4876800" y="12700"/>
                </a:lnTo>
                <a:lnTo>
                  <a:pt x="48768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74" name="Freeform 374"/>
          <p:cNvSpPr/>
          <p:nvPr/>
        </p:nvSpPr>
        <p:spPr>
          <a:xfrm flipV="1">
            <a:off x="4410074" y="2124075"/>
            <a:ext cx="7038974" cy="9524"/>
          </a:xfrm>
          <a:custGeom>
            <a:avLst/>
            <a:gdLst/>
            <a:ahLst/>
            <a:cxnLst/>
            <a:rect l="0" t="0" r="0" b="0"/>
            <a:pathLst>
              <a:path w="9385300" h="12700">
                <a:moveTo>
                  <a:pt x="0" y="12700"/>
                </a:moveTo>
                <a:lnTo>
                  <a:pt x="9385300" y="12700"/>
                </a:lnTo>
                <a:lnTo>
                  <a:pt x="93853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75" name="Freeform 375"/>
          <p:cNvSpPr/>
          <p:nvPr/>
        </p:nvSpPr>
        <p:spPr>
          <a:xfrm flipV="1">
            <a:off x="752474" y="2133600"/>
            <a:ext cx="9524" cy="1362074"/>
          </a:xfrm>
          <a:custGeom>
            <a:avLst/>
            <a:gdLst/>
            <a:ahLst/>
            <a:cxnLst/>
            <a:rect l="0" t="0" r="0" b="0"/>
            <a:pathLst>
              <a:path w="12700" h="1816100">
                <a:moveTo>
                  <a:pt x="0" y="1816100"/>
                </a:moveTo>
                <a:lnTo>
                  <a:pt x="12700" y="1816100"/>
                </a:lnTo>
                <a:lnTo>
                  <a:pt x="12700" y="0"/>
                </a:lnTo>
                <a:lnTo>
                  <a:pt x="0" y="0"/>
                </a:lnTo>
                <a:lnTo>
                  <a:pt x="0" y="18161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76" name="Freeform 376"/>
          <p:cNvSpPr/>
          <p:nvPr/>
        </p:nvSpPr>
        <p:spPr>
          <a:xfrm flipV="1">
            <a:off x="4400549" y="2133600"/>
            <a:ext cx="9524" cy="1362074"/>
          </a:xfrm>
          <a:custGeom>
            <a:avLst/>
            <a:gdLst/>
            <a:ahLst/>
            <a:cxnLst/>
            <a:rect l="0" t="0" r="0" b="0"/>
            <a:pathLst>
              <a:path w="12700" h="1816100">
                <a:moveTo>
                  <a:pt x="0" y="1816100"/>
                </a:moveTo>
                <a:lnTo>
                  <a:pt x="12700" y="1816100"/>
                </a:lnTo>
                <a:lnTo>
                  <a:pt x="12700" y="0"/>
                </a:lnTo>
                <a:lnTo>
                  <a:pt x="0" y="0"/>
                </a:lnTo>
                <a:lnTo>
                  <a:pt x="0" y="18161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77" name="Freeform 377"/>
          <p:cNvSpPr/>
          <p:nvPr/>
        </p:nvSpPr>
        <p:spPr>
          <a:xfrm flipV="1">
            <a:off x="11439524" y="2133600"/>
            <a:ext cx="9524" cy="1362074"/>
          </a:xfrm>
          <a:custGeom>
            <a:avLst/>
            <a:gdLst/>
            <a:ahLst/>
            <a:cxnLst/>
            <a:rect l="0" t="0" r="0" b="0"/>
            <a:pathLst>
              <a:path w="12700" h="1816100">
                <a:moveTo>
                  <a:pt x="0" y="1816100"/>
                </a:moveTo>
                <a:lnTo>
                  <a:pt x="12700" y="1816100"/>
                </a:lnTo>
                <a:lnTo>
                  <a:pt x="12700" y="0"/>
                </a:lnTo>
                <a:lnTo>
                  <a:pt x="0" y="0"/>
                </a:lnTo>
                <a:lnTo>
                  <a:pt x="0" y="18161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78" name="Freeform 378"/>
          <p:cNvSpPr/>
          <p:nvPr/>
        </p:nvSpPr>
        <p:spPr>
          <a:xfrm flipV="1">
            <a:off x="752474" y="3495675"/>
            <a:ext cx="9524" cy="1781174"/>
          </a:xfrm>
          <a:custGeom>
            <a:avLst/>
            <a:gdLst/>
            <a:ahLst/>
            <a:cxnLst/>
            <a:rect l="0" t="0" r="0" b="0"/>
            <a:pathLst>
              <a:path w="12700" h="2374900">
                <a:moveTo>
                  <a:pt x="0" y="2374900"/>
                </a:moveTo>
                <a:lnTo>
                  <a:pt x="12700" y="2374900"/>
                </a:lnTo>
                <a:lnTo>
                  <a:pt x="12700" y="0"/>
                </a:lnTo>
                <a:lnTo>
                  <a:pt x="0" y="0"/>
                </a:lnTo>
                <a:lnTo>
                  <a:pt x="0" y="23749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79" name="Freeform 379"/>
          <p:cNvSpPr/>
          <p:nvPr/>
        </p:nvSpPr>
        <p:spPr>
          <a:xfrm flipV="1">
            <a:off x="752474" y="3486150"/>
            <a:ext cx="3657599" cy="9524"/>
          </a:xfrm>
          <a:custGeom>
            <a:avLst/>
            <a:gdLst/>
            <a:ahLst/>
            <a:cxnLst/>
            <a:rect l="0" t="0" r="0" b="0"/>
            <a:pathLst>
              <a:path w="4876800" h="12700">
                <a:moveTo>
                  <a:pt x="0" y="12700"/>
                </a:moveTo>
                <a:lnTo>
                  <a:pt x="4876800" y="12700"/>
                </a:lnTo>
                <a:lnTo>
                  <a:pt x="48768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0" name="Freeform 380"/>
          <p:cNvSpPr/>
          <p:nvPr/>
        </p:nvSpPr>
        <p:spPr>
          <a:xfrm flipV="1">
            <a:off x="4400549" y="3495675"/>
            <a:ext cx="9524" cy="1781174"/>
          </a:xfrm>
          <a:custGeom>
            <a:avLst/>
            <a:gdLst/>
            <a:ahLst/>
            <a:cxnLst/>
            <a:rect l="0" t="0" r="0" b="0"/>
            <a:pathLst>
              <a:path w="12700" h="2374900">
                <a:moveTo>
                  <a:pt x="0" y="2374900"/>
                </a:moveTo>
                <a:lnTo>
                  <a:pt x="12700" y="2374900"/>
                </a:lnTo>
                <a:lnTo>
                  <a:pt x="12700" y="0"/>
                </a:lnTo>
                <a:lnTo>
                  <a:pt x="0" y="0"/>
                </a:lnTo>
                <a:lnTo>
                  <a:pt x="0" y="23749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1" name="Freeform 381"/>
          <p:cNvSpPr/>
          <p:nvPr/>
        </p:nvSpPr>
        <p:spPr>
          <a:xfrm flipV="1">
            <a:off x="4410074" y="3486150"/>
            <a:ext cx="7038974" cy="9524"/>
          </a:xfrm>
          <a:custGeom>
            <a:avLst/>
            <a:gdLst/>
            <a:ahLst/>
            <a:cxnLst/>
            <a:rect l="0" t="0" r="0" b="0"/>
            <a:pathLst>
              <a:path w="9385300" h="12700">
                <a:moveTo>
                  <a:pt x="0" y="12700"/>
                </a:moveTo>
                <a:lnTo>
                  <a:pt x="9385300" y="12700"/>
                </a:lnTo>
                <a:lnTo>
                  <a:pt x="93853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2" name="Freeform 382"/>
          <p:cNvSpPr/>
          <p:nvPr/>
        </p:nvSpPr>
        <p:spPr>
          <a:xfrm flipV="1">
            <a:off x="11439524" y="3495675"/>
            <a:ext cx="9524" cy="1781174"/>
          </a:xfrm>
          <a:custGeom>
            <a:avLst/>
            <a:gdLst/>
            <a:ahLst/>
            <a:cxnLst/>
            <a:rect l="0" t="0" r="0" b="0"/>
            <a:pathLst>
              <a:path w="12700" h="2374900">
                <a:moveTo>
                  <a:pt x="0" y="2374900"/>
                </a:moveTo>
                <a:lnTo>
                  <a:pt x="12700" y="2374900"/>
                </a:lnTo>
                <a:lnTo>
                  <a:pt x="12700" y="0"/>
                </a:lnTo>
                <a:lnTo>
                  <a:pt x="0" y="0"/>
                </a:lnTo>
                <a:lnTo>
                  <a:pt x="0" y="23749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3" name="Freeform 383"/>
          <p:cNvSpPr/>
          <p:nvPr/>
        </p:nvSpPr>
        <p:spPr>
          <a:xfrm flipV="1">
            <a:off x="752474" y="5267325"/>
            <a:ext cx="3657599" cy="9524"/>
          </a:xfrm>
          <a:custGeom>
            <a:avLst/>
            <a:gdLst/>
            <a:ahLst/>
            <a:cxnLst/>
            <a:rect l="0" t="0" r="0" b="0"/>
            <a:pathLst>
              <a:path w="4876800" h="12700">
                <a:moveTo>
                  <a:pt x="0" y="12700"/>
                </a:moveTo>
                <a:lnTo>
                  <a:pt x="4876800" y="12700"/>
                </a:lnTo>
                <a:lnTo>
                  <a:pt x="48768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4" name="Freeform 384"/>
          <p:cNvSpPr/>
          <p:nvPr/>
        </p:nvSpPr>
        <p:spPr>
          <a:xfrm flipV="1">
            <a:off x="4410074" y="5267325"/>
            <a:ext cx="7038974" cy="9524"/>
          </a:xfrm>
          <a:custGeom>
            <a:avLst/>
            <a:gdLst/>
            <a:ahLst/>
            <a:cxnLst/>
            <a:rect l="0" t="0" r="0" b="0"/>
            <a:pathLst>
              <a:path w="9385300" h="12700">
                <a:moveTo>
                  <a:pt x="0" y="12700"/>
                </a:moveTo>
                <a:lnTo>
                  <a:pt x="9385300" y="12700"/>
                </a:lnTo>
                <a:lnTo>
                  <a:pt x="93853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5" name="Freeform 385"/>
          <p:cNvSpPr/>
          <p:nvPr/>
        </p:nvSpPr>
        <p:spPr>
          <a:xfrm flipV="1">
            <a:off x="904875" y="2447925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457200" h="457200">
                <a:moveTo>
                  <a:pt x="457200" y="50800"/>
                </a:moveTo>
                <a:cubicBezTo>
                  <a:pt x="457200" y="22746"/>
                  <a:pt x="434454" y="0"/>
                  <a:pt x="406400" y="0"/>
                </a:cubicBezTo>
                <a:lnTo>
                  <a:pt x="50800" y="0"/>
                </a:lnTo>
                <a:cubicBezTo>
                  <a:pt x="22745" y="0"/>
                  <a:pt x="0" y="22746"/>
                  <a:pt x="0" y="50800"/>
                </a:cubicBezTo>
                <a:lnTo>
                  <a:pt x="0" y="406400"/>
                </a:lnTo>
                <a:cubicBezTo>
                  <a:pt x="0" y="434455"/>
                  <a:pt x="22745" y="457200"/>
                  <a:pt x="50800" y="457200"/>
                </a:cubicBezTo>
                <a:lnTo>
                  <a:pt x="406400" y="457200"/>
                </a:lnTo>
                <a:cubicBezTo>
                  <a:pt x="434454" y="457200"/>
                  <a:pt x="457200" y="434455"/>
                  <a:pt x="457200" y="406400"/>
                </a:cubicBezTo>
                <a:lnTo>
                  <a:pt x="457200" y="50800"/>
                </a:lnTo>
                <a:close/>
                <a:moveTo>
                  <a:pt x="406400" y="457200"/>
                </a:moveTo>
              </a:path>
            </a:pathLst>
          </a:custGeom>
          <a:solidFill>
            <a:srgbClr val="3B88C3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6" name="Freeform 386"/>
          <p:cNvSpPr/>
          <p:nvPr/>
        </p:nvSpPr>
        <p:spPr>
          <a:xfrm flipV="1">
            <a:off x="982333" y="2498198"/>
            <a:ext cx="117042" cy="175103"/>
          </a:xfrm>
          <a:custGeom>
            <a:avLst/>
            <a:gdLst/>
            <a:ahLst/>
            <a:cxnLst/>
            <a:rect l="0" t="0" r="0" b="0"/>
            <a:pathLst>
              <a:path w="193726" h="289827">
                <a:moveTo>
                  <a:pt x="177978" y="217767"/>
                </a:moveTo>
                <a:cubicBezTo>
                  <a:pt x="177978" y="192951"/>
                  <a:pt x="167361" y="171298"/>
                  <a:pt x="145694" y="157519"/>
                </a:cubicBezTo>
                <a:cubicBezTo>
                  <a:pt x="174041" y="144514"/>
                  <a:pt x="193726" y="118136"/>
                  <a:pt x="193726" y="87033"/>
                </a:cubicBezTo>
                <a:cubicBezTo>
                  <a:pt x="193726" y="39777"/>
                  <a:pt x="150419" y="0"/>
                  <a:pt x="94501" y="0"/>
                </a:cubicBezTo>
                <a:cubicBezTo>
                  <a:pt x="36220" y="0"/>
                  <a:pt x="0" y="42926"/>
                  <a:pt x="0" y="74029"/>
                </a:cubicBezTo>
                <a:cubicBezTo>
                  <a:pt x="0" y="89383"/>
                  <a:pt x="16154" y="100407"/>
                  <a:pt x="30328" y="100407"/>
                </a:cubicBezTo>
                <a:cubicBezTo>
                  <a:pt x="57099" y="100407"/>
                  <a:pt x="50800" y="54331"/>
                  <a:pt x="95301" y="54331"/>
                </a:cubicBezTo>
                <a:cubicBezTo>
                  <a:pt x="115773" y="54331"/>
                  <a:pt x="132321" y="70079"/>
                  <a:pt x="132321" y="90958"/>
                </a:cubicBezTo>
                <a:cubicBezTo>
                  <a:pt x="132321" y="146088"/>
                  <a:pt x="65367" y="105525"/>
                  <a:pt x="65367" y="151994"/>
                </a:cubicBezTo>
                <a:cubicBezTo>
                  <a:pt x="65367" y="193332"/>
                  <a:pt x="121272" y="165380"/>
                  <a:pt x="121272" y="209093"/>
                </a:cubicBezTo>
                <a:cubicBezTo>
                  <a:pt x="121272" y="224066"/>
                  <a:pt x="110655" y="235484"/>
                  <a:pt x="92926" y="235484"/>
                </a:cubicBezTo>
                <a:cubicBezTo>
                  <a:pt x="55524" y="235484"/>
                  <a:pt x="60643" y="196901"/>
                  <a:pt x="33858" y="196901"/>
                </a:cubicBezTo>
                <a:cubicBezTo>
                  <a:pt x="17717" y="196901"/>
                  <a:pt x="8268" y="211468"/>
                  <a:pt x="8268" y="226035"/>
                </a:cubicBezTo>
                <a:cubicBezTo>
                  <a:pt x="8268" y="256744"/>
                  <a:pt x="50394" y="289827"/>
                  <a:pt x="94107" y="289827"/>
                </a:cubicBezTo>
                <a:cubicBezTo>
                  <a:pt x="150825" y="289827"/>
                  <a:pt x="177978" y="248476"/>
                  <a:pt x="177978" y="217767"/>
                </a:cubicBezTo>
                <a:lnTo>
                  <a:pt x="177978" y="217767"/>
                </a:lnTo>
                <a:close/>
                <a:moveTo>
                  <a:pt x="27064" y="373037"/>
                </a:moveTo>
              </a:path>
            </a:pathLst>
          </a:custGeom>
          <a:solidFill>
            <a:srgbClr val="FFFFFF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7" name="Freeform 387"/>
          <p:cNvSpPr/>
          <p:nvPr/>
        </p:nvSpPr>
        <p:spPr>
          <a:xfrm flipV="1">
            <a:off x="904875" y="3609975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457200" h="457200">
                <a:moveTo>
                  <a:pt x="457200" y="50800"/>
                </a:moveTo>
                <a:cubicBezTo>
                  <a:pt x="457200" y="22746"/>
                  <a:pt x="434454" y="0"/>
                  <a:pt x="406400" y="0"/>
                </a:cubicBezTo>
                <a:lnTo>
                  <a:pt x="50800" y="0"/>
                </a:lnTo>
                <a:cubicBezTo>
                  <a:pt x="22745" y="0"/>
                  <a:pt x="0" y="22746"/>
                  <a:pt x="0" y="50800"/>
                </a:cubicBezTo>
                <a:lnTo>
                  <a:pt x="0" y="406400"/>
                </a:lnTo>
                <a:cubicBezTo>
                  <a:pt x="0" y="434455"/>
                  <a:pt x="22745" y="457200"/>
                  <a:pt x="50800" y="457200"/>
                </a:cubicBezTo>
                <a:lnTo>
                  <a:pt x="406400" y="457200"/>
                </a:lnTo>
                <a:cubicBezTo>
                  <a:pt x="434454" y="457200"/>
                  <a:pt x="457200" y="434455"/>
                  <a:pt x="457200" y="406400"/>
                </a:cubicBezTo>
                <a:lnTo>
                  <a:pt x="457200" y="50800"/>
                </a:lnTo>
                <a:close/>
                <a:moveTo>
                  <a:pt x="406400" y="457200"/>
                </a:moveTo>
              </a:path>
            </a:pathLst>
          </a:custGeom>
          <a:solidFill>
            <a:srgbClr val="3B88C3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88" name="Picture 388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58154" y="3647548"/>
            <a:ext cx="154343" cy="199076"/>
          </a:xfrm>
          <a:prstGeom prst="rect">
            <a:avLst/>
          </a:prstGeom>
          <a:noFill/>
        </p:spPr>
      </p:pic>
      <p:sp>
        <p:nvSpPr>
          <p:cNvPr id="389" name="Rectangle 389"/>
          <p:cNvSpPr/>
          <p:nvPr/>
        </p:nvSpPr>
        <p:spPr>
          <a:xfrm>
            <a:off x="881062" y="1689483"/>
            <a:ext cx="8006364" cy="149195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673893">
              <a:tabLst>
                <a:tab pos="6075758" algn="l"/>
              </a:tabLst>
            </a:pP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Exampl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Prompt	What'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Wrong?</a:t>
            </a:r>
          </a:p>
          <a:p>
            <a:pPr marL="377807">
              <a:lnSpc>
                <a:spcPts val="5849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“Mak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ea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schedul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fo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my</a:t>
            </a:r>
          </a:p>
          <a:p>
            <a:pPr marL="0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week.”</a:t>
            </a:r>
          </a:p>
        </p:txBody>
      </p:sp>
      <p:sp>
        <p:nvSpPr>
          <p:cNvPr id="390" name="Rectangle 390"/>
          <p:cNvSpPr/>
          <p:nvPr/>
        </p:nvSpPr>
        <p:spPr>
          <a:xfrm>
            <a:off x="4537173" y="2232408"/>
            <a:ext cx="6542446" cy="115858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0" i="0" spc="505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contex</a:t>
            </a:r>
            <a:r>
              <a:rPr lang="en-GB" sz="2174" b="1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abou</a:t>
            </a:r>
            <a:r>
              <a:rPr lang="en-GB" sz="2174" b="0" i="0" spc="505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wha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shoul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b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scheduled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priorities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,</a:t>
            </a:r>
          </a:p>
          <a:p>
            <a:pPr marL="0">
              <a:lnSpc>
                <a:spcPts val="3225"/>
              </a:lnSpc>
            </a:pP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times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constraints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objectives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.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Withou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context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the</a:t>
            </a:r>
          </a:p>
          <a:p>
            <a:pPr marL="0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mode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l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wil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l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inven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detail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produc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ea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generi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c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template.</a:t>
            </a:r>
          </a:p>
        </p:txBody>
      </p:sp>
      <p:sp>
        <p:nvSpPr>
          <p:cNvPr id="391" name="Rectangle 391"/>
          <p:cNvSpPr/>
          <p:nvPr/>
        </p:nvSpPr>
        <p:spPr>
          <a:xfrm>
            <a:off x="881062" y="3594483"/>
            <a:ext cx="3293747" cy="157768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377807"/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“I'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m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reall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strugglin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g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and</a:t>
            </a:r>
          </a:p>
          <a:p>
            <a:pPr marL="0">
              <a:lnSpc>
                <a:spcPts val="3300"/>
              </a:lnSpc>
            </a:pP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I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don'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kno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w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wha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do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.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I'm</a:t>
            </a:r>
          </a:p>
          <a:p>
            <a:pPr marL="0">
              <a:lnSpc>
                <a:spcPts val="32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stresse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about</a:t>
            </a:r>
          </a:p>
          <a:p>
            <a:pPr marL="0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everything.”</a:t>
            </a:r>
          </a:p>
        </p:txBody>
      </p:sp>
      <p:sp>
        <p:nvSpPr>
          <p:cNvPr id="392" name="Rectangle 392"/>
          <p:cNvSpPr/>
          <p:nvPr/>
        </p:nvSpPr>
        <p:spPr>
          <a:xfrm>
            <a:off x="4537173" y="3594483"/>
            <a:ext cx="6212850" cy="157768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Spea</a:t>
            </a:r>
            <a:r>
              <a:rPr lang="en-GB" sz="2174" b="1" i="0" spc="494" baseline="0" dirty="0">
                <a:solidFill>
                  <a:srgbClr val="1F2328"/>
                </a:solidFill>
                <a:latin typeface="Arial"/>
              </a:rPr>
              <a:t>k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1" i="0" spc="494" baseline="0" dirty="0">
                <a:solidFill>
                  <a:srgbClr val="1F2328"/>
                </a:solidFill>
                <a:latin typeface="Arial"/>
              </a:rPr>
              <a:t>a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rea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l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person</a:t>
            </a:r>
            <a:r>
              <a:rPr lang="en-GB" sz="2174" b="1" i="0" spc="373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no</a:t>
            </a:r>
            <a:r>
              <a:rPr lang="en-GB" sz="2174" b="1" i="0" spc="49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AI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.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Reac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h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ou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Student</a:t>
            </a:r>
          </a:p>
          <a:p>
            <a:pPr marL="0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Well-Bein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g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(availabl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24/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7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vi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a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ask.herts.ac.uk)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your</a:t>
            </a:r>
          </a:p>
          <a:p>
            <a:pPr marL="0">
              <a:lnSpc>
                <a:spcPts val="32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programm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tea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m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(wor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k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hours)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HAS-Busines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for</a:t>
            </a:r>
          </a:p>
          <a:p>
            <a:pPr marL="0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academi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c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skill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suppor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fo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coursework.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Freeform 393"/>
          <p:cNvSpPr/>
          <p:nvPr/>
        </p:nvSpPr>
        <p:spPr>
          <a:xfrm flipV="1">
            <a:off x="0" y="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94" name="Freeform 394"/>
          <p:cNvSpPr/>
          <p:nvPr/>
        </p:nvSpPr>
        <p:spPr>
          <a:xfrm flipV="1">
            <a:off x="0" y="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95" name="Picture 39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25500" y="3159521"/>
            <a:ext cx="538246" cy="548879"/>
          </a:xfrm>
          <a:prstGeom prst="rect">
            <a:avLst/>
          </a:prstGeom>
          <a:noFill/>
        </p:spPr>
      </p:pic>
      <p:sp>
        <p:nvSpPr>
          <p:cNvPr id="396" name="Freeform 396"/>
          <p:cNvSpPr/>
          <p:nvPr/>
        </p:nvSpPr>
        <p:spPr>
          <a:xfrm flipV="1">
            <a:off x="930808" y="3438011"/>
            <a:ext cx="160083" cy="163563"/>
          </a:xfrm>
          <a:custGeom>
            <a:avLst/>
            <a:gdLst/>
            <a:ahLst/>
            <a:cxnLst/>
            <a:rect l="0" t="0" r="0" b="0"/>
            <a:pathLst>
              <a:path w="101600" h="101600">
                <a:moveTo>
                  <a:pt x="101600" y="50800"/>
                </a:moveTo>
                <a:cubicBezTo>
                  <a:pt x="101600" y="47465"/>
                  <a:pt x="101274" y="44161"/>
                  <a:pt x="100624" y="40890"/>
                </a:cubicBezTo>
                <a:cubicBezTo>
                  <a:pt x="99973" y="37618"/>
                  <a:pt x="99009" y="34442"/>
                  <a:pt x="97733" y="31360"/>
                </a:cubicBezTo>
                <a:cubicBezTo>
                  <a:pt x="96456" y="28279"/>
                  <a:pt x="94892" y="25351"/>
                  <a:pt x="93038" y="22578"/>
                </a:cubicBezTo>
                <a:cubicBezTo>
                  <a:pt x="91185" y="19804"/>
                  <a:pt x="89079" y="17238"/>
                  <a:pt x="86721" y="14879"/>
                </a:cubicBezTo>
                <a:cubicBezTo>
                  <a:pt x="84362" y="12521"/>
                  <a:pt x="81796" y="10415"/>
                  <a:pt x="79023" y="8562"/>
                </a:cubicBezTo>
                <a:cubicBezTo>
                  <a:pt x="76249" y="6709"/>
                  <a:pt x="73322" y="5144"/>
                  <a:pt x="70240" y="3867"/>
                </a:cubicBezTo>
                <a:cubicBezTo>
                  <a:pt x="67158" y="2591"/>
                  <a:pt x="63982" y="1627"/>
                  <a:pt x="60710" y="977"/>
                </a:cubicBezTo>
                <a:cubicBezTo>
                  <a:pt x="57439" y="326"/>
                  <a:pt x="54135" y="1"/>
                  <a:pt x="50800" y="0"/>
                </a:cubicBezTo>
                <a:cubicBezTo>
                  <a:pt x="47464" y="1"/>
                  <a:pt x="44161" y="326"/>
                  <a:pt x="40889" y="977"/>
                </a:cubicBezTo>
                <a:cubicBezTo>
                  <a:pt x="37618" y="1627"/>
                  <a:pt x="34441" y="2591"/>
                  <a:pt x="31359" y="3867"/>
                </a:cubicBezTo>
                <a:cubicBezTo>
                  <a:pt x="28278" y="5144"/>
                  <a:pt x="25350" y="6709"/>
                  <a:pt x="22577" y="8562"/>
                </a:cubicBezTo>
                <a:cubicBezTo>
                  <a:pt x="19803" y="10415"/>
                  <a:pt x="17237" y="12521"/>
                  <a:pt x="14879" y="14879"/>
                </a:cubicBezTo>
                <a:cubicBezTo>
                  <a:pt x="12520" y="17238"/>
                  <a:pt x="10414" y="19804"/>
                  <a:pt x="8561" y="22578"/>
                </a:cubicBezTo>
                <a:cubicBezTo>
                  <a:pt x="6708" y="25351"/>
                  <a:pt x="5143" y="28279"/>
                  <a:pt x="3867" y="31360"/>
                </a:cubicBezTo>
                <a:cubicBezTo>
                  <a:pt x="2590" y="34442"/>
                  <a:pt x="1627" y="37618"/>
                  <a:pt x="976" y="40890"/>
                </a:cubicBezTo>
                <a:cubicBezTo>
                  <a:pt x="325" y="44161"/>
                  <a:pt x="0" y="47465"/>
                  <a:pt x="0" y="50800"/>
                </a:cubicBezTo>
                <a:cubicBezTo>
                  <a:pt x="0" y="54136"/>
                  <a:pt x="325" y="57440"/>
                  <a:pt x="976" y="60711"/>
                </a:cubicBezTo>
                <a:cubicBezTo>
                  <a:pt x="1627" y="63983"/>
                  <a:pt x="2590" y="67159"/>
                  <a:pt x="3867" y="70241"/>
                </a:cubicBezTo>
                <a:cubicBezTo>
                  <a:pt x="5143" y="73323"/>
                  <a:pt x="6708" y="76250"/>
                  <a:pt x="8561" y="79023"/>
                </a:cubicBezTo>
                <a:cubicBezTo>
                  <a:pt x="10414" y="81797"/>
                  <a:pt x="12520" y="84363"/>
                  <a:pt x="14879" y="86722"/>
                </a:cubicBezTo>
                <a:cubicBezTo>
                  <a:pt x="17237" y="89080"/>
                  <a:pt x="19803" y="91186"/>
                  <a:pt x="22577" y="93039"/>
                </a:cubicBezTo>
                <a:cubicBezTo>
                  <a:pt x="25350" y="94892"/>
                  <a:pt x="28278" y="96457"/>
                  <a:pt x="31359" y="97734"/>
                </a:cubicBezTo>
                <a:cubicBezTo>
                  <a:pt x="34441" y="99010"/>
                  <a:pt x="37618" y="99974"/>
                  <a:pt x="40889" y="100624"/>
                </a:cubicBezTo>
                <a:cubicBezTo>
                  <a:pt x="44161" y="101275"/>
                  <a:pt x="47464" y="101600"/>
                  <a:pt x="50800" y="101600"/>
                </a:cubicBezTo>
                <a:cubicBezTo>
                  <a:pt x="54135" y="101600"/>
                  <a:pt x="57439" y="101275"/>
                  <a:pt x="60710" y="100624"/>
                </a:cubicBezTo>
                <a:cubicBezTo>
                  <a:pt x="63982" y="99974"/>
                  <a:pt x="67158" y="99010"/>
                  <a:pt x="70240" y="97734"/>
                </a:cubicBezTo>
                <a:cubicBezTo>
                  <a:pt x="73322" y="96457"/>
                  <a:pt x="76249" y="94892"/>
                  <a:pt x="79023" y="93039"/>
                </a:cubicBezTo>
                <a:cubicBezTo>
                  <a:pt x="81796" y="91186"/>
                  <a:pt x="84362" y="89080"/>
                  <a:pt x="86721" y="86722"/>
                </a:cubicBezTo>
                <a:cubicBezTo>
                  <a:pt x="89079" y="84363"/>
                  <a:pt x="91185" y="81797"/>
                  <a:pt x="93038" y="79023"/>
                </a:cubicBezTo>
                <a:cubicBezTo>
                  <a:pt x="94892" y="76250"/>
                  <a:pt x="96456" y="73323"/>
                  <a:pt x="97733" y="70241"/>
                </a:cubicBezTo>
                <a:cubicBezTo>
                  <a:pt x="99009" y="67159"/>
                  <a:pt x="99973" y="63983"/>
                  <a:pt x="100624" y="60711"/>
                </a:cubicBezTo>
                <a:cubicBezTo>
                  <a:pt x="101274" y="57440"/>
                  <a:pt x="101600" y="54136"/>
                  <a:pt x="101600" y="50800"/>
                </a:cubicBezTo>
                <a:close/>
                <a:moveTo>
                  <a:pt x="279413" y="393700"/>
                </a:moveTo>
              </a:path>
            </a:pathLst>
          </a:custGeom>
          <a:solidFill>
            <a:srgbClr val="FFCC4D">
              <a:alpha val="100000"/>
            </a:srgbClr>
          </a:solidFill>
          <a:ln w="2001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97" name="Picture 397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94224" y="2955067"/>
            <a:ext cx="569605" cy="581435"/>
          </a:xfrm>
          <a:prstGeom prst="rect">
            <a:avLst/>
          </a:prstGeom>
          <a:noFill/>
        </p:spPr>
      </p:pic>
      <p:sp>
        <p:nvSpPr>
          <p:cNvPr id="398" name="Freeform 398"/>
          <p:cNvSpPr/>
          <p:nvPr/>
        </p:nvSpPr>
        <p:spPr>
          <a:xfrm flipV="1">
            <a:off x="1298179" y="3069994"/>
            <a:ext cx="152899" cy="156202"/>
          </a:xfrm>
          <a:custGeom>
            <a:avLst/>
            <a:gdLst/>
            <a:ahLst/>
            <a:cxnLst/>
            <a:rect l="0" t="0" r="0" b="0"/>
            <a:pathLst>
              <a:path w="97041" h="97028">
                <a:moveTo>
                  <a:pt x="46241" y="97028"/>
                </a:moveTo>
                <a:cubicBezTo>
                  <a:pt x="25629" y="97028"/>
                  <a:pt x="7976" y="84697"/>
                  <a:pt x="0" y="67056"/>
                </a:cubicBezTo>
                <a:cubicBezTo>
                  <a:pt x="6376" y="69939"/>
                  <a:pt x="13399" y="71628"/>
                  <a:pt x="20841" y="71628"/>
                </a:cubicBezTo>
                <a:cubicBezTo>
                  <a:pt x="48895" y="71628"/>
                  <a:pt x="71641" y="48883"/>
                  <a:pt x="71641" y="20828"/>
                </a:cubicBezTo>
                <a:cubicBezTo>
                  <a:pt x="71641" y="13386"/>
                  <a:pt x="69952" y="6363"/>
                  <a:pt x="67082" y="0"/>
                </a:cubicBezTo>
                <a:cubicBezTo>
                  <a:pt x="84722" y="7963"/>
                  <a:pt x="97041" y="25616"/>
                  <a:pt x="97041" y="46228"/>
                </a:cubicBezTo>
                <a:cubicBezTo>
                  <a:pt x="97041" y="74283"/>
                  <a:pt x="74295" y="97028"/>
                  <a:pt x="46241" y="97028"/>
                </a:cubicBezTo>
                <a:close/>
                <a:moveTo>
                  <a:pt x="-233146" y="160528"/>
                </a:moveTo>
              </a:path>
            </a:pathLst>
          </a:custGeom>
          <a:solidFill>
            <a:srgbClr val="000000">
              <a:alpha val="100000"/>
            </a:srgbClr>
          </a:solidFill>
          <a:ln w="2001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99" name="Picture 399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78159" y="3219425"/>
            <a:ext cx="326957" cy="333512"/>
          </a:xfrm>
          <a:prstGeom prst="rect">
            <a:avLst/>
          </a:prstGeom>
          <a:noFill/>
        </p:spPr>
      </p:pic>
      <p:sp>
        <p:nvSpPr>
          <p:cNvPr id="400" name="Rectangle 400"/>
          <p:cNvSpPr/>
          <p:nvPr/>
        </p:nvSpPr>
        <p:spPr>
          <a:xfrm>
            <a:off x="1738685" y="2933277"/>
            <a:ext cx="9700002" cy="867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5721" b="1" i="0" spc="0" baseline="0" dirty="0">
                <a:solidFill>
                  <a:srgbClr val="224466"/>
                </a:solidFill>
                <a:latin typeface="Arial"/>
              </a:rPr>
              <a:t>Promptin</a:t>
            </a:r>
            <a:r>
              <a:rPr lang="en-GB" sz="5721" b="1" i="0" spc="1232" baseline="0" dirty="0">
                <a:solidFill>
                  <a:srgbClr val="224466"/>
                </a:solidFill>
                <a:latin typeface="Arial"/>
              </a:rPr>
              <a:t>g</a:t>
            </a:r>
            <a:r>
              <a:rPr lang="en-GB" sz="5721" b="1" i="0" spc="0" baseline="0" dirty="0">
                <a:solidFill>
                  <a:srgbClr val="224466"/>
                </a:solidFill>
                <a:latin typeface="Arial"/>
              </a:rPr>
              <a:t>tha</a:t>
            </a:r>
            <a:r>
              <a:rPr lang="en-GB" sz="5721" b="1" i="0" spc="1234" baseline="0" dirty="0">
                <a:solidFill>
                  <a:srgbClr val="224466"/>
                </a:solidFill>
                <a:latin typeface="Arial"/>
              </a:rPr>
              <a:t>t</a:t>
            </a:r>
            <a:r>
              <a:rPr lang="en-GB" sz="5721" b="1" i="0" spc="0" baseline="0" dirty="0">
                <a:solidFill>
                  <a:srgbClr val="224466"/>
                </a:solidFill>
                <a:latin typeface="Arial"/>
              </a:rPr>
              <a:t>actuall</a:t>
            </a:r>
            <a:r>
              <a:rPr lang="en-GB" sz="5721" b="1" i="0" spc="1234" baseline="0" dirty="0">
                <a:solidFill>
                  <a:srgbClr val="224466"/>
                </a:solidFill>
                <a:latin typeface="Arial"/>
              </a:rPr>
              <a:t>y</a:t>
            </a:r>
            <a:r>
              <a:rPr lang="en-GB" sz="5721" b="1" i="0" spc="0" baseline="0" dirty="0">
                <a:solidFill>
                  <a:srgbClr val="224466"/>
                </a:solidFill>
                <a:latin typeface="Arial"/>
              </a:rPr>
              <a:t>works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Freeform 401"/>
          <p:cNvSpPr/>
          <p:nvPr/>
        </p:nvSpPr>
        <p:spPr>
          <a:xfrm flipV="1">
            <a:off x="0" y="-1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2" name="Freeform 402"/>
          <p:cNvSpPr/>
          <p:nvPr/>
        </p:nvSpPr>
        <p:spPr>
          <a:xfrm flipV="1">
            <a:off x="0" y="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03" name="Picture 403"/>
          <p:cNvPicPr>
            <a:picLocks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95999" y="-3487"/>
            <a:ext cx="6096000" cy="6861529"/>
          </a:xfrm>
          <a:prstGeom prst="rect">
            <a:avLst/>
          </a:prstGeom>
          <a:noFill/>
        </p:spPr>
      </p:pic>
      <p:sp>
        <p:nvSpPr>
          <p:cNvPr id="404" name="Rectangle 404"/>
          <p:cNvSpPr/>
          <p:nvPr/>
        </p:nvSpPr>
        <p:spPr>
          <a:xfrm>
            <a:off x="747712" y="925583"/>
            <a:ext cx="4585935" cy="493335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4762"/>
            <a:r>
              <a:rPr lang="en-GB" sz="8080" b="1" i="0" spc="0" baseline="0" dirty="0">
                <a:solidFill>
                  <a:srgbClr val="224466"/>
                </a:solidFill>
                <a:latin typeface="Arial"/>
              </a:rPr>
              <a:t>CRAFT(</a:t>
            </a:r>
            <a:r>
              <a:rPr lang="en-GB" sz="8080" b="1" i="1" spc="0" baseline="0" dirty="0">
                <a:solidFill>
                  <a:srgbClr val="224466"/>
                </a:solidFill>
                <a:latin typeface="Arial"/>
              </a:rPr>
              <a:t>e</a:t>
            </a:r>
            <a:r>
              <a:rPr lang="en-GB" sz="8080" b="1" i="0" spc="0" baseline="0" dirty="0">
                <a:solidFill>
                  <a:srgbClr val="224466"/>
                </a:solidFill>
                <a:latin typeface="Arial"/>
              </a:rPr>
              <a:t>)</a:t>
            </a:r>
          </a:p>
          <a:p>
            <a:pPr marL="0">
              <a:lnSpc>
                <a:spcPts val="7669"/>
              </a:lnSpc>
            </a:pPr>
            <a:r>
              <a:rPr lang="en-GB" sz="2827" b="1" i="0" spc="622" baseline="0" dirty="0">
                <a:solidFill>
                  <a:srgbClr val="4488CC"/>
                </a:solidFill>
                <a:latin typeface="Arial"/>
              </a:rPr>
              <a:t>C</a:t>
            </a:r>
            <a:r>
              <a:rPr lang="en-GB" sz="2827" b="1" i="0" spc="0" baseline="0" dirty="0">
                <a:solidFill>
                  <a:srgbClr val="1F2328"/>
                </a:solidFill>
                <a:latin typeface="Arial"/>
              </a:rPr>
              <a:t>ontext</a:t>
            </a:r>
          </a:p>
          <a:p>
            <a:pPr marL="0">
              <a:lnSpc>
                <a:spcPts val="3525"/>
              </a:lnSpc>
            </a:pPr>
            <a:r>
              <a:rPr lang="en-GB" sz="2827" b="1" i="0" spc="622" baseline="0" dirty="0">
                <a:solidFill>
                  <a:srgbClr val="4488CC"/>
                </a:solidFill>
                <a:latin typeface="Arial"/>
              </a:rPr>
              <a:t>R</a:t>
            </a:r>
            <a:r>
              <a:rPr lang="en-GB" sz="2827" b="1" i="0" spc="0" baseline="0" dirty="0">
                <a:solidFill>
                  <a:srgbClr val="1F2328"/>
                </a:solidFill>
                <a:latin typeface="Arial"/>
              </a:rPr>
              <a:t>ole</a:t>
            </a:r>
          </a:p>
          <a:p>
            <a:pPr marL="0">
              <a:lnSpc>
                <a:spcPts val="3525"/>
              </a:lnSpc>
            </a:pPr>
            <a:r>
              <a:rPr lang="en-GB" sz="2827" b="1" i="0" spc="622" baseline="0" dirty="0">
                <a:solidFill>
                  <a:srgbClr val="4488CC"/>
                </a:solidFill>
                <a:latin typeface="Arial"/>
              </a:rPr>
              <a:t>A</a:t>
            </a:r>
            <a:r>
              <a:rPr lang="en-GB" sz="2827" b="1" i="0" spc="0" baseline="0" dirty="0">
                <a:solidFill>
                  <a:srgbClr val="1F2328"/>
                </a:solidFill>
                <a:latin typeface="Arial"/>
              </a:rPr>
              <a:t>ction</a:t>
            </a:r>
          </a:p>
          <a:p>
            <a:pPr marL="0">
              <a:lnSpc>
                <a:spcPts val="3525"/>
              </a:lnSpc>
            </a:pPr>
            <a:r>
              <a:rPr lang="en-GB" sz="2827" b="1" i="0" spc="622" baseline="0" dirty="0">
                <a:solidFill>
                  <a:srgbClr val="4488CC"/>
                </a:solidFill>
                <a:latin typeface="Arial"/>
              </a:rPr>
              <a:t>F</a:t>
            </a:r>
            <a:r>
              <a:rPr lang="en-GB" sz="2827" b="1" i="0" spc="0" baseline="0" dirty="0">
                <a:solidFill>
                  <a:srgbClr val="1F2328"/>
                </a:solidFill>
                <a:latin typeface="Arial"/>
              </a:rPr>
              <a:t>ormat</a:t>
            </a:r>
          </a:p>
          <a:p>
            <a:pPr marL="0">
              <a:lnSpc>
                <a:spcPts val="3525"/>
              </a:lnSpc>
            </a:pPr>
            <a:r>
              <a:rPr lang="en-GB" sz="2827" b="1" i="0" spc="622" baseline="0" dirty="0">
                <a:solidFill>
                  <a:srgbClr val="4488CC"/>
                </a:solidFill>
                <a:latin typeface="Arial"/>
              </a:rPr>
              <a:t>T</a:t>
            </a:r>
            <a:r>
              <a:rPr lang="en-GB" sz="2827" b="1" i="0" spc="0" baseline="0" dirty="0">
                <a:solidFill>
                  <a:srgbClr val="1F2328"/>
                </a:solidFill>
                <a:latin typeface="Arial"/>
              </a:rPr>
              <a:t>arge</a:t>
            </a:r>
            <a:r>
              <a:rPr lang="en-GB" sz="2827" b="1" i="0" spc="622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827" b="1" i="0" spc="0" baseline="0" dirty="0">
                <a:solidFill>
                  <a:srgbClr val="1F2328"/>
                </a:solidFill>
                <a:latin typeface="Arial"/>
              </a:rPr>
              <a:t>audience</a:t>
            </a:r>
          </a:p>
          <a:p>
            <a:pPr marL="0">
              <a:lnSpc>
                <a:spcPts val="7424"/>
              </a:lnSpc>
            </a:pPr>
            <a:r>
              <a:rPr lang="en-GB" sz="2827" b="1" i="0" spc="0" baseline="0" dirty="0">
                <a:solidFill>
                  <a:srgbClr val="1F2328"/>
                </a:solidFill>
                <a:latin typeface="Arial"/>
              </a:rPr>
              <a:t>(</a:t>
            </a:r>
            <a:r>
              <a:rPr lang="en-GB" sz="2827" b="1" i="0" spc="621" baseline="0" dirty="0">
                <a:solidFill>
                  <a:srgbClr val="4488CC"/>
                </a:solidFill>
                <a:latin typeface="Arial"/>
              </a:rPr>
              <a:t>e</a:t>
            </a:r>
            <a:r>
              <a:rPr lang="en-GB" sz="2827" b="1" i="0" spc="0" baseline="0" dirty="0">
                <a:solidFill>
                  <a:srgbClr val="1F2328"/>
                </a:solidFill>
                <a:latin typeface="Arial"/>
              </a:rPr>
              <a:t>xamples</a:t>
            </a:r>
            <a:r>
              <a:rPr lang="en-GB" sz="2827" b="1" i="0" spc="464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827" b="1" i="0" spc="0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827" b="1" i="0" spc="621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827" b="1" i="0" spc="0" baseline="0" dirty="0">
                <a:solidFill>
                  <a:srgbClr val="1F2328"/>
                </a:solidFill>
                <a:latin typeface="Arial"/>
              </a:rPr>
              <a:t>templates)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Freeform 405"/>
          <p:cNvSpPr/>
          <p:nvPr/>
        </p:nvSpPr>
        <p:spPr>
          <a:xfrm flipV="1">
            <a:off x="0" y="-8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6" name="Freeform 406"/>
          <p:cNvSpPr/>
          <p:nvPr/>
        </p:nvSpPr>
        <p:spPr>
          <a:xfrm flipV="1">
            <a:off x="0" y="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07" name="Picture 407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127500" y="816505"/>
            <a:ext cx="335491" cy="339195"/>
          </a:xfrm>
          <a:prstGeom prst="rect">
            <a:avLst/>
          </a:prstGeom>
          <a:noFill/>
        </p:spPr>
      </p:pic>
      <p:sp>
        <p:nvSpPr>
          <p:cNvPr id="408" name="Freeform 408"/>
          <p:cNvSpPr/>
          <p:nvPr/>
        </p:nvSpPr>
        <p:spPr>
          <a:xfrm flipV="1">
            <a:off x="4194691" y="990865"/>
            <a:ext cx="97366" cy="99483"/>
          </a:xfrm>
          <a:custGeom>
            <a:avLst/>
            <a:gdLst/>
            <a:ahLst/>
            <a:cxnLst/>
            <a:rect l="0" t="0" r="0" b="0"/>
            <a:pathLst>
              <a:path w="101600" h="101600">
                <a:moveTo>
                  <a:pt x="101600" y="50800"/>
                </a:moveTo>
                <a:cubicBezTo>
                  <a:pt x="101600" y="44064"/>
                  <a:pt x="100311" y="37584"/>
                  <a:pt x="97733" y="31360"/>
                </a:cubicBezTo>
                <a:cubicBezTo>
                  <a:pt x="95155" y="25136"/>
                  <a:pt x="91484" y="19643"/>
                  <a:pt x="86721" y="14879"/>
                </a:cubicBezTo>
                <a:cubicBezTo>
                  <a:pt x="81957" y="10116"/>
                  <a:pt x="76464" y="6445"/>
                  <a:pt x="70240" y="3867"/>
                </a:cubicBezTo>
                <a:cubicBezTo>
                  <a:pt x="64016" y="1289"/>
                  <a:pt x="57536" y="1"/>
                  <a:pt x="50800" y="0"/>
                </a:cubicBezTo>
                <a:cubicBezTo>
                  <a:pt x="44063" y="1"/>
                  <a:pt x="37583" y="1289"/>
                  <a:pt x="31359" y="3867"/>
                </a:cubicBezTo>
                <a:cubicBezTo>
                  <a:pt x="25136" y="6445"/>
                  <a:pt x="19642" y="10116"/>
                  <a:pt x="14879" y="14879"/>
                </a:cubicBezTo>
                <a:cubicBezTo>
                  <a:pt x="10115" y="19643"/>
                  <a:pt x="6445" y="25136"/>
                  <a:pt x="3867" y="31360"/>
                </a:cubicBezTo>
                <a:cubicBezTo>
                  <a:pt x="1289" y="37584"/>
                  <a:pt x="0" y="44064"/>
                  <a:pt x="0" y="50800"/>
                </a:cubicBezTo>
                <a:cubicBezTo>
                  <a:pt x="0" y="57537"/>
                  <a:pt x="1289" y="64017"/>
                  <a:pt x="3867" y="70241"/>
                </a:cubicBezTo>
                <a:cubicBezTo>
                  <a:pt x="6445" y="76465"/>
                  <a:pt x="10115" y="81958"/>
                  <a:pt x="14879" y="86722"/>
                </a:cubicBezTo>
                <a:cubicBezTo>
                  <a:pt x="19642" y="91485"/>
                  <a:pt x="25136" y="95156"/>
                  <a:pt x="31359" y="97734"/>
                </a:cubicBezTo>
                <a:cubicBezTo>
                  <a:pt x="37583" y="100312"/>
                  <a:pt x="44063" y="101600"/>
                  <a:pt x="50800" y="101600"/>
                </a:cubicBezTo>
                <a:cubicBezTo>
                  <a:pt x="57536" y="101600"/>
                  <a:pt x="64016" y="100312"/>
                  <a:pt x="70240" y="97734"/>
                </a:cubicBezTo>
                <a:cubicBezTo>
                  <a:pt x="76464" y="95156"/>
                  <a:pt x="81957" y="91485"/>
                  <a:pt x="86721" y="86722"/>
                </a:cubicBezTo>
                <a:cubicBezTo>
                  <a:pt x="91484" y="81958"/>
                  <a:pt x="95155" y="76465"/>
                  <a:pt x="97733" y="70241"/>
                </a:cubicBezTo>
                <a:cubicBezTo>
                  <a:pt x="100311" y="64017"/>
                  <a:pt x="101600" y="57537"/>
                  <a:pt x="101600" y="50800"/>
                </a:cubicBezTo>
                <a:close/>
                <a:moveTo>
                  <a:pt x="279413" y="393700"/>
                </a:moveTo>
              </a:path>
            </a:pathLst>
          </a:custGeom>
          <a:solidFill>
            <a:srgbClr val="FFCC4D">
              <a:alpha val="100000"/>
            </a:srgbClr>
          </a:solidFill>
          <a:ln w="1217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09" name="Picture 409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28288" y="692150"/>
            <a:ext cx="356399" cy="363596"/>
          </a:xfrm>
          <a:prstGeom prst="rect">
            <a:avLst/>
          </a:prstGeom>
          <a:noFill/>
        </p:spPr>
      </p:pic>
      <p:sp>
        <p:nvSpPr>
          <p:cNvPr id="410" name="Freeform 410"/>
          <p:cNvSpPr/>
          <p:nvPr/>
        </p:nvSpPr>
        <p:spPr>
          <a:xfrm flipV="1">
            <a:off x="4418136" y="767028"/>
            <a:ext cx="92997" cy="95006"/>
          </a:xfrm>
          <a:custGeom>
            <a:avLst/>
            <a:gdLst/>
            <a:ahLst/>
            <a:cxnLst/>
            <a:rect l="0" t="0" r="0" b="0"/>
            <a:pathLst>
              <a:path w="97041" h="97028">
                <a:moveTo>
                  <a:pt x="46241" y="97028"/>
                </a:moveTo>
                <a:cubicBezTo>
                  <a:pt x="25629" y="97028"/>
                  <a:pt x="7976" y="84697"/>
                  <a:pt x="0" y="67056"/>
                </a:cubicBezTo>
                <a:cubicBezTo>
                  <a:pt x="6376" y="69939"/>
                  <a:pt x="13399" y="71628"/>
                  <a:pt x="20841" y="71628"/>
                </a:cubicBezTo>
                <a:cubicBezTo>
                  <a:pt x="48895" y="71628"/>
                  <a:pt x="71641" y="48883"/>
                  <a:pt x="71641" y="20828"/>
                </a:cubicBezTo>
                <a:cubicBezTo>
                  <a:pt x="71641" y="13386"/>
                  <a:pt x="69952" y="6363"/>
                  <a:pt x="67082" y="0"/>
                </a:cubicBezTo>
                <a:cubicBezTo>
                  <a:pt x="84722" y="7963"/>
                  <a:pt x="97041" y="25616"/>
                  <a:pt x="97041" y="46228"/>
                </a:cubicBezTo>
                <a:cubicBezTo>
                  <a:pt x="97041" y="74283"/>
                  <a:pt x="74295" y="97028"/>
                  <a:pt x="46241" y="97028"/>
                </a:cubicBezTo>
                <a:close/>
                <a:moveTo>
                  <a:pt x="-233146" y="160528"/>
                </a:moveTo>
              </a:path>
            </a:pathLst>
          </a:custGeom>
          <a:solidFill>
            <a:srgbClr val="000000">
              <a:alpha val="100000"/>
            </a:srgbClr>
          </a:solidFill>
          <a:ln w="1217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11" name="Picture 411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18516" y="852940"/>
            <a:ext cx="208814" cy="212802"/>
          </a:xfrm>
          <a:prstGeom prst="rect">
            <a:avLst/>
          </a:prstGeom>
          <a:noFill/>
        </p:spPr>
      </p:pic>
      <p:sp>
        <p:nvSpPr>
          <p:cNvPr id="412" name="Freeform 412"/>
          <p:cNvSpPr/>
          <p:nvPr/>
        </p:nvSpPr>
        <p:spPr>
          <a:xfrm flipV="1">
            <a:off x="757237" y="2443163"/>
            <a:ext cx="10687049" cy="3743324"/>
          </a:xfrm>
          <a:custGeom>
            <a:avLst/>
            <a:gdLst/>
            <a:ahLst/>
            <a:cxnLst/>
            <a:rect l="0" t="0" r="0" b="0"/>
            <a:pathLst>
              <a:path w="14249400" h="4991100">
                <a:moveTo>
                  <a:pt x="0" y="69850"/>
                </a:moveTo>
                <a:lnTo>
                  <a:pt x="0" y="4921250"/>
                </a:lnTo>
                <a:cubicBezTo>
                  <a:pt x="0" y="4925837"/>
                  <a:pt x="447" y="4930379"/>
                  <a:pt x="1342" y="4934878"/>
                </a:cubicBezTo>
                <a:cubicBezTo>
                  <a:pt x="2236" y="4939377"/>
                  <a:pt x="3561" y="4943744"/>
                  <a:pt x="5316" y="4947981"/>
                </a:cubicBezTo>
                <a:cubicBezTo>
                  <a:pt x="7072" y="4952219"/>
                  <a:pt x="9223" y="4956244"/>
                  <a:pt x="11771" y="4960058"/>
                </a:cubicBezTo>
                <a:cubicBezTo>
                  <a:pt x="14319" y="4963871"/>
                  <a:pt x="17215" y="4967400"/>
                  <a:pt x="20458" y="4970642"/>
                </a:cubicBezTo>
                <a:cubicBezTo>
                  <a:pt x="23701" y="4973886"/>
                  <a:pt x="27229" y="4976781"/>
                  <a:pt x="31043" y="4979329"/>
                </a:cubicBezTo>
                <a:cubicBezTo>
                  <a:pt x="34856" y="4981877"/>
                  <a:pt x="38882" y="4984028"/>
                  <a:pt x="43119" y="4985784"/>
                </a:cubicBezTo>
                <a:cubicBezTo>
                  <a:pt x="47356" y="4987539"/>
                  <a:pt x="51724" y="4988864"/>
                  <a:pt x="56222" y="4989758"/>
                </a:cubicBezTo>
                <a:cubicBezTo>
                  <a:pt x="60721" y="4990653"/>
                  <a:pt x="65263" y="4991100"/>
                  <a:pt x="69850" y="4991100"/>
                </a:cubicBezTo>
                <a:lnTo>
                  <a:pt x="14179550" y="4991100"/>
                </a:lnTo>
                <a:cubicBezTo>
                  <a:pt x="14184135" y="4991100"/>
                  <a:pt x="14188678" y="4990653"/>
                  <a:pt x="14193177" y="4989759"/>
                </a:cubicBezTo>
                <a:cubicBezTo>
                  <a:pt x="14197674" y="4988864"/>
                  <a:pt x="14202041" y="4987539"/>
                  <a:pt x="14206280" y="4985784"/>
                </a:cubicBezTo>
                <a:cubicBezTo>
                  <a:pt x="14210517" y="4984029"/>
                  <a:pt x="14214541" y="4981877"/>
                  <a:pt x="14218355" y="4979330"/>
                </a:cubicBezTo>
                <a:cubicBezTo>
                  <a:pt x="14222169" y="4976781"/>
                  <a:pt x="14225697" y="4973886"/>
                  <a:pt x="14228940" y="4970642"/>
                </a:cubicBezTo>
                <a:cubicBezTo>
                  <a:pt x="14232182" y="4967400"/>
                  <a:pt x="14235078" y="4963871"/>
                  <a:pt x="14237625" y="4960058"/>
                </a:cubicBezTo>
                <a:cubicBezTo>
                  <a:pt x="14240174" y="4956244"/>
                  <a:pt x="14242326" y="4952219"/>
                  <a:pt x="14244082" y="4947981"/>
                </a:cubicBezTo>
                <a:cubicBezTo>
                  <a:pt x="14245835" y="4943744"/>
                  <a:pt x="14247161" y="4939377"/>
                  <a:pt x="14248057" y="4934878"/>
                </a:cubicBezTo>
                <a:cubicBezTo>
                  <a:pt x="14248951" y="4930379"/>
                  <a:pt x="14249400" y="4925837"/>
                  <a:pt x="14249400" y="4921250"/>
                </a:cubicBezTo>
                <a:lnTo>
                  <a:pt x="14249400" y="69850"/>
                </a:lnTo>
                <a:cubicBezTo>
                  <a:pt x="14249400" y="65264"/>
                  <a:pt x="14248951" y="60722"/>
                  <a:pt x="14248057" y="56223"/>
                </a:cubicBezTo>
                <a:cubicBezTo>
                  <a:pt x="14247161" y="51725"/>
                  <a:pt x="14245835" y="47358"/>
                  <a:pt x="14244082" y="43121"/>
                </a:cubicBezTo>
                <a:cubicBezTo>
                  <a:pt x="14242326" y="38884"/>
                  <a:pt x="14240174" y="34859"/>
                  <a:pt x="14237627" y="31044"/>
                </a:cubicBezTo>
                <a:cubicBezTo>
                  <a:pt x="14235078" y="27231"/>
                  <a:pt x="14232182" y="23703"/>
                  <a:pt x="14228940" y="20460"/>
                </a:cubicBezTo>
                <a:cubicBezTo>
                  <a:pt x="14225697" y="17217"/>
                  <a:pt x="14222169" y="14322"/>
                  <a:pt x="14218356" y="11773"/>
                </a:cubicBezTo>
                <a:cubicBezTo>
                  <a:pt x="14214541" y="9226"/>
                  <a:pt x="14210517" y="7075"/>
                  <a:pt x="14206280" y="5320"/>
                </a:cubicBezTo>
                <a:cubicBezTo>
                  <a:pt x="14202041" y="3564"/>
                  <a:pt x="14197674" y="2239"/>
                  <a:pt x="14193177" y="1344"/>
                </a:cubicBezTo>
                <a:cubicBezTo>
                  <a:pt x="14188678" y="449"/>
                  <a:pt x="14184135" y="0"/>
                  <a:pt x="14179550" y="0"/>
                </a:cubicBezTo>
                <a:lnTo>
                  <a:pt x="69850" y="0"/>
                </a:lnTo>
                <a:cubicBezTo>
                  <a:pt x="65263" y="0"/>
                  <a:pt x="60721" y="449"/>
                  <a:pt x="56222" y="1344"/>
                </a:cubicBezTo>
                <a:cubicBezTo>
                  <a:pt x="51724" y="2239"/>
                  <a:pt x="47356" y="3564"/>
                  <a:pt x="43119" y="5320"/>
                </a:cubicBezTo>
                <a:cubicBezTo>
                  <a:pt x="38882" y="7075"/>
                  <a:pt x="34856" y="9226"/>
                  <a:pt x="31043" y="11773"/>
                </a:cubicBezTo>
                <a:cubicBezTo>
                  <a:pt x="27229" y="14322"/>
                  <a:pt x="23701" y="17217"/>
                  <a:pt x="20458" y="20460"/>
                </a:cubicBezTo>
                <a:cubicBezTo>
                  <a:pt x="17215" y="23703"/>
                  <a:pt x="14319" y="27231"/>
                  <a:pt x="11771" y="31045"/>
                </a:cubicBezTo>
                <a:cubicBezTo>
                  <a:pt x="9223" y="34859"/>
                  <a:pt x="7072" y="38884"/>
                  <a:pt x="5316" y="43121"/>
                </a:cubicBezTo>
                <a:cubicBezTo>
                  <a:pt x="3561" y="47358"/>
                  <a:pt x="2236" y="51725"/>
                  <a:pt x="1342" y="56223"/>
                </a:cubicBezTo>
                <a:cubicBezTo>
                  <a:pt x="447" y="60722"/>
                  <a:pt x="0" y="65264"/>
                  <a:pt x="0" y="69850"/>
                </a:cubicBezTo>
                <a:close/>
                <a:moveTo>
                  <a:pt x="7169150" y="8248650"/>
                </a:moveTo>
              </a:path>
            </a:pathLst>
          </a:custGeom>
          <a:solidFill>
            <a:srgbClr val="F6F8FA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13" name="Freeform 413"/>
          <p:cNvSpPr/>
          <p:nvPr/>
        </p:nvSpPr>
        <p:spPr>
          <a:xfrm flipV="1">
            <a:off x="757237" y="2443163"/>
            <a:ext cx="10687049" cy="3743324"/>
          </a:xfrm>
          <a:custGeom>
            <a:avLst/>
            <a:gdLst/>
            <a:ahLst/>
            <a:cxnLst/>
            <a:rect l="0" t="0" r="0" b="0"/>
            <a:pathLst>
              <a:path w="14249400" h="4991100">
                <a:moveTo>
                  <a:pt x="0" y="69850"/>
                </a:moveTo>
                <a:lnTo>
                  <a:pt x="0" y="4921250"/>
                </a:lnTo>
                <a:cubicBezTo>
                  <a:pt x="0" y="4925837"/>
                  <a:pt x="447" y="4930379"/>
                  <a:pt x="1342" y="4934878"/>
                </a:cubicBezTo>
                <a:cubicBezTo>
                  <a:pt x="2236" y="4939377"/>
                  <a:pt x="3561" y="4943744"/>
                  <a:pt x="5316" y="4947981"/>
                </a:cubicBezTo>
                <a:cubicBezTo>
                  <a:pt x="7072" y="4952219"/>
                  <a:pt x="9223" y="4956244"/>
                  <a:pt x="11771" y="4960058"/>
                </a:cubicBezTo>
                <a:cubicBezTo>
                  <a:pt x="14319" y="4963871"/>
                  <a:pt x="17215" y="4967400"/>
                  <a:pt x="20458" y="4970642"/>
                </a:cubicBezTo>
                <a:cubicBezTo>
                  <a:pt x="23701" y="4973886"/>
                  <a:pt x="27229" y="4976781"/>
                  <a:pt x="31043" y="4979329"/>
                </a:cubicBezTo>
                <a:cubicBezTo>
                  <a:pt x="34856" y="4981877"/>
                  <a:pt x="38882" y="4984028"/>
                  <a:pt x="43119" y="4985784"/>
                </a:cubicBezTo>
                <a:cubicBezTo>
                  <a:pt x="47356" y="4987539"/>
                  <a:pt x="51724" y="4988864"/>
                  <a:pt x="56222" y="4989758"/>
                </a:cubicBezTo>
                <a:cubicBezTo>
                  <a:pt x="60721" y="4990653"/>
                  <a:pt x="65263" y="4991100"/>
                  <a:pt x="69850" y="4991100"/>
                </a:cubicBezTo>
                <a:lnTo>
                  <a:pt x="14179550" y="4991100"/>
                </a:lnTo>
                <a:cubicBezTo>
                  <a:pt x="14184135" y="4991100"/>
                  <a:pt x="14188678" y="4990653"/>
                  <a:pt x="14193177" y="4989759"/>
                </a:cubicBezTo>
                <a:cubicBezTo>
                  <a:pt x="14197674" y="4988864"/>
                  <a:pt x="14202041" y="4987539"/>
                  <a:pt x="14206280" y="4985784"/>
                </a:cubicBezTo>
                <a:cubicBezTo>
                  <a:pt x="14210517" y="4984029"/>
                  <a:pt x="14214541" y="4981877"/>
                  <a:pt x="14218355" y="4979330"/>
                </a:cubicBezTo>
                <a:cubicBezTo>
                  <a:pt x="14222169" y="4976781"/>
                  <a:pt x="14225697" y="4973886"/>
                  <a:pt x="14228940" y="4970642"/>
                </a:cubicBezTo>
                <a:cubicBezTo>
                  <a:pt x="14232182" y="4967400"/>
                  <a:pt x="14235078" y="4963871"/>
                  <a:pt x="14237625" y="4960058"/>
                </a:cubicBezTo>
                <a:cubicBezTo>
                  <a:pt x="14240174" y="4956244"/>
                  <a:pt x="14242326" y="4952219"/>
                  <a:pt x="14244082" y="4947981"/>
                </a:cubicBezTo>
                <a:cubicBezTo>
                  <a:pt x="14245835" y="4943744"/>
                  <a:pt x="14247161" y="4939377"/>
                  <a:pt x="14248057" y="4934878"/>
                </a:cubicBezTo>
                <a:cubicBezTo>
                  <a:pt x="14248951" y="4930379"/>
                  <a:pt x="14249400" y="4925837"/>
                  <a:pt x="14249400" y="4921250"/>
                </a:cubicBezTo>
                <a:lnTo>
                  <a:pt x="14249400" y="69850"/>
                </a:lnTo>
                <a:cubicBezTo>
                  <a:pt x="14249400" y="65264"/>
                  <a:pt x="14248951" y="60722"/>
                  <a:pt x="14248057" y="56223"/>
                </a:cubicBezTo>
                <a:cubicBezTo>
                  <a:pt x="14247161" y="51725"/>
                  <a:pt x="14245835" y="47358"/>
                  <a:pt x="14244082" y="43121"/>
                </a:cubicBezTo>
                <a:cubicBezTo>
                  <a:pt x="14242326" y="38884"/>
                  <a:pt x="14240174" y="34859"/>
                  <a:pt x="14237627" y="31044"/>
                </a:cubicBezTo>
                <a:cubicBezTo>
                  <a:pt x="14235078" y="27231"/>
                  <a:pt x="14232182" y="23703"/>
                  <a:pt x="14228940" y="20460"/>
                </a:cubicBezTo>
                <a:cubicBezTo>
                  <a:pt x="14225697" y="17217"/>
                  <a:pt x="14222169" y="14322"/>
                  <a:pt x="14218356" y="11773"/>
                </a:cubicBezTo>
                <a:cubicBezTo>
                  <a:pt x="14214541" y="9226"/>
                  <a:pt x="14210517" y="7075"/>
                  <a:pt x="14206280" y="5320"/>
                </a:cubicBezTo>
                <a:cubicBezTo>
                  <a:pt x="14202041" y="3564"/>
                  <a:pt x="14197674" y="2239"/>
                  <a:pt x="14193177" y="1344"/>
                </a:cubicBezTo>
                <a:cubicBezTo>
                  <a:pt x="14188678" y="449"/>
                  <a:pt x="14184135" y="0"/>
                  <a:pt x="14179550" y="0"/>
                </a:cubicBezTo>
                <a:lnTo>
                  <a:pt x="69850" y="0"/>
                </a:lnTo>
                <a:cubicBezTo>
                  <a:pt x="65263" y="0"/>
                  <a:pt x="60721" y="449"/>
                  <a:pt x="56222" y="1344"/>
                </a:cubicBezTo>
                <a:cubicBezTo>
                  <a:pt x="51724" y="2239"/>
                  <a:pt x="47356" y="3564"/>
                  <a:pt x="43119" y="5320"/>
                </a:cubicBezTo>
                <a:cubicBezTo>
                  <a:pt x="38882" y="7075"/>
                  <a:pt x="34856" y="9226"/>
                  <a:pt x="31043" y="11773"/>
                </a:cubicBezTo>
                <a:cubicBezTo>
                  <a:pt x="27229" y="14322"/>
                  <a:pt x="23701" y="17217"/>
                  <a:pt x="20458" y="20460"/>
                </a:cubicBezTo>
                <a:cubicBezTo>
                  <a:pt x="17215" y="23703"/>
                  <a:pt x="14319" y="27231"/>
                  <a:pt x="11771" y="31045"/>
                </a:cubicBezTo>
                <a:cubicBezTo>
                  <a:pt x="9223" y="34859"/>
                  <a:pt x="7072" y="38884"/>
                  <a:pt x="5316" y="43121"/>
                </a:cubicBezTo>
                <a:cubicBezTo>
                  <a:pt x="3561" y="47358"/>
                  <a:pt x="2236" y="51725"/>
                  <a:pt x="1342" y="56223"/>
                </a:cubicBezTo>
                <a:cubicBezTo>
                  <a:pt x="447" y="60722"/>
                  <a:pt x="0" y="65264"/>
                  <a:pt x="0" y="69850"/>
                </a:cubicBezTo>
                <a:close/>
                <a:moveTo>
                  <a:pt x="7169150" y="8248650"/>
                </a:moveTo>
              </a:path>
            </a:pathLst>
          </a:custGeom>
          <a:noFill/>
          <a:ln w="9524" cap="flat" cmpd="sng">
            <a:solidFill>
              <a:srgbClr val="D0D7DE">
                <a:alpha val="100000"/>
              </a:srgbClr>
            </a:solidFill>
            <a:miter lim="508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14" name="Rectangle 414"/>
          <p:cNvSpPr/>
          <p:nvPr/>
        </p:nvSpPr>
        <p:spPr>
          <a:xfrm>
            <a:off x="747712" y="683873"/>
            <a:ext cx="10531399" cy="532926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Exampl</a:t>
            </a:r>
            <a:r>
              <a:rPr lang="en-GB" sz="3479" b="1" i="0" spc="749" baseline="0" dirty="0">
                <a:solidFill>
                  <a:srgbClr val="224466"/>
                </a:solidFill>
                <a:latin typeface="Arial"/>
              </a:rPr>
              <a:t>e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Prompt</a:t>
            </a:r>
          </a:p>
          <a:p>
            <a:pPr marL="0">
              <a:lnSpc>
                <a:spcPts val="7567"/>
              </a:lnSpc>
            </a:pPr>
            <a:r>
              <a:rPr lang="en-GB" sz="2827" b="1" i="0" spc="622" baseline="0" dirty="0">
                <a:solidFill>
                  <a:srgbClr val="4488CC"/>
                </a:solidFill>
                <a:latin typeface="Arial"/>
              </a:rPr>
              <a:t>C</a:t>
            </a:r>
            <a:r>
              <a:rPr lang="en-GB" sz="2827" b="1" i="0" spc="0" baseline="0" dirty="0">
                <a:solidFill>
                  <a:srgbClr val="1F2328"/>
                </a:solidFill>
                <a:latin typeface="Arial"/>
              </a:rPr>
              <a:t>ontext</a:t>
            </a:r>
            <a:r>
              <a:rPr lang="en-GB" sz="2827" b="1" i="0" spc="465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827" b="1" i="0" spc="622" baseline="0" dirty="0">
                <a:solidFill>
                  <a:srgbClr val="4488CC"/>
                </a:solidFill>
                <a:latin typeface="Arial"/>
              </a:rPr>
              <a:t>R</a:t>
            </a:r>
            <a:r>
              <a:rPr lang="en-GB" sz="2827" b="1" i="0" spc="0" baseline="0" dirty="0">
                <a:solidFill>
                  <a:srgbClr val="1F2328"/>
                </a:solidFill>
                <a:latin typeface="Arial"/>
              </a:rPr>
              <a:t>ole</a:t>
            </a:r>
            <a:r>
              <a:rPr lang="en-GB" sz="2827" b="1" i="0" spc="465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827" b="1" i="0" spc="622" baseline="0" dirty="0">
                <a:solidFill>
                  <a:srgbClr val="4488CC"/>
                </a:solidFill>
                <a:latin typeface="Arial"/>
              </a:rPr>
              <a:t>A</a:t>
            </a:r>
            <a:r>
              <a:rPr lang="en-GB" sz="2827" b="1" i="0" spc="0" baseline="0" dirty="0">
                <a:solidFill>
                  <a:srgbClr val="1F2328"/>
                </a:solidFill>
                <a:latin typeface="Arial"/>
              </a:rPr>
              <a:t>ctions</a:t>
            </a:r>
          </a:p>
          <a:p>
            <a:pPr marL="166687">
              <a:lnSpc>
                <a:spcPts val="5254"/>
              </a:lnSpc>
            </a:pPr>
            <a:r>
              <a:rPr lang="en-GB" sz="1673" b="0" i="0" spc="0" baseline="0" dirty="0">
                <a:solidFill>
                  <a:srgbClr val="1F2328"/>
                </a:solidFill>
                <a:latin typeface="Menlo"/>
              </a:rPr>
              <a:t>Context:</a:t>
            </a:r>
          </a:p>
          <a:p>
            <a:pPr marL="166687">
              <a:lnSpc>
                <a:spcPts val="1900"/>
              </a:lnSpc>
            </a:pPr>
            <a:r>
              <a:rPr lang="en-GB" sz="1673" b="0" i="0" spc="0" baseline="0" dirty="0">
                <a:solidFill>
                  <a:srgbClr val="1F2328"/>
                </a:solidFill>
                <a:latin typeface="Menlo"/>
              </a:rPr>
              <a:t>In the context of studying producer theory in intermediate microeconomics. </a:t>
            </a:r>
          </a:p>
          <a:p>
            <a:pPr marL="166687">
              <a:lnSpc>
                <a:spcPts val="3869"/>
              </a:lnSpc>
            </a:pPr>
            <a:r>
              <a:rPr lang="en-GB" sz="1673" b="0" i="0" spc="0" baseline="0" dirty="0">
                <a:solidFill>
                  <a:srgbClr val="1F2328"/>
                </a:solidFill>
                <a:latin typeface="Menlo"/>
              </a:rPr>
              <a:t>Role:</a:t>
            </a:r>
          </a:p>
          <a:p>
            <a:pPr marL="166687">
              <a:lnSpc>
                <a:spcPts val="1900"/>
              </a:lnSpc>
            </a:pPr>
            <a:r>
              <a:rPr lang="en-GB" sz="1673" b="0" i="0" spc="0" baseline="0" dirty="0">
                <a:solidFill>
                  <a:srgbClr val="1F2328"/>
                </a:solidFill>
                <a:latin typeface="Menlo"/>
              </a:rPr>
              <a:t>You are a personal tutor helping me to prepare for a test.</a:t>
            </a:r>
          </a:p>
          <a:p>
            <a:pPr marL="166687">
              <a:lnSpc>
                <a:spcPts val="3869"/>
              </a:lnSpc>
            </a:pPr>
            <a:r>
              <a:rPr lang="en-GB" sz="1673" b="0" i="0" spc="0" baseline="0" dirty="0">
                <a:solidFill>
                  <a:srgbClr val="1F2328"/>
                </a:solidFill>
                <a:latin typeface="Menlo"/>
              </a:rPr>
              <a:t>Actions:</a:t>
            </a:r>
          </a:p>
          <a:p>
            <a:pPr marL="166687">
              <a:lnSpc>
                <a:spcPts val="1900"/>
              </a:lnSpc>
            </a:pPr>
            <a:r>
              <a:rPr lang="en-GB" sz="1673" b="0" i="0" spc="0" baseline="0" dirty="0">
                <a:solidFill>
                  <a:srgbClr val="1F2328"/>
                </a:solidFill>
                <a:latin typeface="Menlo"/>
              </a:rPr>
              <a:t>1) Read and index the attached study materials. Recognise diagrams and equations.</a:t>
            </a:r>
          </a:p>
          <a:p>
            <a:pPr marL="166687">
              <a:lnSpc>
                <a:spcPts val="1968"/>
              </a:lnSpc>
            </a:pPr>
            <a:r>
              <a:rPr lang="en-GB" sz="1673" b="0" i="0" spc="0" baseline="0" dirty="0">
                <a:solidFill>
                  <a:srgbClr val="1F2328"/>
                </a:solidFill>
                <a:latin typeface="Menlo"/>
              </a:rPr>
              <a:t>2) Verify that your index is complete and faithful, and</a:t>
            </a:r>
          </a:p>
          <a:p>
            <a:pPr marL="166687">
              <a:lnSpc>
                <a:spcPts val="1900"/>
              </a:lnSpc>
            </a:pPr>
            <a:r>
              <a:rPr lang="en-GB" sz="1673" b="0" i="0" spc="2015" baseline="0" dirty="0">
                <a:solidFill>
                  <a:srgbClr val="1F2328"/>
                </a:solidFill>
                <a:latin typeface="Menlo"/>
              </a:rPr>
              <a:t> </a:t>
            </a:r>
            <a:r>
              <a:rPr lang="en-GB" sz="1673" b="0" i="0" spc="0" baseline="0" dirty="0">
                <a:solidFill>
                  <a:srgbClr val="1F2328"/>
                </a:solidFill>
                <a:latin typeface="Menlo"/>
              </a:rPr>
              <a:t>ask me any questions needed to clarify the scope of this task.</a:t>
            </a:r>
          </a:p>
          <a:p>
            <a:pPr marL="166687">
              <a:lnSpc>
                <a:spcPts val="1900"/>
              </a:lnSpc>
            </a:pPr>
            <a:r>
              <a:rPr lang="en-GB" sz="1673" b="0" i="0" spc="0" baseline="0" dirty="0">
                <a:solidFill>
                  <a:srgbClr val="1F2328"/>
                </a:solidFill>
                <a:latin typeface="Menlo"/>
              </a:rPr>
              <a:t>3) Engage me in a Socratic dialogue about producer theory (30 minutes).</a:t>
            </a:r>
          </a:p>
          <a:p>
            <a:pPr marL="166687">
              <a:lnSpc>
                <a:spcPts val="1968"/>
              </a:lnSpc>
            </a:pPr>
            <a:r>
              <a:rPr lang="en-GB" sz="1673" b="0" i="0" spc="0" baseline="0" dirty="0">
                <a:solidFill>
                  <a:srgbClr val="1F2328"/>
                </a:solidFill>
                <a:latin typeface="Menlo"/>
              </a:rPr>
              <a:t>4) Create a personalised study plan (2 hours) based on my responses.</a:t>
            </a:r>
          </a:p>
          <a:p>
            <a:pPr marL="166687">
              <a:lnSpc>
                <a:spcPts val="1900"/>
              </a:lnSpc>
            </a:pPr>
            <a:r>
              <a:rPr lang="en-GB" sz="1673" b="0" i="0" spc="0" baseline="0" dirty="0">
                <a:solidFill>
                  <a:srgbClr val="1F2328"/>
                </a:solidFill>
                <a:latin typeface="Menlo"/>
              </a:rPr>
              <a:t>5) Produce 10 multiple choice questions drawn from the attached </a:t>
            </a:r>
          </a:p>
          <a:p>
            <a:pPr marL="166687">
              <a:lnSpc>
                <a:spcPts val="1900"/>
              </a:lnSpc>
            </a:pPr>
            <a:r>
              <a:rPr lang="en-GB" sz="1673" b="0" i="0" spc="2015" baseline="0" dirty="0">
                <a:solidFill>
                  <a:srgbClr val="1F2328"/>
                </a:solidFill>
                <a:latin typeface="Menlo"/>
              </a:rPr>
              <a:t> </a:t>
            </a:r>
            <a:r>
              <a:rPr lang="en-GB" sz="1673" b="0" i="0" spc="0" baseline="0" dirty="0">
                <a:solidFill>
                  <a:srgbClr val="1F2328"/>
                </a:solidFill>
                <a:latin typeface="Menlo"/>
              </a:rPr>
              <a:t>study resources only, including relevant diagrams and equations.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Freeform 415"/>
          <p:cNvSpPr/>
          <p:nvPr/>
        </p:nvSpPr>
        <p:spPr>
          <a:xfrm flipV="1">
            <a:off x="0" y="-8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16" name="Freeform 416"/>
          <p:cNvSpPr/>
          <p:nvPr/>
        </p:nvSpPr>
        <p:spPr>
          <a:xfrm flipV="1">
            <a:off x="0" y="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17" name="Picture 417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127500" y="1054630"/>
            <a:ext cx="335491" cy="342370"/>
          </a:xfrm>
          <a:prstGeom prst="rect">
            <a:avLst/>
          </a:prstGeom>
          <a:noFill/>
        </p:spPr>
      </p:pic>
      <p:sp>
        <p:nvSpPr>
          <p:cNvPr id="418" name="Freeform 418"/>
          <p:cNvSpPr/>
          <p:nvPr/>
        </p:nvSpPr>
        <p:spPr>
          <a:xfrm flipV="1">
            <a:off x="4194691" y="1228990"/>
            <a:ext cx="97366" cy="99483"/>
          </a:xfrm>
          <a:custGeom>
            <a:avLst/>
            <a:gdLst/>
            <a:ahLst/>
            <a:cxnLst/>
            <a:rect l="0" t="0" r="0" b="0"/>
            <a:pathLst>
              <a:path w="101600" h="101600">
                <a:moveTo>
                  <a:pt x="101600" y="50800"/>
                </a:moveTo>
                <a:cubicBezTo>
                  <a:pt x="101600" y="44064"/>
                  <a:pt x="100311" y="37584"/>
                  <a:pt x="97733" y="31360"/>
                </a:cubicBezTo>
                <a:cubicBezTo>
                  <a:pt x="95155" y="25136"/>
                  <a:pt x="91484" y="19643"/>
                  <a:pt x="86721" y="14879"/>
                </a:cubicBezTo>
                <a:cubicBezTo>
                  <a:pt x="81957" y="10116"/>
                  <a:pt x="76464" y="6445"/>
                  <a:pt x="70240" y="3867"/>
                </a:cubicBezTo>
                <a:cubicBezTo>
                  <a:pt x="64016" y="1289"/>
                  <a:pt x="57536" y="1"/>
                  <a:pt x="50800" y="0"/>
                </a:cubicBezTo>
                <a:cubicBezTo>
                  <a:pt x="44063" y="1"/>
                  <a:pt x="37583" y="1289"/>
                  <a:pt x="31359" y="3867"/>
                </a:cubicBezTo>
                <a:cubicBezTo>
                  <a:pt x="25136" y="6445"/>
                  <a:pt x="19642" y="10116"/>
                  <a:pt x="14879" y="14879"/>
                </a:cubicBezTo>
                <a:cubicBezTo>
                  <a:pt x="10115" y="19643"/>
                  <a:pt x="6445" y="25136"/>
                  <a:pt x="3867" y="31360"/>
                </a:cubicBezTo>
                <a:cubicBezTo>
                  <a:pt x="1289" y="37584"/>
                  <a:pt x="0" y="44064"/>
                  <a:pt x="0" y="50800"/>
                </a:cubicBezTo>
                <a:cubicBezTo>
                  <a:pt x="0" y="57537"/>
                  <a:pt x="1289" y="64017"/>
                  <a:pt x="3867" y="70241"/>
                </a:cubicBezTo>
                <a:cubicBezTo>
                  <a:pt x="6445" y="76465"/>
                  <a:pt x="10115" y="81958"/>
                  <a:pt x="14879" y="86722"/>
                </a:cubicBezTo>
                <a:cubicBezTo>
                  <a:pt x="19642" y="91485"/>
                  <a:pt x="25136" y="95156"/>
                  <a:pt x="31359" y="97734"/>
                </a:cubicBezTo>
                <a:cubicBezTo>
                  <a:pt x="37583" y="100312"/>
                  <a:pt x="44063" y="101600"/>
                  <a:pt x="50800" y="101600"/>
                </a:cubicBezTo>
                <a:cubicBezTo>
                  <a:pt x="57536" y="101600"/>
                  <a:pt x="64016" y="100312"/>
                  <a:pt x="70240" y="97734"/>
                </a:cubicBezTo>
                <a:cubicBezTo>
                  <a:pt x="76464" y="95156"/>
                  <a:pt x="81957" y="91485"/>
                  <a:pt x="86721" y="86722"/>
                </a:cubicBezTo>
                <a:cubicBezTo>
                  <a:pt x="91484" y="81958"/>
                  <a:pt x="95155" y="76465"/>
                  <a:pt x="97733" y="70241"/>
                </a:cubicBezTo>
                <a:cubicBezTo>
                  <a:pt x="100311" y="64017"/>
                  <a:pt x="101600" y="57537"/>
                  <a:pt x="101600" y="50800"/>
                </a:cubicBezTo>
                <a:close/>
                <a:moveTo>
                  <a:pt x="279413" y="393700"/>
                </a:moveTo>
              </a:path>
            </a:pathLst>
          </a:custGeom>
          <a:solidFill>
            <a:srgbClr val="FFCC4D">
              <a:alpha val="100000"/>
            </a:srgbClr>
          </a:solidFill>
          <a:ln w="1217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19" name="Picture 419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28288" y="930275"/>
            <a:ext cx="356399" cy="363596"/>
          </a:xfrm>
          <a:prstGeom prst="rect">
            <a:avLst/>
          </a:prstGeom>
          <a:noFill/>
        </p:spPr>
      </p:pic>
      <p:sp>
        <p:nvSpPr>
          <p:cNvPr id="420" name="Freeform 420"/>
          <p:cNvSpPr/>
          <p:nvPr/>
        </p:nvSpPr>
        <p:spPr>
          <a:xfrm flipV="1">
            <a:off x="4418136" y="1005153"/>
            <a:ext cx="92997" cy="95006"/>
          </a:xfrm>
          <a:custGeom>
            <a:avLst/>
            <a:gdLst/>
            <a:ahLst/>
            <a:cxnLst/>
            <a:rect l="0" t="0" r="0" b="0"/>
            <a:pathLst>
              <a:path w="97041" h="97028">
                <a:moveTo>
                  <a:pt x="46241" y="97028"/>
                </a:moveTo>
                <a:cubicBezTo>
                  <a:pt x="25629" y="97028"/>
                  <a:pt x="7976" y="84697"/>
                  <a:pt x="0" y="67056"/>
                </a:cubicBezTo>
                <a:cubicBezTo>
                  <a:pt x="6376" y="69939"/>
                  <a:pt x="13399" y="71628"/>
                  <a:pt x="20841" y="71628"/>
                </a:cubicBezTo>
                <a:cubicBezTo>
                  <a:pt x="48895" y="71628"/>
                  <a:pt x="71641" y="48883"/>
                  <a:pt x="71641" y="20828"/>
                </a:cubicBezTo>
                <a:cubicBezTo>
                  <a:pt x="71641" y="13386"/>
                  <a:pt x="69952" y="6363"/>
                  <a:pt x="67082" y="0"/>
                </a:cubicBezTo>
                <a:cubicBezTo>
                  <a:pt x="84722" y="7963"/>
                  <a:pt x="97041" y="25616"/>
                  <a:pt x="97041" y="46228"/>
                </a:cubicBezTo>
                <a:cubicBezTo>
                  <a:pt x="97041" y="74283"/>
                  <a:pt x="74295" y="97028"/>
                  <a:pt x="46241" y="97028"/>
                </a:cubicBezTo>
                <a:close/>
                <a:moveTo>
                  <a:pt x="-233146" y="160528"/>
                </a:moveTo>
              </a:path>
            </a:pathLst>
          </a:custGeom>
          <a:solidFill>
            <a:srgbClr val="000000">
              <a:alpha val="100000"/>
            </a:srgbClr>
          </a:solidFill>
          <a:ln w="1217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21" name="Picture 421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18516" y="1091065"/>
            <a:ext cx="208814" cy="212802"/>
          </a:xfrm>
          <a:prstGeom prst="rect">
            <a:avLst/>
          </a:prstGeom>
          <a:noFill/>
        </p:spPr>
      </p:pic>
      <p:sp>
        <p:nvSpPr>
          <p:cNvPr id="422" name="Freeform 422"/>
          <p:cNvSpPr/>
          <p:nvPr/>
        </p:nvSpPr>
        <p:spPr>
          <a:xfrm flipV="1">
            <a:off x="757237" y="2690813"/>
            <a:ext cx="10687049" cy="3257549"/>
          </a:xfrm>
          <a:custGeom>
            <a:avLst/>
            <a:gdLst/>
            <a:ahLst/>
            <a:cxnLst/>
            <a:rect l="0" t="0" r="0" b="0"/>
            <a:pathLst>
              <a:path w="14249400" h="4343400">
                <a:moveTo>
                  <a:pt x="0" y="69850"/>
                </a:moveTo>
                <a:lnTo>
                  <a:pt x="0" y="4273550"/>
                </a:lnTo>
                <a:cubicBezTo>
                  <a:pt x="0" y="4278137"/>
                  <a:pt x="447" y="4282680"/>
                  <a:pt x="1342" y="4287178"/>
                </a:cubicBezTo>
                <a:cubicBezTo>
                  <a:pt x="2236" y="4291677"/>
                  <a:pt x="3561" y="4296044"/>
                  <a:pt x="5316" y="4300281"/>
                </a:cubicBezTo>
                <a:cubicBezTo>
                  <a:pt x="7072" y="4304519"/>
                  <a:pt x="9223" y="4308544"/>
                  <a:pt x="11771" y="4312357"/>
                </a:cubicBezTo>
                <a:cubicBezTo>
                  <a:pt x="14319" y="4316171"/>
                  <a:pt x="17215" y="4319699"/>
                  <a:pt x="20458" y="4322942"/>
                </a:cubicBezTo>
                <a:cubicBezTo>
                  <a:pt x="23701" y="4326185"/>
                  <a:pt x="27229" y="4329081"/>
                  <a:pt x="31043" y="4331629"/>
                </a:cubicBezTo>
                <a:cubicBezTo>
                  <a:pt x="34856" y="4334177"/>
                  <a:pt x="38882" y="4336329"/>
                  <a:pt x="43119" y="4338084"/>
                </a:cubicBezTo>
                <a:cubicBezTo>
                  <a:pt x="47356" y="4339839"/>
                  <a:pt x="51724" y="4341164"/>
                  <a:pt x="56222" y="4342059"/>
                </a:cubicBezTo>
                <a:cubicBezTo>
                  <a:pt x="60721" y="4342953"/>
                  <a:pt x="65263" y="4343400"/>
                  <a:pt x="69850" y="4343400"/>
                </a:cubicBezTo>
                <a:lnTo>
                  <a:pt x="14179550" y="4343400"/>
                </a:lnTo>
                <a:cubicBezTo>
                  <a:pt x="14184135" y="4343400"/>
                  <a:pt x="14188678" y="4342953"/>
                  <a:pt x="14193177" y="4342059"/>
                </a:cubicBezTo>
                <a:cubicBezTo>
                  <a:pt x="14197674" y="4341164"/>
                  <a:pt x="14202041" y="4339839"/>
                  <a:pt x="14206280" y="4338084"/>
                </a:cubicBezTo>
                <a:cubicBezTo>
                  <a:pt x="14210517" y="4336329"/>
                  <a:pt x="14214541" y="4334177"/>
                  <a:pt x="14218355" y="4331629"/>
                </a:cubicBezTo>
                <a:cubicBezTo>
                  <a:pt x="14222169" y="4329081"/>
                  <a:pt x="14225697" y="4326185"/>
                  <a:pt x="14228940" y="4322942"/>
                </a:cubicBezTo>
                <a:cubicBezTo>
                  <a:pt x="14232182" y="4319699"/>
                  <a:pt x="14235078" y="4316171"/>
                  <a:pt x="14237625" y="4312357"/>
                </a:cubicBezTo>
                <a:cubicBezTo>
                  <a:pt x="14240174" y="4308544"/>
                  <a:pt x="14242326" y="4304519"/>
                  <a:pt x="14244082" y="4300281"/>
                </a:cubicBezTo>
                <a:cubicBezTo>
                  <a:pt x="14245835" y="4296044"/>
                  <a:pt x="14247161" y="4291677"/>
                  <a:pt x="14248057" y="4287178"/>
                </a:cubicBezTo>
                <a:cubicBezTo>
                  <a:pt x="14248951" y="4282680"/>
                  <a:pt x="14249400" y="4278137"/>
                  <a:pt x="14249400" y="4273550"/>
                </a:cubicBezTo>
                <a:lnTo>
                  <a:pt x="14249400" y="69850"/>
                </a:lnTo>
                <a:cubicBezTo>
                  <a:pt x="14249400" y="65265"/>
                  <a:pt x="14248951" y="60722"/>
                  <a:pt x="14248057" y="56224"/>
                </a:cubicBezTo>
                <a:cubicBezTo>
                  <a:pt x="14247161" y="51726"/>
                  <a:pt x="14245835" y="47359"/>
                  <a:pt x="14244082" y="43121"/>
                </a:cubicBezTo>
                <a:cubicBezTo>
                  <a:pt x="14242326" y="38883"/>
                  <a:pt x="14240174" y="34858"/>
                  <a:pt x="14237627" y="31045"/>
                </a:cubicBezTo>
                <a:cubicBezTo>
                  <a:pt x="14235078" y="27231"/>
                  <a:pt x="14232182" y="23702"/>
                  <a:pt x="14228940" y="20460"/>
                </a:cubicBezTo>
                <a:cubicBezTo>
                  <a:pt x="14225697" y="17217"/>
                  <a:pt x="14222169" y="14321"/>
                  <a:pt x="14218356" y="11773"/>
                </a:cubicBezTo>
                <a:cubicBezTo>
                  <a:pt x="14214541" y="9225"/>
                  <a:pt x="14210517" y="7074"/>
                  <a:pt x="14206280" y="5319"/>
                </a:cubicBezTo>
                <a:cubicBezTo>
                  <a:pt x="14202041" y="3564"/>
                  <a:pt x="14197674" y="2239"/>
                  <a:pt x="14193177" y="1344"/>
                </a:cubicBezTo>
                <a:cubicBezTo>
                  <a:pt x="14188678" y="449"/>
                  <a:pt x="14184135" y="1"/>
                  <a:pt x="14179550" y="0"/>
                </a:cubicBezTo>
                <a:lnTo>
                  <a:pt x="69850" y="0"/>
                </a:lnTo>
                <a:cubicBezTo>
                  <a:pt x="65263" y="1"/>
                  <a:pt x="60721" y="449"/>
                  <a:pt x="56222" y="1344"/>
                </a:cubicBezTo>
                <a:cubicBezTo>
                  <a:pt x="51724" y="2239"/>
                  <a:pt x="47356" y="3564"/>
                  <a:pt x="43119" y="5319"/>
                </a:cubicBezTo>
                <a:cubicBezTo>
                  <a:pt x="38882" y="7074"/>
                  <a:pt x="34856" y="9225"/>
                  <a:pt x="31043" y="11773"/>
                </a:cubicBezTo>
                <a:cubicBezTo>
                  <a:pt x="27229" y="14321"/>
                  <a:pt x="23701" y="17217"/>
                  <a:pt x="20458" y="20460"/>
                </a:cubicBezTo>
                <a:cubicBezTo>
                  <a:pt x="17215" y="23702"/>
                  <a:pt x="14319" y="27231"/>
                  <a:pt x="11771" y="31044"/>
                </a:cubicBezTo>
                <a:cubicBezTo>
                  <a:pt x="9223" y="34858"/>
                  <a:pt x="7072" y="38883"/>
                  <a:pt x="5316" y="43121"/>
                </a:cubicBezTo>
                <a:cubicBezTo>
                  <a:pt x="3561" y="47359"/>
                  <a:pt x="2236" y="51726"/>
                  <a:pt x="1342" y="56224"/>
                </a:cubicBezTo>
                <a:cubicBezTo>
                  <a:pt x="447" y="60722"/>
                  <a:pt x="0" y="65265"/>
                  <a:pt x="0" y="69850"/>
                </a:cubicBezTo>
                <a:close/>
                <a:moveTo>
                  <a:pt x="6851650" y="7931150"/>
                </a:moveTo>
              </a:path>
            </a:pathLst>
          </a:custGeom>
          <a:solidFill>
            <a:srgbClr val="F6F8FA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23" name="Freeform 423"/>
          <p:cNvSpPr/>
          <p:nvPr/>
        </p:nvSpPr>
        <p:spPr>
          <a:xfrm flipV="1">
            <a:off x="757237" y="2690813"/>
            <a:ext cx="10687049" cy="3257549"/>
          </a:xfrm>
          <a:custGeom>
            <a:avLst/>
            <a:gdLst/>
            <a:ahLst/>
            <a:cxnLst/>
            <a:rect l="0" t="0" r="0" b="0"/>
            <a:pathLst>
              <a:path w="14249400" h="4343400">
                <a:moveTo>
                  <a:pt x="0" y="69850"/>
                </a:moveTo>
                <a:lnTo>
                  <a:pt x="0" y="4273550"/>
                </a:lnTo>
                <a:cubicBezTo>
                  <a:pt x="0" y="4278137"/>
                  <a:pt x="447" y="4282680"/>
                  <a:pt x="1342" y="4287178"/>
                </a:cubicBezTo>
                <a:cubicBezTo>
                  <a:pt x="2236" y="4291677"/>
                  <a:pt x="3561" y="4296044"/>
                  <a:pt x="5316" y="4300281"/>
                </a:cubicBezTo>
                <a:cubicBezTo>
                  <a:pt x="7072" y="4304519"/>
                  <a:pt x="9223" y="4308544"/>
                  <a:pt x="11771" y="4312357"/>
                </a:cubicBezTo>
                <a:cubicBezTo>
                  <a:pt x="14319" y="4316171"/>
                  <a:pt x="17215" y="4319699"/>
                  <a:pt x="20458" y="4322942"/>
                </a:cubicBezTo>
                <a:cubicBezTo>
                  <a:pt x="23701" y="4326185"/>
                  <a:pt x="27229" y="4329081"/>
                  <a:pt x="31043" y="4331629"/>
                </a:cubicBezTo>
                <a:cubicBezTo>
                  <a:pt x="34856" y="4334177"/>
                  <a:pt x="38882" y="4336329"/>
                  <a:pt x="43119" y="4338084"/>
                </a:cubicBezTo>
                <a:cubicBezTo>
                  <a:pt x="47356" y="4339839"/>
                  <a:pt x="51724" y="4341164"/>
                  <a:pt x="56222" y="4342059"/>
                </a:cubicBezTo>
                <a:cubicBezTo>
                  <a:pt x="60721" y="4342953"/>
                  <a:pt x="65263" y="4343400"/>
                  <a:pt x="69850" y="4343400"/>
                </a:cubicBezTo>
                <a:lnTo>
                  <a:pt x="14179550" y="4343400"/>
                </a:lnTo>
                <a:cubicBezTo>
                  <a:pt x="14184135" y="4343400"/>
                  <a:pt x="14188678" y="4342953"/>
                  <a:pt x="14193177" y="4342059"/>
                </a:cubicBezTo>
                <a:cubicBezTo>
                  <a:pt x="14197674" y="4341164"/>
                  <a:pt x="14202041" y="4339839"/>
                  <a:pt x="14206280" y="4338084"/>
                </a:cubicBezTo>
                <a:cubicBezTo>
                  <a:pt x="14210517" y="4336329"/>
                  <a:pt x="14214541" y="4334177"/>
                  <a:pt x="14218355" y="4331629"/>
                </a:cubicBezTo>
                <a:cubicBezTo>
                  <a:pt x="14222169" y="4329081"/>
                  <a:pt x="14225697" y="4326185"/>
                  <a:pt x="14228940" y="4322942"/>
                </a:cubicBezTo>
                <a:cubicBezTo>
                  <a:pt x="14232182" y="4319699"/>
                  <a:pt x="14235078" y="4316171"/>
                  <a:pt x="14237625" y="4312357"/>
                </a:cubicBezTo>
                <a:cubicBezTo>
                  <a:pt x="14240174" y="4308544"/>
                  <a:pt x="14242326" y="4304519"/>
                  <a:pt x="14244082" y="4300281"/>
                </a:cubicBezTo>
                <a:cubicBezTo>
                  <a:pt x="14245835" y="4296044"/>
                  <a:pt x="14247161" y="4291677"/>
                  <a:pt x="14248057" y="4287178"/>
                </a:cubicBezTo>
                <a:cubicBezTo>
                  <a:pt x="14248951" y="4282680"/>
                  <a:pt x="14249400" y="4278137"/>
                  <a:pt x="14249400" y="4273550"/>
                </a:cubicBezTo>
                <a:lnTo>
                  <a:pt x="14249400" y="69850"/>
                </a:lnTo>
                <a:cubicBezTo>
                  <a:pt x="14249400" y="65265"/>
                  <a:pt x="14248951" y="60722"/>
                  <a:pt x="14248057" y="56224"/>
                </a:cubicBezTo>
                <a:cubicBezTo>
                  <a:pt x="14247161" y="51726"/>
                  <a:pt x="14245835" y="47359"/>
                  <a:pt x="14244082" y="43121"/>
                </a:cubicBezTo>
                <a:cubicBezTo>
                  <a:pt x="14242326" y="38883"/>
                  <a:pt x="14240174" y="34858"/>
                  <a:pt x="14237627" y="31045"/>
                </a:cubicBezTo>
                <a:cubicBezTo>
                  <a:pt x="14235078" y="27231"/>
                  <a:pt x="14232182" y="23702"/>
                  <a:pt x="14228940" y="20460"/>
                </a:cubicBezTo>
                <a:cubicBezTo>
                  <a:pt x="14225697" y="17217"/>
                  <a:pt x="14222169" y="14321"/>
                  <a:pt x="14218356" y="11773"/>
                </a:cubicBezTo>
                <a:cubicBezTo>
                  <a:pt x="14214541" y="9225"/>
                  <a:pt x="14210517" y="7074"/>
                  <a:pt x="14206280" y="5319"/>
                </a:cubicBezTo>
                <a:cubicBezTo>
                  <a:pt x="14202041" y="3564"/>
                  <a:pt x="14197674" y="2239"/>
                  <a:pt x="14193177" y="1344"/>
                </a:cubicBezTo>
                <a:cubicBezTo>
                  <a:pt x="14188678" y="449"/>
                  <a:pt x="14184135" y="1"/>
                  <a:pt x="14179550" y="0"/>
                </a:cubicBezTo>
                <a:lnTo>
                  <a:pt x="69850" y="0"/>
                </a:lnTo>
                <a:cubicBezTo>
                  <a:pt x="65263" y="1"/>
                  <a:pt x="60721" y="449"/>
                  <a:pt x="56222" y="1344"/>
                </a:cubicBezTo>
                <a:cubicBezTo>
                  <a:pt x="51724" y="2239"/>
                  <a:pt x="47356" y="3564"/>
                  <a:pt x="43119" y="5319"/>
                </a:cubicBezTo>
                <a:cubicBezTo>
                  <a:pt x="38882" y="7074"/>
                  <a:pt x="34856" y="9225"/>
                  <a:pt x="31043" y="11773"/>
                </a:cubicBezTo>
                <a:cubicBezTo>
                  <a:pt x="27229" y="14321"/>
                  <a:pt x="23701" y="17217"/>
                  <a:pt x="20458" y="20460"/>
                </a:cubicBezTo>
                <a:cubicBezTo>
                  <a:pt x="17215" y="23702"/>
                  <a:pt x="14319" y="27231"/>
                  <a:pt x="11771" y="31044"/>
                </a:cubicBezTo>
                <a:cubicBezTo>
                  <a:pt x="9223" y="34858"/>
                  <a:pt x="7072" y="38883"/>
                  <a:pt x="5316" y="43121"/>
                </a:cubicBezTo>
                <a:cubicBezTo>
                  <a:pt x="3561" y="47359"/>
                  <a:pt x="2236" y="51726"/>
                  <a:pt x="1342" y="56224"/>
                </a:cubicBezTo>
                <a:cubicBezTo>
                  <a:pt x="447" y="60722"/>
                  <a:pt x="0" y="65265"/>
                  <a:pt x="0" y="69850"/>
                </a:cubicBezTo>
                <a:close/>
                <a:moveTo>
                  <a:pt x="6851650" y="7931150"/>
                </a:moveTo>
              </a:path>
            </a:pathLst>
          </a:custGeom>
          <a:noFill/>
          <a:ln w="9524" cap="flat" cmpd="sng">
            <a:solidFill>
              <a:srgbClr val="D0D7DE">
                <a:alpha val="100000"/>
              </a:srgbClr>
            </a:solidFill>
            <a:miter lim="508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24" name="Rectangle 424"/>
          <p:cNvSpPr/>
          <p:nvPr/>
        </p:nvSpPr>
        <p:spPr>
          <a:xfrm>
            <a:off x="747712" y="921998"/>
            <a:ext cx="10531703" cy="485949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Exampl</a:t>
            </a:r>
            <a:r>
              <a:rPr lang="en-GB" sz="3479" b="1" i="0" spc="749" baseline="0" dirty="0">
                <a:solidFill>
                  <a:srgbClr val="224466"/>
                </a:solidFill>
                <a:latin typeface="Arial"/>
              </a:rPr>
              <a:t>e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Prompt</a:t>
            </a:r>
          </a:p>
          <a:p>
            <a:pPr marL="0">
              <a:lnSpc>
                <a:spcPts val="7567"/>
              </a:lnSpc>
            </a:pPr>
            <a:r>
              <a:rPr lang="en-GB" sz="2827" b="1" i="0" spc="622" baseline="0" dirty="0">
                <a:solidFill>
                  <a:srgbClr val="4488CC"/>
                </a:solidFill>
                <a:latin typeface="Arial"/>
              </a:rPr>
              <a:t>F</a:t>
            </a:r>
            <a:r>
              <a:rPr lang="en-GB" sz="2827" b="1" i="0" spc="0" baseline="0" dirty="0">
                <a:solidFill>
                  <a:srgbClr val="1F2328"/>
                </a:solidFill>
                <a:latin typeface="Arial"/>
              </a:rPr>
              <a:t>ormat</a:t>
            </a:r>
            <a:r>
              <a:rPr lang="en-GB" sz="2827" b="1" i="0" spc="465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827" b="1" i="0" spc="622" baseline="0" dirty="0">
                <a:solidFill>
                  <a:srgbClr val="4488CC"/>
                </a:solidFill>
                <a:latin typeface="Arial"/>
              </a:rPr>
              <a:t>T</a:t>
            </a:r>
            <a:r>
              <a:rPr lang="en-GB" sz="2827" b="1" i="0" spc="0" baseline="0" dirty="0">
                <a:solidFill>
                  <a:srgbClr val="1F2328"/>
                </a:solidFill>
                <a:latin typeface="Arial"/>
              </a:rPr>
              <a:t>arge</a:t>
            </a:r>
            <a:r>
              <a:rPr lang="en-GB" sz="2827" b="1" i="0" spc="622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827" b="1" i="0" spc="0" baseline="0" dirty="0">
                <a:solidFill>
                  <a:srgbClr val="1F2328"/>
                </a:solidFill>
                <a:latin typeface="Arial"/>
              </a:rPr>
              <a:t>audience</a:t>
            </a:r>
          </a:p>
          <a:p>
            <a:pPr marL="166687">
              <a:lnSpc>
                <a:spcPts val="5508"/>
              </a:lnSpc>
            </a:pPr>
            <a:r>
              <a:rPr lang="en-GB" sz="1831" b="0" i="0" spc="0" baseline="0" dirty="0">
                <a:solidFill>
                  <a:srgbClr val="1F2328"/>
                </a:solidFill>
                <a:latin typeface="Menlo"/>
              </a:rPr>
              <a:t>Format:</a:t>
            </a:r>
          </a:p>
          <a:p>
            <a:pPr marL="166687">
              <a:lnSpc>
                <a:spcPts val="2080"/>
              </a:lnSpc>
            </a:pPr>
            <a:r>
              <a:rPr lang="en-GB" sz="1831" b="0" i="0" spc="0" baseline="0" dirty="0">
                <a:solidFill>
                  <a:srgbClr val="1F2328"/>
                </a:solidFill>
                <a:latin typeface="Menlo"/>
              </a:rPr>
              <a:t>- Respond interactively in this chat</a:t>
            </a:r>
          </a:p>
          <a:p>
            <a:pPr marL="166687">
              <a:lnSpc>
                <a:spcPts val="2155"/>
              </a:lnSpc>
            </a:pPr>
            <a:r>
              <a:rPr lang="en-GB" sz="1831" b="0" i="0" spc="0" baseline="0" dirty="0">
                <a:solidFill>
                  <a:srgbClr val="1F2328"/>
                </a:solidFill>
                <a:latin typeface="Menlo"/>
              </a:rPr>
              <a:t>- Use tables for my study plan</a:t>
            </a:r>
          </a:p>
          <a:p>
            <a:pPr marL="166687">
              <a:lnSpc>
                <a:spcPts val="2080"/>
              </a:lnSpc>
            </a:pPr>
            <a:r>
              <a:rPr lang="en-GB" sz="1831" b="0" i="0" spc="0" baseline="0" dirty="0">
                <a:solidFill>
                  <a:srgbClr val="1F2328"/>
                </a:solidFill>
                <a:latin typeface="Menlo"/>
              </a:rPr>
              <a:t>- Use multiple choice questions to test me interactively, and </a:t>
            </a:r>
          </a:p>
          <a:p>
            <a:pPr marL="166687">
              <a:lnSpc>
                <a:spcPts val="2080"/>
              </a:lnSpc>
            </a:pPr>
            <a:r>
              <a:rPr lang="en-GB" sz="1831" b="0" i="0" spc="0" baseline="0" dirty="0">
                <a:solidFill>
                  <a:srgbClr val="1F2328"/>
                </a:solidFill>
                <a:latin typeface="Menlo"/>
              </a:rPr>
              <a:t>  provide a download of questions/answers afterwards.</a:t>
            </a:r>
          </a:p>
          <a:p>
            <a:pPr marL="166687">
              <a:lnSpc>
                <a:spcPts val="2155"/>
              </a:lnSpc>
            </a:pPr>
            <a:r>
              <a:rPr lang="en-GB" sz="1831" b="0" i="0" spc="0" baseline="0" dirty="0">
                <a:solidFill>
                  <a:srgbClr val="1F2328"/>
                </a:solidFill>
                <a:latin typeface="Menlo"/>
              </a:rPr>
              <a:t>- For each MCQ provide feedback on both the correct and incorrect answers,</a:t>
            </a:r>
          </a:p>
          <a:p>
            <a:pPr marL="166687">
              <a:lnSpc>
                <a:spcPts val="2080"/>
              </a:lnSpc>
            </a:pPr>
            <a:r>
              <a:rPr lang="en-GB" sz="1831" b="0" i="0" spc="0" baseline="0" dirty="0">
                <a:solidFill>
                  <a:srgbClr val="1F2328"/>
                </a:solidFill>
                <a:latin typeface="Menlo"/>
              </a:rPr>
              <a:t>  including page references/links to my uploaded study materials.</a:t>
            </a:r>
          </a:p>
          <a:p>
            <a:pPr marL="166687">
              <a:lnSpc>
                <a:spcPts val="4236"/>
              </a:lnSpc>
            </a:pPr>
            <a:r>
              <a:rPr lang="en-GB" sz="1831" b="0" i="0" spc="0" baseline="0" dirty="0">
                <a:solidFill>
                  <a:srgbClr val="1F2328"/>
                </a:solidFill>
                <a:latin typeface="Menlo"/>
              </a:rPr>
              <a:t>Target:</a:t>
            </a:r>
          </a:p>
          <a:p>
            <a:pPr marL="166687">
              <a:lnSpc>
                <a:spcPts val="2080"/>
              </a:lnSpc>
            </a:pPr>
            <a:r>
              <a:rPr lang="en-GB" sz="1831" b="0" i="0" spc="0" baseline="0" dirty="0">
                <a:solidFill>
                  <a:srgbClr val="1F2328"/>
                </a:solidFill>
                <a:latin typeface="Menlo"/>
              </a:rPr>
              <a:t>- A second year undergraduate student studying intermediate </a:t>
            </a:r>
          </a:p>
          <a:p>
            <a:pPr marL="166687">
              <a:lnSpc>
                <a:spcPts val="2080"/>
              </a:lnSpc>
            </a:pPr>
            <a:r>
              <a:rPr lang="en-GB" sz="1831" b="0" i="0" spc="0" baseline="0" dirty="0">
                <a:solidFill>
                  <a:srgbClr val="1F2328"/>
                </a:solidFill>
                <a:latin typeface="Menlo"/>
              </a:rPr>
              <a:t>  economics on a bachelor of economics programme at a British university.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Freeform 425">
            <a:hlinkClick r:id="rId2"/>
          </p:cNvPr>
          <p:cNvSpPr/>
          <p:nvPr/>
        </p:nvSpPr>
        <p:spPr>
          <a:xfrm flipV="1">
            <a:off x="0" y="-9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26" name="Freeform 426">
            <a:hlinkClick r:id="rId2"/>
          </p:cNvPr>
          <p:cNvSpPr/>
          <p:nvPr/>
        </p:nvSpPr>
        <p:spPr>
          <a:xfrm flipV="1">
            <a:off x="0" y="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27" name="Freeform 427"/>
          <p:cNvSpPr/>
          <p:nvPr/>
        </p:nvSpPr>
        <p:spPr>
          <a:xfrm flipV="1">
            <a:off x="752474" y="1333500"/>
            <a:ext cx="6981824" cy="4762499"/>
          </a:xfrm>
          <a:custGeom>
            <a:avLst/>
            <a:gdLst/>
            <a:ahLst/>
            <a:cxnLst/>
            <a:rect l="0" t="0" r="0" b="0"/>
            <a:pathLst>
              <a:path w="9309100" h="6350000">
                <a:moveTo>
                  <a:pt x="0" y="6350000"/>
                </a:moveTo>
                <a:lnTo>
                  <a:pt x="9309100" y="6350000"/>
                </a:lnTo>
                <a:lnTo>
                  <a:pt x="9309100" y="0"/>
                </a:lnTo>
                <a:lnTo>
                  <a:pt x="0" y="0"/>
                </a:lnTo>
                <a:lnTo>
                  <a:pt x="0" y="6350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28" name="Picture 428"/>
          <p:cNvPicPr>
            <a:picLocks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2474" y="1333501"/>
            <a:ext cx="6981825" cy="4762500"/>
          </a:xfrm>
          <a:prstGeom prst="rect">
            <a:avLst/>
          </a:prstGeom>
          <a:noFill/>
        </p:spPr>
      </p:pic>
      <p:sp>
        <p:nvSpPr>
          <p:cNvPr id="429" name="Rectangle 429"/>
          <p:cNvSpPr/>
          <p:nvPr/>
        </p:nvSpPr>
        <p:spPr>
          <a:xfrm>
            <a:off x="747712" y="512423"/>
            <a:ext cx="10019350" cy="52784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Confirme</a:t>
            </a:r>
            <a:r>
              <a:rPr lang="en-GB" sz="3479" b="1" i="0" spc="750" baseline="0" dirty="0">
                <a:solidFill>
                  <a:srgbClr val="224466"/>
                </a:solidFill>
                <a:latin typeface="Arial"/>
              </a:rPr>
              <a:t>d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b</a:t>
            </a:r>
            <a:r>
              <a:rPr lang="en-GB" sz="3479" b="1" i="0" spc="750" baseline="0" dirty="0">
                <a:solidFill>
                  <a:srgbClr val="224466"/>
                </a:solidFill>
                <a:latin typeface="Arial"/>
              </a:rPr>
              <a:t>y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Google</a:t>
            </a:r>
            <a:r>
              <a:rPr lang="en-GB" sz="3479" b="1" i="0" spc="557" baseline="0" dirty="0">
                <a:solidFill>
                  <a:srgbClr val="224466"/>
                </a:solidFill>
                <a:latin typeface="Arial"/>
              </a:rPr>
              <a:t>,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i</a:t>
            </a:r>
            <a:r>
              <a:rPr lang="en-GB" sz="3479" b="1" i="0" spc="750" baseline="0" dirty="0">
                <a:solidFill>
                  <a:srgbClr val="224466"/>
                </a:solidFill>
                <a:latin typeface="Arial"/>
              </a:rPr>
              <a:t>n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thei</a:t>
            </a:r>
            <a:r>
              <a:rPr lang="en-GB" sz="3479" b="1" i="0" spc="750" baseline="0" dirty="0">
                <a:solidFill>
                  <a:srgbClr val="224466"/>
                </a:solidFill>
                <a:latin typeface="Arial"/>
              </a:rPr>
              <a:t>r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ne</a:t>
            </a:r>
            <a:r>
              <a:rPr lang="en-GB" sz="3479" b="1" i="0" spc="750" baseline="0" dirty="0">
                <a:solidFill>
                  <a:srgbClr val="224466"/>
                </a:solidFill>
                <a:latin typeface="Arial"/>
              </a:rPr>
              <a:t>w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promptin</a:t>
            </a:r>
            <a:r>
              <a:rPr lang="en-GB" sz="3479" b="1" i="0" spc="749" baseline="0" dirty="0">
                <a:solidFill>
                  <a:srgbClr val="224466"/>
                </a:solidFill>
                <a:latin typeface="Arial"/>
              </a:rPr>
              <a:t>g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guide</a:t>
            </a:r>
          </a:p>
        </p:txBody>
      </p:sp>
      <p:sp>
        <p:nvSpPr>
          <p:cNvPr id="430" name="Rectangle 430"/>
          <p:cNvSpPr/>
          <p:nvPr/>
        </p:nvSpPr>
        <p:spPr>
          <a:xfrm>
            <a:off x="745777" y="6395315"/>
            <a:ext cx="6367854" cy="19794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Source</a:t>
            </a:r>
            <a:r>
              <a:rPr lang="en-GB" sz="1304" b="0" i="0" spc="299" baseline="0" dirty="0">
                <a:solidFill>
                  <a:srgbClr val="1F2328"/>
                </a:solidFill>
                <a:latin typeface="Arial"/>
              </a:rPr>
              <a:t>:</a:t>
            </a:r>
            <a:r>
              <a:rPr lang="en-GB" sz="1304" b="0" i="0" spc="0" baseline="0" dirty="0">
                <a:solidFill>
                  <a:srgbClr val="0969DA"/>
                </a:solidFill>
                <a:latin typeface="Arial"/>
                <a:hlinkClick r:id="rId2"/>
              </a:rPr>
              <a:t>https://drive.google.com/file/d/1vNeBbxptU91i2gMCCVGAfWKuQgoieXtp/view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Freeform 431"/>
          <p:cNvSpPr/>
          <p:nvPr/>
        </p:nvSpPr>
        <p:spPr>
          <a:xfrm flipV="1">
            <a:off x="0" y="-9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32" name="Freeform 432"/>
          <p:cNvSpPr/>
          <p:nvPr/>
        </p:nvSpPr>
        <p:spPr>
          <a:xfrm flipV="1">
            <a:off x="0" y="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33" name="Picture 433"/>
          <p:cNvPicPr>
            <a:picLocks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3487"/>
            <a:ext cx="6096000" cy="6861529"/>
          </a:xfrm>
          <a:prstGeom prst="rect">
            <a:avLst/>
          </a:prstGeom>
          <a:noFill/>
        </p:spPr>
      </p:pic>
      <p:sp>
        <p:nvSpPr>
          <p:cNvPr id="434" name="Freeform 434"/>
          <p:cNvSpPr/>
          <p:nvPr/>
        </p:nvSpPr>
        <p:spPr>
          <a:xfrm flipV="1">
            <a:off x="10051840" y="4628806"/>
            <a:ext cx="369878" cy="440331"/>
          </a:xfrm>
          <a:custGeom>
            <a:avLst/>
            <a:gdLst/>
            <a:ahLst/>
            <a:cxnLst/>
            <a:rect l="0" t="0" r="0" b="0"/>
            <a:pathLst>
              <a:path w="266700" h="317500">
                <a:moveTo>
                  <a:pt x="114300" y="0"/>
                </a:moveTo>
                <a:cubicBezTo>
                  <a:pt x="93256" y="0"/>
                  <a:pt x="76200" y="17057"/>
                  <a:pt x="76200" y="38100"/>
                </a:cubicBezTo>
                <a:lnTo>
                  <a:pt x="76200" y="88900"/>
                </a:lnTo>
                <a:cubicBezTo>
                  <a:pt x="76200" y="109944"/>
                  <a:pt x="93256" y="127000"/>
                  <a:pt x="114300" y="127000"/>
                </a:cubicBezTo>
                <a:cubicBezTo>
                  <a:pt x="121958" y="127077"/>
                  <a:pt x="190500" y="139700"/>
                  <a:pt x="190500" y="190500"/>
                </a:cubicBezTo>
                <a:cubicBezTo>
                  <a:pt x="190500" y="215900"/>
                  <a:pt x="165100" y="241300"/>
                  <a:pt x="127000" y="241300"/>
                </a:cubicBezTo>
                <a:cubicBezTo>
                  <a:pt x="95999" y="241300"/>
                  <a:pt x="76200" y="215900"/>
                  <a:pt x="76200" y="203200"/>
                </a:cubicBezTo>
                <a:cubicBezTo>
                  <a:pt x="76200" y="182157"/>
                  <a:pt x="59143" y="165100"/>
                  <a:pt x="38100" y="165100"/>
                </a:cubicBezTo>
                <a:cubicBezTo>
                  <a:pt x="17056" y="165100"/>
                  <a:pt x="0" y="182157"/>
                  <a:pt x="0" y="203200"/>
                </a:cubicBezTo>
                <a:cubicBezTo>
                  <a:pt x="0" y="265151"/>
                  <a:pt x="58165" y="317500"/>
                  <a:pt x="127000" y="317500"/>
                </a:cubicBezTo>
                <a:cubicBezTo>
                  <a:pt x="228600" y="317500"/>
                  <a:pt x="266700" y="241529"/>
                  <a:pt x="266700" y="177800"/>
                </a:cubicBezTo>
                <a:cubicBezTo>
                  <a:pt x="266700" y="125159"/>
                  <a:pt x="237782" y="84925"/>
                  <a:pt x="185254" y="64516"/>
                </a:cubicBezTo>
                <a:cubicBezTo>
                  <a:pt x="173824" y="60059"/>
                  <a:pt x="162521" y="57062"/>
                  <a:pt x="152400" y="55030"/>
                </a:cubicBezTo>
                <a:lnTo>
                  <a:pt x="152400" y="38100"/>
                </a:lnTo>
                <a:cubicBezTo>
                  <a:pt x="152400" y="17057"/>
                  <a:pt x="135343" y="0"/>
                  <a:pt x="114300" y="0"/>
                </a:cubicBezTo>
                <a:close/>
                <a:moveTo>
                  <a:pt x="241300" y="342900"/>
                </a:moveTo>
              </a:path>
            </a:pathLst>
          </a:custGeom>
          <a:solidFill>
            <a:srgbClr val="BE1931">
              <a:alpha val="100000"/>
            </a:srgbClr>
          </a:solidFill>
          <a:ln w="17613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35" name="Freeform 435"/>
          <p:cNvSpPr/>
          <p:nvPr/>
        </p:nvSpPr>
        <p:spPr>
          <a:xfrm flipV="1">
            <a:off x="10157520" y="5104364"/>
            <a:ext cx="105680" cy="105679"/>
          </a:xfrm>
          <a:custGeom>
            <a:avLst/>
            <a:gdLst/>
            <a:ahLst/>
            <a:cxnLst/>
            <a:rect l="0" t="0" r="0" b="0"/>
            <a:pathLst>
              <a:path w="76201" h="76200">
                <a:moveTo>
                  <a:pt x="76201" y="38100"/>
                </a:moveTo>
                <a:cubicBezTo>
                  <a:pt x="76200" y="35599"/>
                  <a:pt x="75956" y="33121"/>
                  <a:pt x="75468" y="30668"/>
                </a:cubicBezTo>
                <a:cubicBezTo>
                  <a:pt x="74980" y="28214"/>
                  <a:pt x="74258" y="25832"/>
                  <a:pt x="73300" y="23520"/>
                </a:cubicBezTo>
                <a:cubicBezTo>
                  <a:pt x="72343" y="21209"/>
                  <a:pt x="71169" y="19013"/>
                  <a:pt x="69779" y="16933"/>
                </a:cubicBezTo>
                <a:cubicBezTo>
                  <a:pt x="68390" y="14853"/>
                  <a:pt x="66810" y="12929"/>
                  <a:pt x="65041" y="11160"/>
                </a:cubicBezTo>
                <a:cubicBezTo>
                  <a:pt x="63272" y="9391"/>
                  <a:pt x="61348" y="7811"/>
                  <a:pt x="59268" y="6422"/>
                </a:cubicBezTo>
                <a:cubicBezTo>
                  <a:pt x="57188" y="5032"/>
                  <a:pt x="54992" y="3858"/>
                  <a:pt x="52681" y="2901"/>
                </a:cubicBezTo>
                <a:cubicBezTo>
                  <a:pt x="50369" y="1943"/>
                  <a:pt x="47987" y="1221"/>
                  <a:pt x="45533" y="733"/>
                </a:cubicBezTo>
                <a:cubicBezTo>
                  <a:pt x="43080" y="245"/>
                  <a:pt x="40602" y="0"/>
                  <a:pt x="38101" y="0"/>
                </a:cubicBezTo>
                <a:cubicBezTo>
                  <a:pt x="35599" y="0"/>
                  <a:pt x="33121" y="245"/>
                  <a:pt x="30668" y="733"/>
                </a:cubicBezTo>
                <a:cubicBezTo>
                  <a:pt x="28214" y="1221"/>
                  <a:pt x="25831" y="1943"/>
                  <a:pt x="23520" y="2901"/>
                </a:cubicBezTo>
                <a:cubicBezTo>
                  <a:pt x="21209" y="3858"/>
                  <a:pt x="19013" y="5032"/>
                  <a:pt x="16933" y="6422"/>
                </a:cubicBezTo>
                <a:cubicBezTo>
                  <a:pt x="14853" y="7811"/>
                  <a:pt x="12929" y="9391"/>
                  <a:pt x="11160" y="11160"/>
                </a:cubicBezTo>
                <a:cubicBezTo>
                  <a:pt x="9391" y="12929"/>
                  <a:pt x="7811" y="14853"/>
                  <a:pt x="6421" y="16933"/>
                </a:cubicBezTo>
                <a:cubicBezTo>
                  <a:pt x="5032" y="19013"/>
                  <a:pt x="3858" y="21209"/>
                  <a:pt x="2901" y="23520"/>
                </a:cubicBezTo>
                <a:cubicBezTo>
                  <a:pt x="1943" y="25832"/>
                  <a:pt x="1221" y="28214"/>
                  <a:pt x="733" y="30668"/>
                </a:cubicBezTo>
                <a:cubicBezTo>
                  <a:pt x="245" y="33121"/>
                  <a:pt x="0" y="35599"/>
                  <a:pt x="1" y="38100"/>
                </a:cubicBezTo>
                <a:cubicBezTo>
                  <a:pt x="0" y="40602"/>
                  <a:pt x="245" y="43080"/>
                  <a:pt x="733" y="45533"/>
                </a:cubicBezTo>
                <a:cubicBezTo>
                  <a:pt x="1221" y="47987"/>
                  <a:pt x="1943" y="50370"/>
                  <a:pt x="2901" y="52681"/>
                </a:cubicBezTo>
                <a:cubicBezTo>
                  <a:pt x="3858" y="54992"/>
                  <a:pt x="5032" y="57188"/>
                  <a:pt x="6421" y="59268"/>
                </a:cubicBezTo>
                <a:cubicBezTo>
                  <a:pt x="7811" y="61348"/>
                  <a:pt x="9391" y="63272"/>
                  <a:pt x="11160" y="65041"/>
                </a:cubicBezTo>
                <a:cubicBezTo>
                  <a:pt x="12929" y="66810"/>
                  <a:pt x="14853" y="68390"/>
                  <a:pt x="16933" y="69780"/>
                </a:cubicBezTo>
                <a:cubicBezTo>
                  <a:pt x="19013" y="71169"/>
                  <a:pt x="21209" y="72343"/>
                  <a:pt x="23520" y="73300"/>
                </a:cubicBezTo>
                <a:cubicBezTo>
                  <a:pt x="25831" y="74258"/>
                  <a:pt x="28214" y="74980"/>
                  <a:pt x="30668" y="75468"/>
                </a:cubicBezTo>
                <a:cubicBezTo>
                  <a:pt x="33121" y="75956"/>
                  <a:pt x="35599" y="76200"/>
                  <a:pt x="38101" y="76200"/>
                </a:cubicBezTo>
                <a:cubicBezTo>
                  <a:pt x="40602" y="76200"/>
                  <a:pt x="43080" y="75956"/>
                  <a:pt x="45533" y="75468"/>
                </a:cubicBezTo>
                <a:cubicBezTo>
                  <a:pt x="47987" y="74980"/>
                  <a:pt x="50369" y="74258"/>
                  <a:pt x="52681" y="73300"/>
                </a:cubicBezTo>
                <a:cubicBezTo>
                  <a:pt x="54992" y="72343"/>
                  <a:pt x="57188" y="71169"/>
                  <a:pt x="59268" y="69780"/>
                </a:cubicBezTo>
                <a:cubicBezTo>
                  <a:pt x="61348" y="68390"/>
                  <a:pt x="63272" y="66810"/>
                  <a:pt x="65041" y="65041"/>
                </a:cubicBezTo>
                <a:cubicBezTo>
                  <a:pt x="66810" y="63272"/>
                  <a:pt x="68390" y="61348"/>
                  <a:pt x="69779" y="59268"/>
                </a:cubicBezTo>
                <a:cubicBezTo>
                  <a:pt x="71169" y="57188"/>
                  <a:pt x="72343" y="54992"/>
                  <a:pt x="73300" y="52681"/>
                </a:cubicBezTo>
                <a:cubicBezTo>
                  <a:pt x="74258" y="50370"/>
                  <a:pt x="74980" y="47987"/>
                  <a:pt x="75468" y="45533"/>
                </a:cubicBezTo>
                <a:cubicBezTo>
                  <a:pt x="75956" y="43080"/>
                  <a:pt x="76200" y="40602"/>
                  <a:pt x="76201" y="38100"/>
                </a:cubicBezTo>
                <a:close/>
                <a:moveTo>
                  <a:pt x="228601" y="444500"/>
                </a:moveTo>
              </a:path>
            </a:pathLst>
          </a:custGeom>
          <a:solidFill>
            <a:srgbClr val="BE1931">
              <a:alpha val="100000"/>
            </a:srgbClr>
          </a:solidFill>
          <a:ln w="17613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36" name="Rectangle 436"/>
          <p:cNvSpPr/>
          <p:nvPr/>
        </p:nvSpPr>
        <p:spPr>
          <a:xfrm>
            <a:off x="6848475" y="1433953"/>
            <a:ext cx="4588947" cy="387754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4929" b="1" i="0" spc="0" baseline="0" dirty="0">
                <a:solidFill>
                  <a:srgbClr val="224466"/>
                </a:solidFill>
                <a:latin typeface="Arial"/>
              </a:rPr>
              <a:t>OK,</a:t>
            </a:r>
          </a:p>
          <a:p>
            <a:pPr marL="0">
              <a:lnSpc>
                <a:spcPts val="6161"/>
              </a:lnSpc>
            </a:pPr>
            <a:r>
              <a:rPr lang="en-GB" sz="4929" b="1" i="0" spc="0" baseline="0" dirty="0">
                <a:solidFill>
                  <a:srgbClr val="224466"/>
                </a:solidFill>
                <a:latin typeface="Arial"/>
              </a:rPr>
              <a:t>i</a:t>
            </a:r>
            <a:r>
              <a:rPr lang="en-GB" sz="4929" b="1" i="0" spc="1062" baseline="0" dirty="0">
                <a:solidFill>
                  <a:srgbClr val="224466"/>
                </a:solidFill>
                <a:latin typeface="Arial"/>
              </a:rPr>
              <a:t>f</a:t>
            </a:r>
            <a:r>
              <a:rPr lang="en-GB" sz="4929" b="1" i="0" spc="0" baseline="0" dirty="0">
                <a:solidFill>
                  <a:srgbClr val="224466"/>
                </a:solidFill>
                <a:latin typeface="Arial"/>
              </a:rPr>
              <a:t>generate</a:t>
            </a:r>
            <a:r>
              <a:rPr lang="en-GB" sz="4929" b="1" i="0" spc="1062" baseline="0" dirty="0">
                <a:solidFill>
                  <a:srgbClr val="224466"/>
                </a:solidFill>
                <a:latin typeface="Arial"/>
              </a:rPr>
              <a:t>d</a:t>
            </a:r>
            <a:r>
              <a:rPr lang="en-GB" sz="4929" b="1" i="0" spc="0" baseline="0" dirty="0">
                <a:solidFill>
                  <a:srgbClr val="224466"/>
                </a:solidFill>
                <a:latin typeface="Arial"/>
              </a:rPr>
              <a:t>text</a:t>
            </a:r>
          </a:p>
          <a:p>
            <a:pPr marL="0">
              <a:lnSpc>
                <a:spcPts val="6161"/>
              </a:lnSpc>
            </a:pPr>
            <a:r>
              <a:rPr lang="en-GB" sz="4929" b="1" i="0" spc="0" baseline="0" dirty="0">
                <a:solidFill>
                  <a:srgbClr val="224466"/>
                </a:solidFill>
                <a:latin typeface="Arial"/>
              </a:rPr>
              <a:t>i</a:t>
            </a:r>
            <a:r>
              <a:rPr lang="en-GB" sz="4929" b="1" i="0" spc="1062" baseline="0" dirty="0">
                <a:solidFill>
                  <a:srgbClr val="224466"/>
                </a:solidFill>
                <a:latin typeface="Arial"/>
              </a:rPr>
              <a:t>s</a:t>
            </a:r>
            <a:r>
              <a:rPr lang="en-GB" sz="4929" b="1" i="0" spc="0" baseline="0" dirty="0">
                <a:solidFill>
                  <a:srgbClr val="224466"/>
                </a:solidFill>
                <a:latin typeface="Arial"/>
              </a:rPr>
              <a:t>banned</a:t>
            </a:r>
            <a:r>
              <a:rPr lang="en-GB" sz="4929" b="1" i="0" spc="789" baseline="0" dirty="0">
                <a:solidFill>
                  <a:srgbClr val="224466"/>
                </a:solidFill>
                <a:latin typeface="Arial"/>
              </a:rPr>
              <a:t>,</a:t>
            </a:r>
            <a:r>
              <a:rPr lang="en-GB" sz="4929" b="1" i="0" spc="0" baseline="0" dirty="0">
                <a:solidFill>
                  <a:srgbClr val="224466"/>
                </a:solidFill>
                <a:latin typeface="Arial"/>
              </a:rPr>
              <a:t>what</a:t>
            </a:r>
          </a:p>
          <a:p>
            <a:pPr marL="0">
              <a:lnSpc>
                <a:spcPts val="6161"/>
              </a:lnSpc>
            </a:pPr>
            <a:r>
              <a:rPr lang="en-GB" sz="4929" b="1" i="0" spc="0" baseline="0" dirty="0">
                <a:solidFill>
                  <a:srgbClr val="224466"/>
                </a:solidFill>
                <a:latin typeface="Arial"/>
              </a:rPr>
              <a:t>els</a:t>
            </a:r>
            <a:r>
              <a:rPr lang="en-GB" sz="4929" b="1" i="0" spc="1062" baseline="0" dirty="0">
                <a:solidFill>
                  <a:srgbClr val="224466"/>
                </a:solidFill>
                <a:latin typeface="Arial"/>
              </a:rPr>
              <a:t>e</a:t>
            </a:r>
            <a:r>
              <a:rPr lang="en-GB" sz="4929" b="1" i="0" spc="0" baseline="0" dirty="0">
                <a:solidFill>
                  <a:srgbClr val="224466"/>
                </a:solidFill>
                <a:latin typeface="Arial"/>
              </a:rPr>
              <a:t>ca</a:t>
            </a:r>
            <a:r>
              <a:rPr lang="en-GB" sz="4929" b="1" i="0" spc="1062" baseline="0" dirty="0">
                <a:solidFill>
                  <a:srgbClr val="224466"/>
                </a:solidFill>
                <a:latin typeface="Arial"/>
              </a:rPr>
              <a:t>n</a:t>
            </a:r>
            <a:r>
              <a:rPr lang="en-GB" sz="4929" b="1" i="0" spc="1063" baseline="0" dirty="0">
                <a:solidFill>
                  <a:srgbClr val="224466"/>
                </a:solidFill>
                <a:latin typeface="Arial"/>
              </a:rPr>
              <a:t>I</a:t>
            </a:r>
            <a:r>
              <a:rPr lang="en-GB" sz="4929" b="1" i="0" spc="0" baseline="0" dirty="0">
                <a:solidFill>
                  <a:srgbClr val="224466"/>
                </a:solidFill>
                <a:latin typeface="Arial"/>
              </a:rPr>
              <a:t>do</a:t>
            </a:r>
          </a:p>
          <a:p>
            <a:pPr marL="0">
              <a:lnSpc>
                <a:spcPts val="6161"/>
              </a:lnSpc>
            </a:pPr>
            <a:r>
              <a:rPr lang="en-GB" sz="4929" b="1" i="0" spc="0" baseline="0" dirty="0">
                <a:solidFill>
                  <a:srgbClr val="224466"/>
                </a:solidFill>
                <a:latin typeface="Arial"/>
              </a:rPr>
              <a:t>wit</a:t>
            </a:r>
            <a:r>
              <a:rPr lang="en-GB" sz="4929" b="1" i="0" spc="1063" baseline="0" dirty="0">
                <a:solidFill>
                  <a:srgbClr val="224466"/>
                </a:solidFill>
                <a:latin typeface="Arial"/>
              </a:rPr>
              <a:t>h</a:t>
            </a:r>
            <a:r>
              <a:rPr lang="en-GB" sz="4929" b="1" i="0" spc="0" baseline="0" dirty="0">
                <a:solidFill>
                  <a:srgbClr val="224466"/>
                </a:solidFill>
                <a:latin typeface="Arial"/>
              </a:rPr>
              <a:t>LLMs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Freeform 437"/>
          <p:cNvSpPr/>
          <p:nvPr/>
        </p:nvSpPr>
        <p:spPr>
          <a:xfrm flipV="1">
            <a:off x="0" y="-1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38" name="Freeform 438"/>
          <p:cNvSpPr/>
          <p:nvPr/>
        </p:nvSpPr>
        <p:spPr>
          <a:xfrm flipV="1">
            <a:off x="0" y="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39" name="Freeform 439"/>
          <p:cNvSpPr/>
          <p:nvPr/>
        </p:nvSpPr>
        <p:spPr>
          <a:xfrm flipV="1">
            <a:off x="1304924" y="5029200"/>
            <a:ext cx="66674" cy="828674"/>
          </a:xfrm>
          <a:custGeom>
            <a:avLst/>
            <a:gdLst/>
            <a:ahLst/>
            <a:cxnLst/>
            <a:rect l="0" t="0" r="0" b="0"/>
            <a:pathLst>
              <a:path w="88900" h="1104900">
                <a:moveTo>
                  <a:pt x="0" y="1104900"/>
                </a:moveTo>
                <a:lnTo>
                  <a:pt x="88900" y="1104900"/>
                </a:lnTo>
                <a:lnTo>
                  <a:pt x="88900" y="0"/>
                </a:lnTo>
                <a:lnTo>
                  <a:pt x="0" y="0"/>
                </a:lnTo>
                <a:lnTo>
                  <a:pt x="0" y="11049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40" name="Freeform 440"/>
          <p:cNvSpPr/>
          <p:nvPr/>
        </p:nvSpPr>
        <p:spPr>
          <a:xfrm flipV="1">
            <a:off x="1066799" y="3505200"/>
            <a:ext cx="85725" cy="85724"/>
          </a:xfrm>
          <a:custGeom>
            <a:avLst/>
            <a:gdLst/>
            <a:ahLst/>
            <a:cxnLst/>
            <a:rect l="0" t="0" r="0" b="0"/>
            <a:pathLst>
              <a:path w="114301" h="114300">
                <a:moveTo>
                  <a:pt x="114301" y="57150"/>
                </a:moveTo>
                <a:cubicBezTo>
                  <a:pt x="114300" y="49572"/>
                  <a:pt x="112850" y="42282"/>
                  <a:pt x="109950" y="35281"/>
                </a:cubicBezTo>
                <a:cubicBezTo>
                  <a:pt x="107050" y="28279"/>
                  <a:pt x="102920" y="22099"/>
                  <a:pt x="97562" y="16740"/>
                </a:cubicBezTo>
                <a:cubicBezTo>
                  <a:pt x="92203" y="11381"/>
                  <a:pt x="86022" y="7252"/>
                  <a:pt x="79021" y="4351"/>
                </a:cubicBezTo>
                <a:cubicBezTo>
                  <a:pt x="72019" y="1451"/>
                  <a:pt x="64729" y="1"/>
                  <a:pt x="57151" y="0"/>
                </a:cubicBezTo>
                <a:cubicBezTo>
                  <a:pt x="49572" y="1"/>
                  <a:pt x="42282" y="1451"/>
                  <a:pt x="35280" y="4351"/>
                </a:cubicBezTo>
                <a:cubicBezTo>
                  <a:pt x="28278" y="7252"/>
                  <a:pt x="22098" y="11381"/>
                  <a:pt x="16739" y="16740"/>
                </a:cubicBezTo>
                <a:cubicBezTo>
                  <a:pt x="11380" y="22099"/>
                  <a:pt x="7251" y="28279"/>
                  <a:pt x="4351" y="35281"/>
                </a:cubicBezTo>
                <a:cubicBezTo>
                  <a:pt x="1450" y="42282"/>
                  <a:pt x="0" y="49572"/>
                  <a:pt x="1" y="57150"/>
                </a:cubicBezTo>
                <a:cubicBezTo>
                  <a:pt x="0" y="64729"/>
                  <a:pt x="1450" y="72019"/>
                  <a:pt x="4351" y="79021"/>
                </a:cubicBezTo>
                <a:cubicBezTo>
                  <a:pt x="7251" y="86023"/>
                  <a:pt x="11380" y="92203"/>
                  <a:pt x="16739" y="97562"/>
                </a:cubicBezTo>
                <a:cubicBezTo>
                  <a:pt x="22098" y="102921"/>
                  <a:pt x="28278" y="107051"/>
                  <a:pt x="35280" y="109951"/>
                </a:cubicBezTo>
                <a:cubicBezTo>
                  <a:pt x="42282" y="112851"/>
                  <a:pt x="49572" y="114300"/>
                  <a:pt x="57151" y="114300"/>
                </a:cubicBezTo>
                <a:cubicBezTo>
                  <a:pt x="64729" y="114300"/>
                  <a:pt x="72019" y="112851"/>
                  <a:pt x="79021" y="109951"/>
                </a:cubicBezTo>
                <a:cubicBezTo>
                  <a:pt x="86022" y="107051"/>
                  <a:pt x="92203" y="102921"/>
                  <a:pt x="97562" y="97562"/>
                </a:cubicBezTo>
                <a:cubicBezTo>
                  <a:pt x="102920" y="92203"/>
                  <a:pt x="107050" y="86023"/>
                  <a:pt x="109950" y="79021"/>
                </a:cubicBezTo>
                <a:cubicBezTo>
                  <a:pt x="112850" y="72019"/>
                  <a:pt x="114300" y="64729"/>
                  <a:pt x="114301" y="57150"/>
                </a:cubicBezTo>
                <a:close/>
                <a:moveTo>
                  <a:pt x="3308351" y="4787900"/>
                </a:moveTo>
              </a:path>
            </a:pathLst>
          </a:custGeom>
          <a:solidFill>
            <a:srgbClr val="1F2328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41" name="Freeform 441"/>
          <p:cNvSpPr/>
          <p:nvPr/>
        </p:nvSpPr>
        <p:spPr>
          <a:xfrm flipV="1">
            <a:off x="1066799" y="4076700"/>
            <a:ext cx="85725" cy="85724"/>
          </a:xfrm>
          <a:custGeom>
            <a:avLst/>
            <a:gdLst/>
            <a:ahLst/>
            <a:cxnLst/>
            <a:rect l="0" t="0" r="0" b="0"/>
            <a:pathLst>
              <a:path w="114301" h="114300">
                <a:moveTo>
                  <a:pt x="114301" y="57150"/>
                </a:moveTo>
                <a:cubicBezTo>
                  <a:pt x="114300" y="49572"/>
                  <a:pt x="112850" y="42283"/>
                  <a:pt x="109950" y="35281"/>
                </a:cubicBezTo>
                <a:cubicBezTo>
                  <a:pt x="107050" y="28280"/>
                  <a:pt x="102920" y="22100"/>
                  <a:pt x="97562" y="16740"/>
                </a:cubicBezTo>
                <a:cubicBezTo>
                  <a:pt x="92203" y="11382"/>
                  <a:pt x="86022" y="7252"/>
                  <a:pt x="79021" y="4352"/>
                </a:cubicBezTo>
                <a:cubicBezTo>
                  <a:pt x="72019" y="1451"/>
                  <a:pt x="64729" y="1"/>
                  <a:pt x="57151" y="0"/>
                </a:cubicBezTo>
                <a:cubicBezTo>
                  <a:pt x="49572" y="1"/>
                  <a:pt x="42282" y="1451"/>
                  <a:pt x="35280" y="4352"/>
                </a:cubicBezTo>
                <a:cubicBezTo>
                  <a:pt x="28278" y="7252"/>
                  <a:pt x="22098" y="11382"/>
                  <a:pt x="16739" y="16740"/>
                </a:cubicBezTo>
                <a:cubicBezTo>
                  <a:pt x="11380" y="22100"/>
                  <a:pt x="7251" y="28280"/>
                  <a:pt x="4351" y="35281"/>
                </a:cubicBezTo>
                <a:cubicBezTo>
                  <a:pt x="1450" y="42283"/>
                  <a:pt x="0" y="49572"/>
                  <a:pt x="1" y="57150"/>
                </a:cubicBezTo>
                <a:cubicBezTo>
                  <a:pt x="0" y="64729"/>
                  <a:pt x="1450" y="72020"/>
                  <a:pt x="4351" y="79021"/>
                </a:cubicBezTo>
                <a:cubicBezTo>
                  <a:pt x="7251" y="86023"/>
                  <a:pt x="11380" y="92203"/>
                  <a:pt x="16739" y="97562"/>
                </a:cubicBezTo>
                <a:cubicBezTo>
                  <a:pt x="22098" y="102921"/>
                  <a:pt x="28278" y="107051"/>
                  <a:pt x="35280" y="109950"/>
                </a:cubicBezTo>
                <a:cubicBezTo>
                  <a:pt x="42282" y="112851"/>
                  <a:pt x="49572" y="114300"/>
                  <a:pt x="57151" y="114300"/>
                </a:cubicBezTo>
                <a:cubicBezTo>
                  <a:pt x="64729" y="114300"/>
                  <a:pt x="72019" y="112851"/>
                  <a:pt x="79021" y="109951"/>
                </a:cubicBezTo>
                <a:cubicBezTo>
                  <a:pt x="86022" y="107051"/>
                  <a:pt x="92203" y="102921"/>
                  <a:pt x="97562" y="97562"/>
                </a:cubicBezTo>
                <a:cubicBezTo>
                  <a:pt x="102920" y="92203"/>
                  <a:pt x="107050" y="86023"/>
                  <a:pt x="109950" y="79022"/>
                </a:cubicBezTo>
                <a:cubicBezTo>
                  <a:pt x="112850" y="72020"/>
                  <a:pt x="114300" y="64729"/>
                  <a:pt x="114301" y="57150"/>
                </a:cubicBezTo>
                <a:close/>
                <a:moveTo>
                  <a:pt x="4070351" y="5549900"/>
                </a:moveTo>
              </a:path>
            </a:pathLst>
          </a:custGeom>
          <a:solidFill>
            <a:srgbClr val="1F2328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42" name="Freeform 442"/>
          <p:cNvSpPr/>
          <p:nvPr/>
        </p:nvSpPr>
        <p:spPr>
          <a:xfrm flipV="1">
            <a:off x="1066799" y="4638675"/>
            <a:ext cx="85725" cy="85724"/>
          </a:xfrm>
          <a:custGeom>
            <a:avLst/>
            <a:gdLst/>
            <a:ahLst/>
            <a:cxnLst/>
            <a:rect l="0" t="0" r="0" b="0"/>
            <a:pathLst>
              <a:path w="114301" h="114300">
                <a:moveTo>
                  <a:pt x="114301" y="57150"/>
                </a:moveTo>
                <a:cubicBezTo>
                  <a:pt x="114300" y="49572"/>
                  <a:pt x="112850" y="42283"/>
                  <a:pt x="109950" y="35281"/>
                </a:cubicBezTo>
                <a:cubicBezTo>
                  <a:pt x="107050" y="28279"/>
                  <a:pt x="102920" y="22099"/>
                  <a:pt x="97562" y="16740"/>
                </a:cubicBezTo>
                <a:cubicBezTo>
                  <a:pt x="92203" y="11382"/>
                  <a:pt x="86022" y="7252"/>
                  <a:pt x="79021" y="4351"/>
                </a:cubicBezTo>
                <a:cubicBezTo>
                  <a:pt x="72019" y="1451"/>
                  <a:pt x="64729" y="1"/>
                  <a:pt x="57151" y="0"/>
                </a:cubicBezTo>
                <a:cubicBezTo>
                  <a:pt x="49572" y="1"/>
                  <a:pt x="42282" y="1451"/>
                  <a:pt x="35280" y="4351"/>
                </a:cubicBezTo>
                <a:cubicBezTo>
                  <a:pt x="28278" y="7252"/>
                  <a:pt x="22098" y="11382"/>
                  <a:pt x="16739" y="16740"/>
                </a:cubicBezTo>
                <a:cubicBezTo>
                  <a:pt x="11380" y="22099"/>
                  <a:pt x="7251" y="28279"/>
                  <a:pt x="4351" y="35281"/>
                </a:cubicBezTo>
                <a:cubicBezTo>
                  <a:pt x="1450" y="42282"/>
                  <a:pt x="0" y="49572"/>
                  <a:pt x="1" y="57150"/>
                </a:cubicBezTo>
                <a:cubicBezTo>
                  <a:pt x="0" y="64729"/>
                  <a:pt x="1450" y="72020"/>
                  <a:pt x="4351" y="79022"/>
                </a:cubicBezTo>
                <a:cubicBezTo>
                  <a:pt x="7251" y="86024"/>
                  <a:pt x="11380" y="92204"/>
                  <a:pt x="16739" y="97562"/>
                </a:cubicBezTo>
                <a:cubicBezTo>
                  <a:pt x="22098" y="102921"/>
                  <a:pt x="28278" y="107051"/>
                  <a:pt x="35280" y="109951"/>
                </a:cubicBezTo>
                <a:cubicBezTo>
                  <a:pt x="42282" y="112851"/>
                  <a:pt x="49572" y="114300"/>
                  <a:pt x="57151" y="114300"/>
                </a:cubicBezTo>
                <a:cubicBezTo>
                  <a:pt x="64729" y="114300"/>
                  <a:pt x="72019" y="112851"/>
                  <a:pt x="79021" y="109951"/>
                </a:cubicBezTo>
                <a:cubicBezTo>
                  <a:pt x="86022" y="107051"/>
                  <a:pt x="92203" y="102921"/>
                  <a:pt x="97562" y="97562"/>
                </a:cubicBezTo>
                <a:cubicBezTo>
                  <a:pt x="102920" y="92204"/>
                  <a:pt x="107050" y="86024"/>
                  <a:pt x="109950" y="79022"/>
                </a:cubicBezTo>
                <a:cubicBezTo>
                  <a:pt x="112850" y="72020"/>
                  <a:pt x="114300" y="64729"/>
                  <a:pt x="114301" y="57150"/>
                </a:cubicBezTo>
                <a:close/>
                <a:moveTo>
                  <a:pt x="4819651" y="6299200"/>
                </a:moveTo>
              </a:path>
            </a:pathLst>
          </a:custGeom>
          <a:solidFill>
            <a:srgbClr val="1F2328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43" name="Rectangle 443"/>
          <p:cNvSpPr/>
          <p:nvPr/>
        </p:nvSpPr>
        <p:spPr>
          <a:xfrm>
            <a:off x="747712" y="864848"/>
            <a:ext cx="9128283" cy="494548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Formativ</a:t>
            </a:r>
            <a:r>
              <a:rPr lang="en-GB" sz="3479" b="1" i="0" spc="749" baseline="0" dirty="0">
                <a:solidFill>
                  <a:srgbClr val="224466"/>
                </a:solidFill>
                <a:latin typeface="Arial"/>
              </a:rPr>
              <a:t>e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Conversations</a:t>
            </a:r>
          </a:p>
          <a:p>
            <a:pPr marL="0">
              <a:lnSpc>
                <a:spcPts val="4350"/>
              </a:lnSpc>
            </a:pP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(...promptin</a:t>
            </a:r>
            <a:r>
              <a:rPr lang="en-GB" sz="3479" b="1" i="0" spc="750" baseline="0" dirty="0">
                <a:solidFill>
                  <a:srgbClr val="224466"/>
                </a:solidFill>
                <a:latin typeface="Arial"/>
              </a:rPr>
              <a:t>g</a:t>
            </a:r>
            <a:r>
              <a:rPr lang="en-GB" sz="3479" b="1" i="1" spc="0" baseline="0" dirty="0">
                <a:solidFill>
                  <a:srgbClr val="224466"/>
                </a:solidFill>
                <a:latin typeface="Arial"/>
              </a:rPr>
              <a:t>i</a:t>
            </a:r>
            <a:r>
              <a:rPr lang="en-GB" sz="3479" b="1" i="1" spc="750" baseline="0" dirty="0">
                <a:solidFill>
                  <a:srgbClr val="224466"/>
                </a:solidFill>
                <a:latin typeface="Arial"/>
              </a:rPr>
              <a:t>t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t</a:t>
            </a:r>
            <a:r>
              <a:rPr lang="en-GB" sz="3479" b="1" i="0" spc="749" baseline="0" dirty="0">
                <a:solidFill>
                  <a:srgbClr val="224466"/>
                </a:solidFill>
                <a:latin typeface="Arial"/>
              </a:rPr>
              <a:t>o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promp</a:t>
            </a:r>
            <a:r>
              <a:rPr lang="en-GB" sz="3479" b="1" i="0" spc="751" baseline="0" dirty="0">
                <a:solidFill>
                  <a:srgbClr val="224466"/>
                </a:solidFill>
                <a:latin typeface="Arial"/>
              </a:rPr>
              <a:t>t</a:t>
            </a:r>
            <a:r>
              <a:rPr lang="en-GB" sz="3479" b="1" i="1" spc="0" baseline="0" dirty="0">
                <a:solidFill>
                  <a:srgbClr val="224466"/>
                </a:solidFill>
                <a:latin typeface="Arial"/>
              </a:rPr>
              <a:t>you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...)</a:t>
            </a:r>
          </a:p>
          <a:p>
            <a:pPr marL="0">
              <a:lnSpc>
                <a:spcPts val="7567"/>
              </a:lnSpc>
            </a:pPr>
            <a:r>
              <a:rPr lang="en-GB" sz="2827" b="1" i="0" spc="0" baseline="0" dirty="0">
                <a:solidFill>
                  <a:srgbClr val="1F2328"/>
                </a:solidFill>
                <a:latin typeface="Arial"/>
              </a:rPr>
              <a:t>A</a:t>
            </a:r>
            <a:r>
              <a:rPr lang="en-GB" sz="2827" b="1" i="0" spc="621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827" b="1" i="0" spc="622" baseline="0" dirty="0">
                <a:solidFill>
                  <a:srgbClr val="1F2328"/>
                </a:solidFill>
                <a:latin typeface="Arial"/>
              </a:rPr>
              <a:t>a</a:t>
            </a:r>
            <a:r>
              <a:rPr lang="en-GB" sz="2827" b="1" i="0" spc="0" baseline="0" dirty="0">
                <a:solidFill>
                  <a:srgbClr val="1F2328"/>
                </a:solidFill>
                <a:latin typeface="Arial"/>
              </a:rPr>
              <a:t>stud</a:t>
            </a:r>
            <a:r>
              <a:rPr lang="en-GB" sz="2827" b="1" i="0" spc="622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827" b="1" i="0" spc="0" baseline="0" dirty="0">
                <a:solidFill>
                  <a:srgbClr val="1F2328"/>
                </a:solidFill>
                <a:latin typeface="Arial"/>
              </a:rPr>
              <a:t>advisor...</a:t>
            </a:r>
          </a:p>
          <a:p>
            <a:pPr marL="552449">
              <a:lnSpc>
                <a:spcPts val="6217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Tur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reading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int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tas</a:t>
            </a:r>
            <a:r>
              <a:rPr lang="en-GB" sz="2174" b="1" i="0" spc="494" baseline="0" dirty="0">
                <a:solidFill>
                  <a:srgbClr val="1F2328"/>
                </a:solidFill>
                <a:latin typeface="Arial"/>
              </a:rPr>
              <a:t>k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lists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stud</a:t>
            </a:r>
            <a:r>
              <a:rPr lang="en-GB" sz="2174" b="1" i="0" spc="494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plans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revisio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schedules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.</a:t>
            </a:r>
          </a:p>
          <a:p>
            <a:pPr marL="552449">
              <a:lnSpc>
                <a:spcPts val="4500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Tur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lectur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note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int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practic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questions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flashcards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checklists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.</a:t>
            </a:r>
          </a:p>
          <a:p>
            <a:pPr marL="552449">
              <a:lnSpc>
                <a:spcPts val="44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As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k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fo</a:t>
            </a:r>
            <a:r>
              <a:rPr lang="en-GB" sz="2174" b="0" i="0" spc="505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Socrati</a:t>
            </a:r>
            <a:r>
              <a:rPr lang="en-GB" sz="2174" b="1" i="0" spc="494" baseline="0" dirty="0">
                <a:solidFill>
                  <a:srgbClr val="1F2328"/>
                </a:solidFill>
                <a:latin typeface="Arial"/>
              </a:rPr>
              <a:t>c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questions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no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summaries.</a:t>
            </a:r>
          </a:p>
          <a:p>
            <a:pPr marL="895349">
              <a:lnSpc>
                <a:spcPts val="4500"/>
              </a:lnSpc>
            </a:pPr>
            <a:r>
              <a:rPr lang="en-GB" sz="2174" b="0" i="1" spc="0" baseline="0" dirty="0">
                <a:solidFill>
                  <a:srgbClr val="656D76"/>
                </a:solidFill>
                <a:latin typeface="Arial"/>
              </a:rPr>
              <a:t>"Engag</a:t>
            </a:r>
            <a:r>
              <a:rPr lang="en-GB" sz="2174" b="0" i="1" spc="580" baseline="0" dirty="0">
                <a:solidFill>
                  <a:srgbClr val="656D76"/>
                </a:solidFill>
                <a:latin typeface="Arial"/>
              </a:rPr>
              <a:t>e</a:t>
            </a:r>
            <a:r>
              <a:rPr lang="en-GB" sz="2174" b="0" i="1" spc="0" baseline="0" dirty="0">
                <a:solidFill>
                  <a:srgbClr val="656D76"/>
                </a:solidFill>
                <a:latin typeface="Arial"/>
              </a:rPr>
              <a:t>m</a:t>
            </a:r>
            <a:r>
              <a:rPr lang="en-GB" sz="2174" b="0" i="1" spc="580" baseline="0" dirty="0">
                <a:solidFill>
                  <a:srgbClr val="656D76"/>
                </a:solidFill>
                <a:latin typeface="Arial"/>
              </a:rPr>
              <a:t>e</a:t>
            </a:r>
            <a:r>
              <a:rPr lang="en-GB" sz="2174" b="0" i="1" spc="0" baseline="0" dirty="0">
                <a:solidFill>
                  <a:srgbClr val="656D76"/>
                </a:solidFill>
                <a:latin typeface="Arial"/>
              </a:rPr>
              <a:t>i</a:t>
            </a:r>
            <a:r>
              <a:rPr lang="en-GB" sz="2174" b="0" i="1" spc="580" baseline="0" dirty="0">
                <a:solidFill>
                  <a:srgbClr val="656D76"/>
                </a:solidFill>
                <a:latin typeface="Arial"/>
              </a:rPr>
              <a:t>na</a:t>
            </a:r>
            <a:r>
              <a:rPr lang="en-GB" sz="2174" b="0" i="1" spc="0" baseline="0" dirty="0">
                <a:solidFill>
                  <a:srgbClr val="656D76"/>
                </a:solidFill>
                <a:latin typeface="Arial"/>
              </a:rPr>
              <a:t>Socrati</a:t>
            </a:r>
            <a:r>
              <a:rPr lang="en-GB" sz="2174" b="0" i="1" spc="580" baseline="0" dirty="0">
                <a:solidFill>
                  <a:srgbClr val="656D76"/>
                </a:solidFill>
                <a:latin typeface="Arial"/>
              </a:rPr>
              <a:t>c</a:t>
            </a:r>
            <a:r>
              <a:rPr lang="en-GB" sz="2174" b="0" i="1" spc="0" baseline="0" dirty="0">
                <a:solidFill>
                  <a:srgbClr val="656D76"/>
                </a:solidFill>
                <a:latin typeface="Arial"/>
              </a:rPr>
              <a:t>conversatio</a:t>
            </a:r>
            <a:r>
              <a:rPr lang="en-GB" sz="2174" b="0" i="1" spc="580" baseline="0" dirty="0">
                <a:solidFill>
                  <a:srgbClr val="656D76"/>
                </a:solidFill>
                <a:latin typeface="Arial"/>
              </a:rPr>
              <a:t>n</a:t>
            </a:r>
            <a:r>
              <a:rPr lang="en-GB" sz="2174" b="0" i="1" spc="0" baseline="0" dirty="0">
                <a:solidFill>
                  <a:srgbClr val="656D76"/>
                </a:solidFill>
                <a:latin typeface="Arial"/>
              </a:rPr>
              <a:t>abou</a:t>
            </a:r>
            <a:r>
              <a:rPr lang="en-GB" sz="2174" b="0" i="1" spc="580" baseline="0" dirty="0">
                <a:solidFill>
                  <a:srgbClr val="656D76"/>
                </a:solidFill>
                <a:latin typeface="Arial"/>
              </a:rPr>
              <a:t>t</a:t>
            </a:r>
            <a:r>
              <a:rPr lang="en-GB" sz="2174" b="0" i="1" spc="0" baseline="0" dirty="0">
                <a:solidFill>
                  <a:srgbClr val="656D76"/>
                </a:solidFill>
                <a:latin typeface="Arial"/>
              </a:rPr>
              <a:t>[topi</a:t>
            </a:r>
            <a:r>
              <a:rPr lang="en-GB" sz="2174" b="0" i="1" spc="580" baseline="0" dirty="0">
                <a:solidFill>
                  <a:srgbClr val="656D76"/>
                </a:solidFill>
                <a:latin typeface="Arial"/>
              </a:rPr>
              <a:t>c</a:t>
            </a:r>
            <a:r>
              <a:rPr lang="en-GB" sz="2174" b="0" i="1" spc="0" baseline="0" dirty="0">
                <a:solidFill>
                  <a:srgbClr val="656D76"/>
                </a:solidFill>
                <a:latin typeface="Arial"/>
              </a:rPr>
              <a:t>X</a:t>
            </a:r>
            <a:r>
              <a:rPr lang="en-GB" sz="2174" b="0" i="1" spc="580" baseline="0" dirty="0">
                <a:solidFill>
                  <a:srgbClr val="656D76"/>
                </a:solidFill>
                <a:latin typeface="Arial"/>
              </a:rPr>
              <a:t>]</a:t>
            </a:r>
            <a:r>
              <a:rPr lang="en-GB" sz="2174" b="0" i="1" spc="0" baseline="0" dirty="0">
                <a:solidFill>
                  <a:srgbClr val="656D76"/>
                </a:solidFill>
                <a:latin typeface="Arial"/>
              </a:rPr>
              <a:t>t</a:t>
            </a:r>
            <a:r>
              <a:rPr lang="en-GB" sz="2174" b="0" i="1" spc="580" baseline="0" dirty="0">
                <a:solidFill>
                  <a:srgbClr val="656D76"/>
                </a:solidFill>
                <a:latin typeface="Arial"/>
              </a:rPr>
              <a:t>o</a:t>
            </a:r>
            <a:r>
              <a:rPr lang="en-GB" sz="2174" b="0" i="1" spc="0" baseline="0" dirty="0">
                <a:solidFill>
                  <a:srgbClr val="656D76"/>
                </a:solidFill>
                <a:latin typeface="Arial"/>
              </a:rPr>
              <a:t>develo</a:t>
            </a:r>
            <a:r>
              <a:rPr lang="en-GB" sz="2174" b="0" i="1" spc="580" baseline="0" dirty="0">
                <a:solidFill>
                  <a:srgbClr val="656D76"/>
                </a:solidFill>
                <a:latin typeface="Arial"/>
              </a:rPr>
              <a:t>p</a:t>
            </a:r>
            <a:r>
              <a:rPr lang="en-GB" sz="2174" b="0" i="1" spc="0" baseline="0" dirty="0">
                <a:solidFill>
                  <a:srgbClr val="656D76"/>
                </a:solidFill>
                <a:latin typeface="Arial"/>
              </a:rPr>
              <a:t>my</a:t>
            </a:r>
          </a:p>
          <a:p>
            <a:pPr marL="895349">
              <a:lnSpc>
                <a:spcPts val="3224"/>
              </a:lnSpc>
            </a:pPr>
            <a:r>
              <a:rPr lang="en-GB" sz="2174" b="0" i="1" spc="0" baseline="0" dirty="0">
                <a:solidFill>
                  <a:srgbClr val="656D76"/>
                </a:solidFill>
                <a:latin typeface="Arial"/>
              </a:rPr>
              <a:t>understanding..."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Freeform 444"/>
          <p:cNvSpPr/>
          <p:nvPr/>
        </p:nvSpPr>
        <p:spPr>
          <a:xfrm flipV="1">
            <a:off x="0" y="-1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45" name="Freeform 445"/>
          <p:cNvSpPr/>
          <p:nvPr/>
        </p:nvSpPr>
        <p:spPr>
          <a:xfrm flipV="1">
            <a:off x="0" y="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46" name="Freeform 446"/>
          <p:cNvSpPr/>
          <p:nvPr/>
        </p:nvSpPr>
        <p:spPr>
          <a:xfrm flipV="1">
            <a:off x="1066799" y="3705225"/>
            <a:ext cx="85725" cy="85724"/>
          </a:xfrm>
          <a:custGeom>
            <a:avLst/>
            <a:gdLst/>
            <a:ahLst/>
            <a:cxnLst/>
            <a:rect l="0" t="0" r="0" b="0"/>
            <a:pathLst>
              <a:path w="114301" h="114300">
                <a:moveTo>
                  <a:pt x="114301" y="57150"/>
                </a:moveTo>
                <a:cubicBezTo>
                  <a:pt x="114300" y="49572"/>
                  <a:pt x="112850" y="42282"/>
                  <a:pt x="109950" y="35281"/>
                </a:cubicBezTo>
                <a:cubicBezTo>
                  <a:pt x="107050" y="28279"/>
                  <a:pt x="102920" y="22099"/>
                  <a:pt x="97562" y="16740"/>
                </a:cubicBezTo>
                <a:cubicBezTo>
                  <a:pt x="92203" y="11381"/>
                  <a:pt x="86022" y="7252"/>
                  <a:pt x="79021" y="4351"/>
                </a:cubicBezTo>
                <a:cubicBezTo>
                  <a:pt x="72019" y="1451"/>
                  <a:pt x="64729" y="1"/>
                  <a:pt x="57151" y="0"/>
                </a:cubicBezTo>
                <a:cubicBezTo>
                  <a:pt x="49572" y="1"/>
                  <a:pt x="42282" y="1451"/>
                  <a:pt x="35280" y="4351"/>
                </a:cubicBezTo>
                <a:cubicBezTo>
                  <a:pt x="28278" y="7252"/>
                  <a:pt x="22098" y="11381"/>
                  <a:pt x="16739" y="16740"/>
                </a:cubicBezTo>
                <a:cubicBezTo>
                  <a:pt x="11380" y="22099"/>
                  <a:pt x="7251" y="28279"/>
                  <a:pt x="4351" y="35281"/>
                </a:cubicBezTo>
                <a:cubicBezTo>
                  <a:pt x="1450" y="42282"/>
                  <a:pt x="0" y="49572"/>
                  <a:pt x="1" y="57150"/>
                </a:cubicBezTo>
                <a:cubicBezTo>
                  <a:pt x="0" y="64729"/>
                  <a:pt x="1450" y="72019"/>
                  <a:pt x="4351" y="79021"/>
                </a:cubicBezTo>
                <a:cubicBezTo>
                  <a:pt x="7251" y="86023"/>
                  <a:pt x="11380" y="92203"/>
                  <a:pt x="16739" y="97562"/>
                </a:cubicBezTo>
                <a:cubicBezTo>
                  <a:pt x="22098" y="102921"/>
                  <a:pt x="28278" y="107051"/>
                  <a:pt x="35280" y="109951"/>
                </a:cubicBezTo>
                <a:cubicBezTo>
                  <a:pt x="42282" y="112851"/>
                  <a:pt x="49572" y="114300"/>
                  <a:pt x="57151" y="114300"/>
                </a:cubicBezTo>
                <a:cubicBezTo>
                  <a:pt x="64729" y="114300"/>
                  <a:pt x="72019" y="112851"/>
                  <a:pt x="79021" y="109951"/>
                </a:cubicBezTo>
                <a:cubicBezTo>
                  <a:pt x="86022" y="107051"/>
                  <a:pt x="92203" y="102921"/>
                  <a:pt x="97562" y="97562"/>
                </a:cubicBezTo>
                <a:cubicBezTo>
                  <a:pt x="102920" y="92203"/>
                  <a:pt x="107050" y="86023"/>
                  <a:pt x="109950" y="79021"/>
                </a:cubicBezTo>
                <a:cubicBezTo>
                  <a:pt x="112850" y="72019"/>
                  <a:pt x="114300" y="64729"/>
                  <a:pt x="114301" y="57150"/>
                </a:cubicBezTo>
                <a:close/>
                <a:moveTo>
                  <a:pt x="3575051" y="5054600"/>
                </a:moveTo>
              </a:path>
            </a:pathLst>
          </a:custGeom>
          <a:solidFill>
            <a:srgbClr val="1F2328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47" name="Freeform 447"/>
          <p:cNvSpPr/>
          <p:nvPr/>
        </p:nvSpPr>
        <p:spPr>
          <a:xfrm flipV="1">
            <a:off x="1066799" y="4600575"/>
            <a:ext cx="85725" cy="85724"/>
          </a:xfrm>
          <a:custGeom>
            <a:avLst/>
            <a:gdLst/>
            <a:ahLst/>
            <a:cxnLst/>
            <a:rect l="0" t="0" r="0" b="0"/>
            <a:pathLst>
              <a:path w="114301" h="114300">
                <a:moveTo>
                  <a:pt x="114301" y="57150"/>
                </a:moveTo>
                <a:cubicBezTo>
                  <a:pt x="114300" y="49573"/>
                  <a:pt x="112850" y="42283"/>
                  <a:pt x="109950" y="35281"/>
                </a:cubicBezTo>
                <a:cubicBezTo>
                  <a:pt x="107050" y="28279"/>
                  <a:pt x="102920" y="22099"/>
                  <a:pt x="97562" y="16740"/>
                </a:cubicBezTo>
                <a:cubicBezTo>
                  <a:pt x="92203" y="11381"/>
                  <a:pt x="86022" y="7252"/>
                  <a:pt x="79021" y="4352"/>
                </a:cubicBezTo>
                <a:cubicBezTo>
                  <a:pt x="72019" y="1452"/>
                  <a:pt x="64729" y="1"/>
                  <a:pt x="57151" y="0"/>
                </a:cubicBezTo>
                <a:cubicBezTo>
                  <a:pt x="49572" y="1"/>
                  <a:pt x="42282" y="1452"/>
                  <a:pt x="35280" y="4352"/>
                </a:cubicBezTo>
                <a:cubicBezTo>
                  <a:pt x="28278" y="7252"/>
                  <a:pt x="22098" y="11381"/>
                  <a:pt x="16739" y="16740"/>
                </a:cubicBezTo>
                <a:cubicBezTo>
                  <a:pt x="11380" y="22099"/>
                  <a:pt x="7251" y="28279"/>
                  <a:pt x="4351" y="35281"/>
                </a:cubicBezTo>
                <a:cubicBezTo>
                  <a:pt x="1450" y="42283"/>
                  <a:pt x="0" y="49573"/>
                  <a:pt x="1" y="57150"/>
                </a:cubicBezTo>
                <a:cubicBezTo>
                  <a:pt x="0" y="64729"/>
                  <a:pt x="1450" y="72020"/>
                  <a:pt x="4351" y="79022"/>
                </a:cubicBezTo>
                <a:cubicBezTo>
                  <a:pt x="7251" y="86023"/>
                  <a:pt x="11380" y="92203"/>
                  <a:pt x="16739" y="97562"/>
                </a:cubicBezTo>
                <a:cubicBezTo>
                  <a:pt x="22098" y="102921"/>
                  <a:pt x="28278" y="107051"/>
                  <a:pt x="35280" y="109951"/>
                </a:cubicBezTo>
                <a:cubicBezTo>
                  <a:pt x="42282" y="112851"/>
                  <a:pt x="49572" y="114300"/>
                  <a:pt x="57151" y="114300"/>
                </a:cubicBezTo>
                <a:cubicBezTo>
                  <a:pt x="64729" y="114300"/>
                  <a:pt x="72019" y="112851"/>
                  <a:pt x="79021" y="109951"/>
                </a:cubicBezTo>
                <a:cubicBezTo>
                  <a:pt x="86022" y="107051"/>
                  <a:pt x="92203" y="102921"/>
                  <a:pt x="97562" y="97562"/>
                </a:cubicBezTo>
                <a:cubicBezTo>
                  <a:pt x="102920" y="92203"/>
                  <a:pt x="107050" y="86023"/>
                  <a:pt x="109950" y="79022"/>
                </a:cubicBezTo>
                <a:cubicBezTo>
                  <a:pt x="112850" y="72020"/>
                  <a:pt x="114300" y="64729"/>
                  <a:pt x="114301" y="57150"/>
                </a:cubicBezTo>
                <a:close/>
                <a:moveTo>
                  <a:pt x="4768851" y="6248400"/>
                </a:moveTo>
              </a:path>
            </a:pathLst>
          </a:custGeom>
          <a:solidFill>
            <a:srgbClr val="1F2328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48" name="Freeform 448"/>
          <p:cNvSpPr/>
          <p:nvPr/>
        </p:nvSpPr>
        <p:spPr>
          <a:xfrm flipV="1">
            <a:off x="786847" y="5457825"/>
            <a:ext cx="246783" cy="221071"/>
          </a:xfrm>
          <a:custGeom>
            <a:avLst/>
            <a:gdLst/>
            <a:ahLst/>
            <a:cxnLst/>
            <a:rect l="0" t="0" r="0" b="0"/>
            <a:pathLst>
              <a:path w="408470" h="365912">
                <a:moveTo>
                  <a:pt x="408470" y="0"/>
                </a:moveTo>
                <a:lnTo>
                  <a:pt x="371437" y="331902"/>
                </a:lnTo>
                <a:cubicBezTo>
                  <a:pt x="369278" y="351269"/>
                  <a:pt x="352908" y="365912"/>
                  <a:pt x="333426" y="365912"/>
                </a:cubicBezTo>
                <a:lnTo>
                  <a:pt x="71971" y="365912"/>
                </a:lnTo>
                <a:cubicBezTo>
                  <a:pt x="52350" y="365912"/>
                  <a:pt x="35916" y="351079"/>
                  <a:pt x="33909" y="331572"/>
                </a:cubicBezTo>
                <a:lnTo>
                  <a:pt x="0" y="0"/>
                </a:lnTo>
                <a:lnTo>
                  <a:pt x="408470" y="0"/>
                </a:lnTo>
                <a:close/>
                <a:moveTo>
                  <a:pt x="340551" y="365912"/>
                </a:moveTo>
              </a:path>
            </a:pathLst>
          </a:custGeom>
          <a:solidFill>
            <a:srgbClr val="DD2E44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49" name="Freeform 449"/>
          <p:cNvSpPr/>
          <p:nvPr/>
        </p:nvSpPr>
        <p:spPr>
          <a:xfrm flipV="1">
            <a:off x="838302" y="5493382"/>
            <a:ext cx="143728" cy="143729"/>
          </a:xfrm>
          <a:custGeom>
            <a:avLst/>
            <a:gdLst/>
            <a:ahLst/>
            <a:cxnLst/>
            <a:rect l="0" t="0" r="0" b="0"/>
            <a:pathLst>
              <a:path w="237896" h="237897">
                <a:moveTo>
                  <a:pt x="237896" y="118948"/>
                </a:moveTo>
                <a:cubicBezTo>
                  <a:pt x="237896" y="111138"/>
                  <a:pt x="237134" y="103403"/>
                  <a:pt x="235610" y="95743"/>
                </a:cubicBezTo>
                <a:cubicBezTo>
                  <a:pt x="234087" y="88083"/>
                  <a:pt x="231830" y="80645"/>
                  <a:pt x="228842" y="73429"/>
                </a:cubicBezTo>
                <a:cubicBezTo>
                  <a:pt x="225853" y="66213"/>
                  <a:pt x="222189" y="59358"/>
                  <a:pt x="217850" y="52864"/>
                </a:cubicBezTo>
                <a:cubicBezTo>
                  <a:pt x="213510" y="46370"/>
                  <a:pt x="208580" y="40362"/>
                  <a:pt x="203057" y="34839"/>
                </a:cubicBezTo>
                <a:cubicBezTo>
                  <a:pt x="197534" y="29317"/>
                  <a:pt x="191526" y="24386"/>
                  <a:pt x="185032" y="20047"/>
                </a:cubicBezTo>
                <a:cubicBezTo>
                  <a:pt x="178538" y="15708"/>
                  <a:pt x="171683" y="12044"/>
                  <a:pt x="164467" y="9055"/>
                </a:cubicBezTo>
                <a:cubicBezTo>
                  <a:pt x="157252" y="6066"/>
                  <a:pt x="149814" y="3810"/>
                  <a:pt x="142153" y="2286"/>
                </a:cubicBezTo>
                <a:cubicBezTo>
                  <a:pt x="134493" y="762"/>
                  <a:pt x="126758" y="0"/>
                  <a:pt x="118948" y="0"/>
                </a:cubicBezTo>
                <a:cubicBezTo>
                  <a:pt x="111138" y="0"/>
                  <a:pt x="103402" y="762"/>
                  <a:pt x="95742" y="2286"/>
                </a:cubicBezTo>
                <a:cubicBezTo>
                  <a:pt x="88082" y="3810"/>
                  <a:pt x="80644" y="6066"/>
                  <a:pt x="73428" y="9055"/>
                </a:cubicBezTo>
                <a:cubicBezTo>
                  <a:pt x="66213" y="12044"/>
                  <a:pt x="59358" y="15708"/>
                  <a:pt x="52864" y="20047"/>
                </a:cubicBezTo>
                <a:cubicBezTo>
                  <a:pt x="46370" y="24386"/>
                  <a:pt x="40361" y="29317"/>
                  <a:pt x="34839" y="34839"/>
                </a:cubicBezTo>
                <a:cubicBezTo>
                  <a:pt x="29316" y="40362"/>
                  <a:pt x="24385" y="46370"/>
                  <a:pt x="20046" y="52864"/>
                </a:cubicBezTo>
                <a:cubicBezTo>
                  <a:pt x="15707" y="59358"/>
                  <a:pt x="12043" y="66213"/>
                  <a:pt x="9054" y="73429"/>
                </a:cubicBezTo>
                <a:cubicBezTo>
                  <a:pt x="6065" y="80645"/>
                  <a:pt x="3809" y="88083"/>
                  <a:pt x="2285" y="95743"/>
                </a:cubicBezTo>
                <a:cubicBezTo>
                  <a:pt x="761" y="103403"/>
                  <a:pt x="0" y="111138"/>
                  <a:pt x="0" y="118948"/>
                </a:cubicBezTo>
                <a:cubicBezTo>
                  <a:pt x="0" y="126759"/>
                  <a:pt x="761" y="134494"/>
                  <a:pt x="2285" y="142154"/>
                </a:cubicBezTo>
                <a:cubicBezTo>
                  <a:pt x="3809" y="149814"/>
                  <a:pt x="6065" y="157252"/>
                  <a:pt x="9054" y="164468"/>
                </a:cubicBezTo>
                <a:cubicBezTo>
                  <a:pt x="12043" y="171684"/>
                  <a:pt x="15707" y="178539"/>
                  <a:pt x="20046" y="185033"/>
                </a:cubicBezTo>
                <a:cubicBezTo>
                  <a:pt x="24385" y="191527"/>
                  <a:pt x="29316" y="197535"/>
                  <a:pt x="34839" y="203058"/>
                </a:cubicBezTo>
                <a:cubicBezTo>
                  <a:pt x="40361" y="208580"/>
                  <a:pt x="46370" y="213511"/>
                  <a:pt x="52864" y="217850"/>
                </a:cubicBezTo>
                <a:cubicBezTo>
                  <a:pt x="59358" y="222189"/>
                  <a:pt x="66213" y="225853"/>
                  <a:pt x="73428" y="228842"/>
                </a:cubicBezTo>
                <a:cubicBezTo>
                  <a:pt x="80644" y="231831"/>
                  <a:pt x="88082" y="234087"/>
                  <a:pt x="95742" y="235611"/>
                </a:cubicBezTo>
                <a:cubicBezTo>
                  <a:pt x="103402" y="237135"/>
                  <a:pt x="111138" y="237897"/>
                  <a:pt x="118948" y="237897"/>
                </a:cubicBezTo>
                <a:cubicBezTo>
                  <a:pt x="126758" y="237897"/>
                  <a:pt x="134493" y="237135"/>
                  <a:pt x="142153" y="235611"/>
                </a:cubicBezTo>
                <a:cubicBezTo>
                  <a:pt x="149814" y="234087"/>
                  <a:pt x="157252" y="231831"/>
                  <a:pt x="164467" y="228842"/>
                </a:cubicBezTo>
                <a:cubicBezTo>
                  <a:pt x="171683" y="225853"/>
                  <a:pt x="178538" y="222189"/>
                  <a:pt x="185032" y="217850"/>
                </a:cubicBezTo>
                <a:cubicBezTo>
                  <a:pt x="191526" y="213511"/>
                  <a:pt x="197534" y="208580"/>
                  <a:pt x="203057" y="203058"/>
                </a:cubicBezTo>
                <a:cubicBezTo>
                  <a:pt x="208580" y="197535"/>
                  <a:pt x="213510" y="191527"/>
                  <a:pt x="217850" y="185033"/>
                </a:cubicBezTo>
                <a:cubicBezTo>
                  <a:pt x="222189" y="178539"/>
                  <a:pt x="225853" y="171684"/>
                  <a:pt x="228842" y="164468"/>
                </a:cubicBezTo>
                <a:cubicBezTo>
                  <a:pt x="231830" y="157252"/>
                  <a:pt x="234087" y="149814"/>
                  <a:pt x="235610" y="142154"/>
                </a:cubicBezTo>
                <a:cubicBezTo>
                  <a:pt x="237134" y="134494"/>
                  <a:pt x="237896" y="126759"/>
                  <a:pt x="237896" y="118948"/>
                </a:cubicBezTo>
                <a:close/>
                <a:moveTo>
                  <a:pt x="67272" y="296748"/>
                </a:moveTo>
              </a:path>
            </a:pathLst>
          </a:custGeom>
          <a:solidFill>
            <a:srgbClr val="BE1931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50" name="Picture 450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8825" y="5669021"/>
            <a:ext cx="301625" cy="77729"/>
          </a:xfrm>
          <a:prstGeom prst="rect">
            <a:avLst/>
          </a:prstGeom>
          <a:noFill/>
        </p:spPr>
      </p:pic>
      <p:sp>
        <p:nvSpPr>
          <p:cNvPr id="451" name="Freeform 451"/>
          <p:cNvSpPr/>
          <p:nvPr/>
        </p:nvSpPr>
        <p:spPr>
          <a:xfrm flipV="1">
            <a:off x="774640" y="5672667"/>
            <a:ext cx="269994" cy="14670"/>
          </a:xfrm>
          <a:custGeom>
            <a:avLst/>
            <a:gdLst/>
            <a:ahLst/>
            <a:cxnLst/>
            <a:rect l="0" t="0" r="0" b="0"/>
            <a:pathLst>
              <a:path w="446887" h="24282">
                <a:moveTo>
                  <a:pt x="446887" y="0"/>
                </a:moveTo>
                <a:lnTo>
                  <a:pt x="445960" y="9296"/>
                </a:lnTo>
                <a:cubicBezTo>
                  <a:pt x="444170" y="18669"/>
                  <a:pt x="436181" y="24282"/>
                  <a:pt x="426644" y="24282"/>
                </a:cubicBezTo>
                <a:lnTo>
                  <a:pt x="20244" y="24282"/>
                </a:lnTo>
                <a:cubicBezTo>
                  <a:pt x="10706" y="24282"/>
                  <a:pt x="2718" y="18669"/>
                  <a:pt x="927" y="9296"/>
                </a:cubicBezTo>
                <a:lnTo>
                  <a:pt x="0" y="0"/>
                </a:lnTo>
                <a:lnTo>
                  <a:pt x="446887" y="0"/>
                </a:lnTo>
                <a:lnTo>
                  <a:pt x="446887" y="0"/>
                </a:lnTo>
                <a:close/>
                <a:moveTo>
                  <a:pt x="374726" y="379882"/>
                </a:moveTo>
              </a:path>
            </a:pathLst>
          </a:custGeom>
          <a:solidFill>
            <a:srgbClr val="CCD6DD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52" name="Freeform 452"/>
          <p:cNvSpPr/>
          <p:nvPr/>
        </p:nvSpPr>
        <p:spPr>
          <a:xfrm flipV="1">
            <a:off x="818912" y="5474000"/>
            <a:ext cx="182500" cy="182492"/>
          </a:xfrm>
          <a:custGeom>
            <a:avLst/>
            <a:gdLst/>
            <a:ahLst/>
            <a:cxnLst/>
            <a:rect l="0" t="0" r="0" b="0"/>
            <a:pathLst>
              <a:path w="302069" h="302057">
                <a:moveTo>
                  <a:pt x="298081" y="155727"/>
                </a:moveTo>
                <a:lnTo>
                  <a:pt x="200698" y="171577"/>
                </a:lnTo>
                <a:lnTo>
                  <a:pt x="258343" y="251689"/>
                </a:lnTo>
                <a:cubicBezTo>
                  <a:pt x="259702" y="253568"/>
                  <a:pt x="259499" y="256185"/>
                  <a:pt x="257848" y="257836"/>
                </a:cubicBezTo>
                <a:cubicBezTo>
                  <a:pt x="256184" y="259474"/>
                  <a:pt x="253581" y="259690"/>
                  <a:pt x="251701" y="258331"/>
                </a:cubicBezTo>
                <a:lnTo>
                  <a:pt x="171577" y="200698"/>
                </a:lnTo>
                <a:lnTo>
                  <a:pt x="155740" y="298069"/>
                </a:lnTo>
                <a:cubicBezTo>
                  <a:pt x="155372" y="300368"/>
                  <a:pt x="153365" y="302057"/>
                  <a:pt x="151041" y="302057"/>
                </a:cubicBezTo>
                <a:cubicBezTo>
                  <a:pt x="148717" y="302057"/>
                  <a:pt x="146710" y="300368"/>
                  <a:pt x="146342" y="298069"/>
                </a:cubicBezTo>
                <a:lnTo>
                  <a:pt x="130492" y="200698"/>
                </a:lnTo>
                <a:lnTo>
                  <a:pt x="50381" y="258331"/>
                </a:lnTo>
                <a:cubicBezTo>
                  <a:pt x="48488" y="259690"/>
                  <a:pt x="45897" y="259474"/>
                  <a:pt x="44234" y="257836"/>
                </a:cubicBezTo>
                <a:cubicBezTo>
                  <a:pt x="42583" y="256172"/>
                  <a:pt x="42380" y="253581"/>
                  <a:pt x="43738" y="251689"/>
                </a:cubicBezTo>
                <a:lnTo>
                  <a:pt x="101371" y="171577"/>
                </a:lnTo>
                <a:lnTo>
                  <a:pt x="3987" y="155727"/>
                </a:lnTo>
                <a:cubicBezTo>
                  <a:pt x="1689" y="155359"/>
                  <a:pt x="0" y="153365"/>
                  <a:pt x="0" y="151028"/>
                </a:cubicBezTo>
                <a:cubicBezTo>
                  <a:pt x="0" y="148692"/>
                  <a:pt x="1689" y="146698"/>
                  <a:pt x="3987" y="146330"/>
                </a:cubicBezTo>
                <a:lnTo>
                  <a:pt x="101371" y="130480"/>
                </a:lnTo>
                <a:lnTo>
                  <a:pt x="43738" y="50368"/>
                </a:lnTo>
                <a:cubicBezTo>
                  <a:pt x="42380" y="48476"/>
                  <a:pt x="42583" y="45872"/>
                  <a:pt x="44234" y="44222"/>
                </a:cubicBezTo>
                <a:cubicBezTo>
                  <a:pt x="45897" y="42583"/>
                  <a:pt x="48488" y="42367"/>
                  <a:pt x="50381" y="43726"/>
                </a:cubicBezTo>
                <a:lnTo>
                  <a:pt x="130492" y="101359"/>
                </a:lnTo>
                <a:lnTo>
                  <a:pt x="146342" y="3988"/>
                </a:lnTo>
                <a:cubicBezTo>
                  <a:pt x="146710" y="1677"/>
                  <a:pt x="148717" y="0"/>
                  <a:pt x="151041" y="0"/>
                </a:cubicBezTo>
                <a:cubicBezTo>
                  <a:pt x="153365" y="0"/>
                  <a:pt x="155371" y="1702"/>
                  <a:pt x="155740" y="3988"/>
                </a:cubicBezTo>
                <a:lnTo>
                  <a:pt x="171577" y="101359"/>
                </a:lnTo>
                <a:lnTo>
                  <a:pt x="251688" y="43726"/>
                </a:lnTo>
                <a:cubicBezTo>
                  <a:pt x="253568" y="42380"/>
                  <a:pt x="256184" y="42583"/>
                  <a:pt x="257835" y="44222"/>
                </a:cubicBezTo>
                <a:cubicBezTo>
                  <a:pt x="259486" y="45885"/>
                  <a:pt x="259689" y="48476"/>
                  <a:pt x="258330" y="50368"/>
                </a:cubicBezTo>
                <a:lnTo>
                  <a:pt x="200698" y="130480"/>
                </a:lnTo>
                <a:lnTo>
                  <a:pt x="298081" y="146330"/>
                </a:lnTo>
                <a:cubicBezTo>
                  <a:pt x="300393" y="146698"/>
                  <a:pt x="302069" y="148704"/>
                  <a:pt x="302069" y="151028"/>
                </a:cubicBezTo>
                <a:cubicBezTo>
                  <a:pt x="302069" y="153353"/>
                  <a:pt x="300393" y="155359"/>
                  <a:pt x="298081" y="155727"/>
                </a:cubicBezTo>
                <a:close/>
                <a:moveTo>
                  <a:pt x="94666" y="328828"/>
                </a:moveTo>
              </a:path>
            </a:pathLst>
          </a:custGeom>
          <a:solidFill>
            <a:srgbClr val="EC9DAD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53" name="Rectangle 453"/>
          <p:cNvSpPr/>
          <p:nvPr/>
        </p:nvSpPr>
        <p:spPr>
          <a:xfrm>
            <a:off x="747712" y="645773"/>
            <a:ext cx="10603682" cy="554556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Formativ</a:t>
            </a:r>
            <a:r>
              <a:rPr lang="en-GB" sz="3479" b="1" i="0" spc="749" baseline="0" dirty="0">
                <a:solidFill>
                  <a:srgbClr val="224466"/>
                </a:solidFill>
                <a:latin typeface="Arial"/>
              </a:rPr>
              <a:t>e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Conversations</a:t>
            </a:r>
          </a:p>
          <a:p>
            <a:pPr marL="0">
              <a:lnSpc>
                <a:spcPts val="4350"/>
              </a:lnSpc>
            </a:pP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(...promptin</a:t>
            </a:r>
            <a:r>
              <a:rPr lang="en-GB" sz="3479" b="1" i="0" spc="750" baseline="0" dirty="0">
                <a:solidFill>
                  <a:srgbClr val="224466"/>
                </a:solidFill>
                <a:latin typeface="Arial"/>
              </a:rPr>
              <a:t>g</a:t>
            </a:r>
            <a:r>
              <a:rPr lang="en-GB" sz="3479" b="1" i="1" spc="0" baseline="0" dirty="0">
                <a:solidFill>
                  <a:srgbClr val="224466"/>
                </a:solidFill>
                <a:latin typeface="Arial"/>
              </a:rPr>
              <a:t>i</a:t>
            </a:r>
            <a:r>
              <a:rPr lang="en-GB" sz="3479" b="1" i="1" spc="750" baseline="0" dirty="0">
                <a:solidFill>
                  <a:srgbClr val="224466"/>
                </a:solidFill>
                <a:latin typeface="Arial"/>
              </a:rPr>
              <a:t>t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t</a:t>
            </a:r>
            <a:r>
              <a:rPr lang="en-GB" sz="3479" b="1" i="0" spc="749" baseline="0" dirty="0">
                <a:solidFill>
                  <a:srgbClr val="224466"/>
                </a:solidFill>
                <a:latin typeface="Arial"/>
              </a:rPr>
              <a:t>o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promp</a:t>
            </a:r>
            <a:r>
              <a:rPr lang="en-GB" sz="3479" b="1" i="0" spc="751" baseline="0" dirty="0">
                <a:solidFill>
                  <a:srgbClr val="224466"/>
                </a:solidFill>
                <a:latin typeface="Arial"/>
              </a:rPr>
              <a:t>t</a:t>
            </a:r>
            <a:r>
              <a:rPr lang="en-GB" sz="3479" b="1" i="1" spc="0" baseline="0" dirty="0">
                <a:solidFill>
                  <a:srgbClr val="224466"/>
                </a:solidFill>
                <a:latin typeface="Arial"/>
              </a:rPr>
              <a:t>you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...)</a:t>
            </a:r>
          </a:p>
          <a:p>
            <a:pPr marL="0">
              <a:lnSpc>
                <a:spcPts val="7567"/>
              </a:lnSpc>
            </a:pPr>
            <a:r>
              <a:rPr lang="en-GB" sz="2827" b="1" i="0" spc="0" baseline="0" dirty="0">
                <a:solidFill>
                  <a:srgbClr val="1F2328"/>
                </a:solidFill>
                <a:latin typeface="Arial"/>
              </a:rPr>
              <a:t>A</a:t>
            </a:r>
            <a:r>
              <a:rPr lang="en-GB" sz="2827" b="1" i="0" spc="621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827" b="1" i="0" spc="622" baseline="0" dirty="0">
                <a:solidFill>
                  <a:srgbClr val="1F2328"/>
                </a:solidFill>
                <a:latin typeface="Arial"/>
              </a:rPr>
              <a:t>a</a:t>
            </a:r>
            <a:r>
              <a:rPr lang="en-GB" sz="2827" b="1" i="0" spc="0" baseline="0" dirty="0">
                <a:solidFill>
                  <a:srgbClr val="1F2328"/>
                </a:solidFill>
                <a:latin typeface="Arial"/>
              </a:rPr>
              <a:t>writin</a:t>
            </a:r>
            <a:r>
              <a:rPr lang="en-GB" sz="2827" b="1" i="0" spc="621" baseline="0" dirty="0">
                <a:solidFill>
                  <a:srgbClr val="1F2328"/>
                </a:solidFill>
                <a:latin typeface="Arial"/>
              </a:rPr>
              <a:t>g</a:t>
            </a:r>
            <a:r>
              <a:rPr lang="en-GB" sz="2827" b="1" i="0" spc="0" baseline="0" dirty="0">
                <a:solidFill>
                  <a:srgbClr val="1F2328"/>
                </a:solidFill>
                <a:latin typeface="Arial"/>
              </a:rPr>
              <a:t>coach...</a:t>
            </a:r>
          </a:p>
          <a:p>
            <a:pPr marL="0">
              <a:lnSpc>
                <a:spcPts val="5017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Past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you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ow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writing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as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k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I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to:</a:t>
            </a:r>
          </a:p>
          <a:p>
            <a:pPr marL="552449">
              <a:lnSpc>
                <a:spcPts val="4500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Identif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YOU</a:t>
            </a:r>
            <a:r>
              <a:rPr lang="en-GB" sz="2174" b="1" i="0" spc="505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claims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evidence/premises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conclusions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gap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you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logi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c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or</a:t>
            </a:r>
          </a:p>
          <a:p>
            <a:pPr marL="552449">
              <a:lnSpc>
                <a:spcPts val="32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reasoning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you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relianc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explici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implici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assumptions;</a:t>
            </a:r>
          </a:p>
          <a:p>
            <a:pPr marL="552449">
              <a:lnSpc>
                <a:spcPts val="38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Questio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th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strengt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h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505" baseline="0" dirty="0">
                <a:solidFill>
                  <a:srgbClr val="1F2328"/>
                </a:solidFill>
                <a:latin typeface="Arial"/>
              </a:rPr>
              <a:t>f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YOU</a:t>
            </a:r>
            <a:r>
              <a:rPr lang="en-GB" sz="2174" b="1" i="0" spc="505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reasoning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;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promp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yo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u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toward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furthe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research;</a:t>
            </a:r>
          </a:p>
          <a:p>
            <a:pPr marL="552449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promp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yo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u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provid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additiona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l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counterarguments.</a:t>
            </a:r>
          </a:p>
          <a:p>
            <a:pPr marL="377874">
              <a:lnSpc>
                <a:spcPts val="4424"/>
              </a:lnSpc>
            </a:pP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Hel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p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you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futur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sel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f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avoi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academi</a:t>
            </a:r>
            <a:r>
              <a:rPr lang="en-GB" sz="2174" b="1" i="0" spc="494" baseline="0" dirty="0">
                <a:solidFill>
                  <a:srgbClr val="1F2328"/>
                </a:solidFill>
                <a:latin typeface="Arial"/>
              </a:rPr>
              <a:t>c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misconduc</a:t>
            </a:r>
            <a:r>
              <a:rPr lang="en-GB" sz="2174" b="1" i="0" spc="49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b</a:t>
            </a:r>
            <a:r>
              <a:rPr lang="en-GB" sz="2174" b="1" i="0" spc="494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instructin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g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A</a:t>
            </a:r>
            <a:r>
              <a:rPr lang="en-GB" sz="2174" b="1" i="0" spc="494" baseline="0" dirty="0">
                <a:solidFill>
                  <a:srgbClr val="1F2328"/>
                </a:solidFill>
                <a:latin typeface="Arial"/>
              </a:rPr>
              <a:t>I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no</a:t>
            </a:r>
            <a:r>
              <a:rPr lang="en-GB" sz="2174" b="1" i="0" spc="49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rewrite</a:t>
            </a:r>
          </a:p>
          <a:p>
            <a:pPr marL="0">
              <a:lnSpc>
                <a:spcPts val="3300"/>
              </a:lnSpc>
            </a:pP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you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prose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;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i</a:t>
            </a:r>
            <a:r>
              <a:rPr lang="en-GB" sz="2174" b="1" i="0" spc="49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shoul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suppor</a:t>
            </a:r>
            <a:r>
              <a:rPr lang="en-GB" sz="2174" b="1" i="0" spc="49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yo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u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throug</a:t>
            </a:r>
            <a:r>
              <a:rPr lang="en-GB" sz="2174" b="1" i="0" spc="494" baseline="0" dirty="0">
                <a:solidFill>
                  <a:srgbClr val="1F2328"/>
                </a:solidFill>
                <a:latin typeface="Arial"/>
              </a:rPr>
              <a:t>h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questioning</a:t>
            </a:r>
            <a:r>
              <a:rPr lang="en-GB" sz="2174" b="1" i="0" spc="373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an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offerin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g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formativ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advice.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Freeform 454"/>
          <p:cNvSpPr/>
          <p:nvPr/>
        </p:nvSpPr>
        <p:spPr>
          <a:xfrm flipV="1">
            <a:off x="0" y="-11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55" name="Freeform 455"/>
          <p:cNvSpPr/>
          <p:nvPr/>
        </p:nvSpPr>
        <p:spPr>
          <a:xfrm flipV="1">
            <a:off x="0" y="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56" name="Picture 456"/>
          <p:cNvPicPr>
            <a:picLocks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95999" y="-3487"/>
            <a:ext cx="6096000" cy="6861529"/>
          </a:xfrm>
          <a:prstGeom prst="rect">
            <a:avLst/>
          </a:prstGeom>
          <a:noFill/>
        </p:spPr>
      </p:pic>
      <p:sp>
        <p:nvSpPr>
          <p:cNvPr id="457" name="Freeform 457"/>
          <p:cNvSpPr/>
          <p:nvPr/>
        </p:nvSpPr>
        <p:spPr>
          <a:xfrm flipV="1">
            <a:off x="4957117" y="3435276"/>
            <a:ext cx="281545" cy="335173"/>
          </a:xfrm>
          <a:custGeom>
            <a:avLst/>
            <a:gdLst/>
            <a:ahLst/>
            <a:cxnLst/>
            <a:rect l="0" t="0" r="0" b="0"/>
            <a:pathLst>
              <a:path w="266700" h="317500">
                <a:moveTo>
                  <a:pt x="114300" y="0"/>
                </a:moveTo>
                <a:cubicBezTo>
                  <a:pt x="93256" y="0"/>
                  <a:pt x="76200" y="17057"/>
                  <a:pt x="76200" y="38100"/>
                </a:cubicBezTo>
                <a:lnTo>
                  <a:pt x="76200" y="88900"/>
                </a:lnTo>
                <a:cubicBezTo>
                  <a:pt x="76200" y="109944"/>
                  <a:pt x="93256" y="127000"/>
                  <a:pt x="114300" y="127000"/>
                </a:cubicBezTo>
                <a:cubicBezTo>
                  <a:pt x="121958" y="127077"/>
                  <a:pt x="190500" y="139700"/>
                  <a:pt x="190500" y="190500"/>
                </a:cubicBezTo>
                <a:cubicBezTo>
                  <a:pt x="190500" y="215900"/>
                  <a:pt x="165100" y="241300"/>
                  <a:pt x="127000" y="241300"/>
                </a:cubicBezTo>
                <a:cubicBezTo>
                  <a:pt x="95999" y="241300"/>
                  <a:pt x="76200" y="215900"/>
                  <a:pt x="76200" y="203200"/>
                </a:cubicBezTo>
                <a:cubicBezTo>
                  <a:pt x="76200" y="182157"/>
                  <a:pt x="59143" y="165100"/>
                  <a:pt x="38100" y="165100"/>
                </a:cubicBezTo>
                <a:cubicBezTo>
                  <a:pt x="17056" y="165100"/>
                  <a:pt x="0" y="182157"/>
                  <a:pt x="0" y="203200"/>
                </a:cubicBezTo>
                <a:cubicBezTo>
                  <a:pt x="0" y="265151"/>
                  <a:pt x="58165" y="317500"/>
                  <a:pt x="127000" y="317500"/>
                </a:cubicBezTo>
                <a:cubicBezTo>
                  <a:pt x="228600" y="317500"/>
                  <a:pt x="266700" y="241529"/>
                  <a:pt x="266700" y="177800"/>
                </a:cubicBezTo>
                <a:cubicBezTo>
                  <a:pt x="266700" y="125159"/>
                  <a:pt x="237782" y="84925"/>
                  <a:pt x="185254" y="64516"/>
                </a:cubicBezTo>
                <a:cubicBezTo>
                  <a:pt x="173824" y="60059"/>
                  <a:pt x="162521" y="57062"/>
                  <a:pt x="152400" y="55030"/>
                </a:cubicBezTo>
                <a:lnTo>
                  <a:pt x="152400" y="38100"/>
                </a:lnTo>
                <a:cubicBezTo>
                  <a:pt x="152400" y="17057"/>
                  <a:pt x="135343" y="0"/>
                  <a:pt x="114300" y="0"/>
                </a:cubicBezTo>
                <a:close/>
                <a:moveTo>
                  <a:pt x="241300" y="342900"/>
                </a:moveTo>
              </a:path>
            </a:pathLst>
          </a:custGeom>
          <a:solidFill>
            <a:srgbClr val="BE1931">
              <a:alpha val="100000"/>
            </a:srgbClr>
          </a:solidFill>
          <a:ln w="13406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58" name="Freeform 458"/>
          <p:cNvSpPr/>
          <p:nvPr/>
        </p:nvSpPr>
        <p:spPr>
          <a:xfrm flipV="1">
            <a:off x="5037558" y="3797263"/>
            <a:ext cx="80442" cy="80441"/>
          </a:xfrm>
          <a:custGeom>
            <a:avLst/>
            <a:gdLst/>
            <a:ahLst/>
            <a:cxnLst/>
            <a:rect l="0" t="0" r="0" b="0"/>
            <a:pathLst>
              <a:path w="76201" h="76200">
                <a:moveTo>
                  <a:pt x="76201" y="38100"/>
                </a:moveTo>
                <a:cubicBezTo>
                  <a:pt x="76200" y="33048"/>
                  <a:pt x="75234" y="28188"/>
                  <a:pt x="73300" y="23520"/>
                </a:cubicBezTo>
                <a:cubicBezTo>
                  <a:pt x="71367" y="18852"/>
                  <a:pt x="68614" y="14732"/>
                  <a:pt x="65041" y="11160"/>
                </a:cubicBezTo>
                <a:cubicBezTo>
                  <a:pt x="61469" y="7587"/>
                  <a:pt x="57348" y="4834"/>
                  <a:pt x="52681" y="2901"/>
                </a:cubicBezTo>
                <a:cubicBezTo>
                  <a:pt x="48013" y="967"/>
                  <a:pt x="43153" y="1"/>
                  <a:pt x="38101" y="0"/>
                </a:cubicBezTo>
                <a:cubicBezTo>
                  <a:pt x="33048" y="1"/>
                  <a:pt x="28188" y="967"/>
                  <a:pt x="23520" y="2901"/>
                </a:cubicBezTo>
                <a:cubicBezTo>
                  <a:pt x="18852" y="4834"/>
                  <a:pt x="14732" y="7587"/>
                  <a:pt x="11160" y="11160"/>
                </a:cubicBezTo>
                <a:cubicBezTo>
                  <a:pt x="7587" y="14732"/>
                  <a:pt x="4834" y="18852"/>
                  <a:pt x="2901" y="23520"/>
                </a:cubicBezTo>
                <a:cubicBezTo>
                  <a:pt x="967" y="28188"/>
                  <a:pt x="0" y="33048"/>
                  <a:pt x="1" y="38100"/>
                </a:cubicBezTo>
                <a:cubicBezTo>
                  <a:pt x="0" y="43153"/>
                  <a:pt x="967" y="48013"/>
                  <a:pt x="2901" y="52681"/>
                </a:cubicBezTo>
                <a:cubicBezTo>
                  <a:pt x="4834" y="57349"/>
                  <a:pt x="7587" y="61469"/>
                  <a:pt x="11160" y="65041"/>
                </a:cubicBezTo>
                <a:cubicBezTo>
                  <a:pt x="14732" y="68614"/>
                  <a:pt x="18852" y="71367"/>
                  <a:pt x="23520" y="73300"/>
                </a:cubicBezTo>
                <a:cubicBezTo>
                  <a:pt x="28188" y="75234"/>
                  <a:pt x="33048" y="76200"/>
                  <a:pt x="38101" y="76200"/>
                </a:cubicBezTo>
                <a:cubicBezTo>
                  <a:pt x="43153" y="76200"/>
                  <a:pt x="48013" y="75234"/>
                  <a:pt x="52681" y="73300"/>
                </a:cubicBezTo>
                <a:cubicBezTo>
                  <a:pt x="57348" y="71367"/>
                  <a:pt x="61469" y="68614"/>
                  <a:pt x="65041" y="65041"/>
                </a:cubicBezTo>
                <a:cubicBezTo>
                  <a:pt x="68614" y="61469"/>
                  <a:pt x="71367" y="57349"/>
                  <a:pt x="73300" y="52681"/>
                </a:cubicBezTo>
                <a:cubicBezTo>
                  <a:pt x="75234" y="48013"/>
                  <a:pt x="76200" y="43153"/>
                  <a:pt x="76201" y="38100"/>
                </a:cubicBezTo>
                <a:close/>
                <a:moveTo>
                  <a:pt x="228601" y="444500"/>
                </a:moveTo>
              </a:path>
            </a:pathLst>
          </a:custGeom>
          <a:solidFill>
            <a:srgbClr val="BE1931">
              <a:alpha val="100000"/>
            </a:srgbClr>
          </a:solidFill>
          <a:ln w="13406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59" name="Rectangle 459"/>
          <p:cNvSpPr/>
          <p:nvPr/>
        </p:nvSpPr>
        <p:spPr>
          <a:xfrm>
            <a:off x="752474" y="2790236"/>
            <a:ext cx="3949806" cy="116469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3751" b="1" i="0" spc="0" baseline="0" dirty="0">
                <a:solidFill>
                  <a:srgbClr val="224466"/>
                </a:solidFill>
                <a:latin typeface="Arial"/>
              </a:rPr>
              <a:t>Wha</a:t>
            </a:r>
            <a:r>
              <a:rPr lang="en-GB" sz="3751" b="1" i="0" spc="809" baseline="0" dirty="0">
                <a:solidFill>
                  <a:srgbClr val="224466"/>
                </a:solidFill>
                <a:latin typeface="Arial"/>
              </a:rPr>
              <a:t>t</a:t>
            </a:r>
            <a:r>
              <a:rPr lang="en-GB" sz="3751" b="1" i="0" spc="0" baseline="0" dirty="0">
                <a:solidFill>
                  <a:srgbClr val="224466"/>
                </a:solidFill>
                <a:latin typeface="Arial"/>
              </a:rPr>
              <a:t>t</a:t>
            </a:r>
            <a:r>
              <a:rPr lang="en-GB" sz="3751" b="1" i="0" spc="808" baseline="0" dirty="0">
                <a:solidFill>
                  <a:srgbClr val="224466"/>
                </a:solidFill>
                <a:latin typeface="Arial"/>
              </a:rPr>
              <a:t>o</a:t>
            </a:r>
            <a:r>
              <a:rPr lang="en-GB" sz="3751" b="1" i="0" spc="0" baseline="0" dirty="0">
                <a:solidFill>
                  <a:srgbClr val="224466"/>
                </a:solidFill>
                <a:latin typeface="Arial"/>
              </a:rPr>
              <a:t>d</a:t>
            </a:r>
            <a:r>
              <a:rPr lang="en-GB" sz="3751" b="1" i="0" spc="808" baseline="0" dirty="0">
                <a:solidFill>
                  <a:srgbClr val="224466"/>
                </a:solidFill>
                <a:latin typeface="Arial"/>
              </a:rPr>
              <a:t>o</a:t>
            </a:r>
            <a:r>
              <a:rPr lang="en-GB" sz="3751" b="1" i="0" spc="0" baseline="0" dirty="0">
                <a:solidFill>
                  <a:srgbClr val="224466"/>
                </a:solidFill>
                <a:latin typeface="Arial"/>
              </a:rPr>
              <a:t>with</a:t>
            </a:r>
          </a:p>
          <a:p>
            <a:pPr marL="0">
              <a:lnSpc>
                <a:spcPts val="4689"/>
              </a:lnSpc>
            </a:pPr>
            <a:r>
              <a:rPr lang="en-GB" sz="3751" b="1" i="0" spc="0" baseline="0" dirty="0">
                <a:solidFill>
                  <a:srgbClr val="224466"/>
                </a:solidFill>
                <a:latin typeface="Arial"/>
              </a:rPr>
              <a:t>tha</a:t>
            </a:r>
            <a:r>
              <a:rPr lang="en-GB" sz="3751" b="1" i="0" spc="809" baseline="0" dirty="0">
                <a:solidFill>
                  <a:srgbClr val="224466"/>
                </a:solidFill>
                <a:latin typeface="Arial"/>
              </a:rPr>
              <a:t>t</a:t>
            </a:r>
            <a:r>
              <a:rPr lang="en-GB" sz="3751" b="1" i="0" spc="0" baseline="0" dirty="0">
                <a:solidFill>
                  <a:srgbClr val="224466"/>
                </a:solidFill>
                <a:latin typeface="Arial"/>
              </a:rPr>
              <a:t>folde</a:t>
            </a:r>
            <a:r>
              <a:rPr lang="en-GB" sz="3751" b="1" i="0" spc="809" baseline="0" dirty="0">
                <a:solidFill>
                  <a:srgbClr val="224466"/>
                </a:solidFill>
                <a:latin typeface="Arial"/>
              </a:rPr>
              <a:t>r</a:t>
            </a:r>
            <a:r>
              <a:rPr lang="en-GB" sz="3751" b="1" i="0" spc="0" baseline="0" dirty="0">
                <a:solidFill>
                  <a:srgbClr val="224466"/>
                </a:solidFill>
                <a:latin typeface="Arial"/>
              </a:rPr>
              <a:t>o</a:t>
            </a:r>
            <a:r>
              <a:rPr lang="en-GB" sz="3751" b="1" i="0" spc="809" baseline="0" dirty="0">
                <a:solidFill>
                  <a:srgbClr val="224466"/>
                </a:solidFill>
                <a:latin typeface="Arial"/>
              </a:rPr>
              <a:t>f</a:t>
            </a:r>
            <a:r>
              <a:rPr lang="en-GB" sz="3751" b="1" i="0" spc="0" baseline="0" dirty="0">
                <a:solidFill>
                  <a:srgbClr val="224466"/>
                </a:solidFill>
                <a:latin typeface="Arial"/>
              </a:rPr>
              <a:t>PDFs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Freeform 460"/>
          <p:cNvSpPr/>
          <p:nvPr/>
        </p:nvSpPr>
        <p:spPr>
          <a:xfrm flipV="1">
            <a:off x="0" y="1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61" name="Freeform 461"/>
          <p:cNvSpPr/>
          <p:nvPr/>
        </p:nvSpPr>
        <p:spPr>
          <a:xfrm flipV="1">
            <a:off x="0" y="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62" name="Picture 462"/>
          <p:cNvPicPr>
            <a:picLocks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2976" y="0"/>
            <a:ext cx="12197952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Freeform 463"/>
          <p:cNvSpPr/>
          <p:nvPr/>
        </p:nvSpPr>
        <p:spPr>
          <a:xfrm flipV="1">
            <a:off x="0" y="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64" name="Freeform 464"/>
          <p:cNvSpPr/>
          <p:nvPr/>
        </p:nvSpPr>
        <p:spPr>
          <a:xfrm flipV="1">
            <a:off x="0" y="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65" name="Picture 462"/>
          <p:cNvPicPr>
            <a:picLocks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2976" y="0"/>
            <a:ext cx="12197952" cy="6858000"/>
          </a:xfrm>
          <a:prstGeom prst="rect">
            <a:avLst/>
          </a:prstGeom>
          <a:noFill/>
        </p:spPr>
      </p:pic>
      <p:pic>
        <p:nvPicPr>
          <p:cNvPr id="466" name="Picture 466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698466" y="1042964"/>
            <a:ext cx="4278417" cy="4370874"/>
          </a:xfrm>
          <a:prstGeom prst="rect">
            <a:avLst/>
          </a:prstGeom>
          <a:noFill/>
        </p:spPr>
      </p:pic>
      <p:sp>
        <p:nvSpPr>
          <p:cNvPr id="467" name="Freeform 467"/>
          <p:cNvSpPr/>
          <p:nvPr/>
        </p:nvSpPr>
        <p:spPr>
          <a:xfrm flipV="1">
            <a:off x="4621531" y="1985819"/>
            <a:ext cx="3236236" cy="3306702"/>
          </a:xfrm>
          <a:custGeom>
            <a:avLst/>
            <a:gdLst/>
            <a:ahLst/>
            <a:cxnLst/>
            <a:rect l="0" t="0" r="0" b="0"/>
            <a:pathLst>
              <a:path w="347891" h="347903">
                <a:moveTo>
                  <a:pt x="146977" y="200913"/>
                </a:moveTo>
                <a:cubicBezTo>
                  <a:pt x="102603" y="156540"/>
                  <a:pt x="67995" y="132283"/>
                  <a:pt x="24485" y="102946"/>
                </a:cubicBezTo>
                <a:cubicBezTo>
                  <a:pt x="14567" y="96227"/>
                  <a:pt x="0" y="78447"/>
                  <a:pt x="24498" y="53936"/>
                </a:cubicBezTo>
                <a:cubicBezTo>
                  <a:pt x="73482" y="4953"/>
                  <a:pt x="191008" y="0"/>
                  <a:pt x="269443" y="78435"/>
                </a:cubicBezTo>
                <a:cubicBezTo>
                  <a:pt x="347891" y="156883"/>
                  <a:pt x="342950" y="274396"/>
                  <a:pt x="293941" y="323392"/>
                </a:cubicBezTo>
                <a:cubicBezTo>
                  <a:pt x="269443" y="347903"/>
                  <a:pt x="251650" y="333324"/>
                  <a:pt x="244945" y="323392"/>
                </a:cubicBezTo>
                <a:cubicBezTo>
                  <a:pt x="215633" y="279920"/>
                  <a:pt x="191363" y="245300"/>
                  <a:pt x="146977" y="200914"/>
                </a:cubicBezTo>
                <a:lnTo>
                  <a:pt x="146977" y="200913"/>
                </a:lnTo>
                <a:close/>
                <a:moveTo>
                  <a:pt x="146990" y="445769"/>
                </a:moveTo>
              </a:path>
            </a:pathLst>
          </a:custGeom>
          <a:solidFill>
            <a:srgbClr val="65471B">
              <a:alpha val="100000"/>
            </a:srgbClr>
          </a:solidFill>
          <a:ln w="118141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68" name="Picture 468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949700" y="1308100"/>
            <a:ext cx="3987800" cy="4064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Freeform 469"/>
          <p:cNvSpPr/>
          <p:nvPr/>
        </p:nvSpPr>
        <p:spPr>
          <a:xfrm flipV="1">
            <a:off x="0" y="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70" name="Freeform 470"/>
          <p:cNvSpPr/>
          <p:nvPr/>
        </p:nvSpPr>
        <p:spPr>
          <a:xfrm flipV="1">
            <a:off x="0" y="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71" name="Picture 456"/>
          <p:cNvPicPr>
            <a:picLocks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3487"/>
            <a:ext cx="6096000" cy="6861529"/>
          </a:xfrm>
          <a:prstGeom prst="rect">
            <a:avLst/>
          </a:prstGeom>
          <a:noFill/>
        </p:spPr>
      </p:pic>
      <p:sp>
        <p:nvSpPr>
          <p:cNvPr id="472" name="Freeform 472"/>
          <p:cNvSpPr/>
          <p:nvPr/>
        </p:nvSpPr>
        <p:spPr>
          <a:xfrm flipV="1">
            <a:off x="7837840" y="5736029"/>
            <a:ext cx="30201" cy="41264"/>
          </a:xfrm>
          <a:custGeom>
            <a:avLst/>
            <a:gdLst/>
            <a:ahLst/>
            <a:cxnLst/>
            <a:rect l="0" t="0" r="0" b="0"/>
            <a:pathLst>
              <a:path w="49988" h="68300">
                <a:moveTo>
                  <a:pt x="0" y="0"/>
                </a:moveTo>
                <a:lnTo>
                  <a:pt x="48121" y="0"/>
                </a:lnTo>
                <a:cubicBezTo>
                  <a:pt x="49569" y="2425"/>
                  <a:pt x="49988" y="5575"/>
                  <a:pt x="48857" y="8547"/>
                </a:cubicBezTo>
                <a:lnTo>
                  <a:pt x="13" y="68300"/>
                </a:lnTo>
                <a:lnTo>
                  <a:pt x="13" y="0"/>
                </a:lnTo>
                <a:lnTo>
                  <a:pt x="0" y="0"/>
                </a:lnTo>
                <a:close/>
                <a:moveTo>
                  <a:pt x="-84036" y="118871"/>
                </a:moveTo>
              </a:path>
            </a:pathLst>
          </a:custGeom>
          <a:solidFill>
            <a:srgbClr val="EF9645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73" name="Picture 473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08969" y="5693827"/>
            <a:ext cx="288783" cy="299512"/>
          </a:xfrm>
          <a:prstGeom prst="rect">
            <a:avLst/>
          </a:prstGeom>
          <a:noFill/>
        </p:spPr>
      </p:pic>
      <p:sp>
        <p:nvSpPr>
          <p:cNvPr id="474" name="Freeform 474"/>
          <p:cNvSpPr/>
          <p:nvPr/>
        </p:nvSpPr>
        <p:spPr>
          <a:xfrm flipV="1">
            <a:off x="7824681" y="5894313"/>
            <a:ext cx="128337" cy="58222"/>
          </a:xfrm>
          <a:custGeom>
            <a:avLst/>
            <a:gdLst/>
            <a:ahLst/>
            <a:cxnLst/>
            <a:rect l="0" t="0" r="0" b="0"/>
            <a:pathLst>
              <a:path w="212420" h="96368">
                <a:moveTo>
                  <a:pt x="80873" y="1537"/>
                </a:moveTo>
                <a:cubicBezTo>
                  <a:pt x="40741" y="5753"/>
                  <a:pt x="9398" y="25426"/>
                  <a:pt x="7633" y="26556"/>
                </a:cubicBezTo>
                <a:cubicBezTo>
                  <a:pt x="1727" y="30328"/>
                  <a:pt x="0" y="38151"/>
                  <a:pt x="3759" y="44069"/>
                </a:cubicBezTo>
                <a:cubicBezTo>
                  <a:pt x="7518" y="49987"/>
                  <a:pt x="15354" y="51727"/>
                  <a:pt x="21285" y="47981"/>
                </a:cubicBezTo>
                <a:cubicBezTo>
                  <a:pt x="21793" y="47663"/>
                  <a:pt x="72123" y="16332"/>
                  <a:pt x="120929" y="29350"/>
                </a:cubicBezTo>
                <a:cubicBezTo>
                  <a:pt x="147917" y="36538"/>
                  <a:pt x="170040" y="56210"/>
                  <a:pt x="186677" y="87783"/>
                </a:cubicBezTo>
                <a:cubicBezTo>
                  <a:pt x="189954" y="94006"/>
                  <a:pt x="197675" y="96368"/>
                  <a:pt x="203835" y="93104"/>
                </a:cubicBezTo>
                <a:cubicBezTo>
                  <a:pt x="210032" y="89840"/>
                  <a:pt x="212420" y="82157"/>
                  <a:pt x="209156" y="75946"/>
                </a:cubicBezTo>
                <a:cubicBezTo>
                  <a:pt x="189027" y="37770"/>
                  <a:pt x="161480" y="13805"/>
                  <a:pt x="127279" y="4750"/>
                </a:cubicBezTo>
                <a:cubicBezTo>
                  <a:pt x="111315" y="534"/>
                  <a:pt x="95504" y="0"/>
                  <a:pt x="80873" y="1537"/>
                </a:cubicBezTo>
                <a:close/>
                <a:moveTo>
                  <a:pt x="226263" y="408927"/>
                </a:moveTo>
              </a:path>
            </a:pathLst>
          </a:custGeom>
          <a:solidFill>
            <a:srgbClr val="EF9645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75" name="Rectangle 475"/>
          <p:cNvSpPr/>
          <p:nvPr/>
        </p:nvSpPr>
        <p:spPr>
          <a:xfrm>
            <a:off x="6843711" y="807698"/>
            <a:ext cx="4413174" cy="271664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Di</a:t>
            </a:r>
            <a:r>
              <a:rPr lang="en-GB" sz="3479" b="1" i="0" spc="750" baseline="0" dirty="0">
                <a:solidFill>
                  <a:srgbClr val="224466"/>
                </a:solidFill>
                <a:latin typeface="Arial"/>
              </a:rPr>
              <a:t>d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A</a:t>
            </a:r>
            <a:r>
              <a:rPr lang="en-GB" sz="3479" b="1" i="0" spc="750" baseline="0" dirty="0">
                <a:solidFill>
                  <a:srgbClr val="224466"/>
                </a:solidFill>
                <a:latin typeface="Arial"/>
              </a:rPr>
              <a:t>I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actuall</a:t>
            </a:r>
            <a:r>
              <a:rPr lang="en-GB" sz="3479" b="1" i="0" spc="750" baseline="0" dirty="0">
                <a:solidFill>
                  <a:srgbClr val="224466"/>
                </a:solidFill>
                <a:latin typeface="Arial"/>
              </a:rPr>
              <a:t>y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read</a:t>
            </a:r>
          </a:p>
          <a:p>
            <a:pPr marL="0">
              <a:lnSpc>
                <a:spcPts val="4350"/>
              </a:lnSpc>
            </a:pP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you</a:t>
            </a:r>
            <a:r>
              <a:rPr lang="en-GB" sz="3479" b="1" i="0" spc="750" baseline="0" dirty="0">
                <a:solidFill>
                  <a:srgbClr val="224466"/>
                </a:solidFill>
                <a:latin typeface="Arial"/>
              </a:rPr>
              <a:t>r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document?</a:t>
            </a:r>
          </a:p>
          <a:p>
            <a:pPr marL="0">
              <a:lnSpc>
                <a:spcPts val="4350"/>
              </a:lnSpc>
            </a:pPr>
            <a:r>
              <a:rPr lang="en-GB" sz="3479" b="1" i="1" spc="0" baseline="0" dirty="0">
                <a:solidFill>
                  <a:srgbClr val="224466"/>
                </a:solidFill>
                <a:latin typeface="Arial"/>
              </a:rPr>
              <a:t>Probabl</a:t>
            </a:r>
            <a:r>
              <a:rPr lang="en-GB" sz="3479" b="1" i="1" spc="844" baseline="0" dirty="0">
                <a:solidFill>
                  <a:srgbClr val="224466"/>
                </a:solidFill>
                <a:latin typeface="Arial"/>
              </a:rPr>
              <a:t>y</a:t>
            </a:r>
            <a:r>
              <a:rPr lang="en-GB" sz="3479" b="1" i="1" spc="0" baseline="0" dirty="0">
                <a:solidFill>
                  <a:srgbClr val="224466"/>
                </a:solidFill>
                <a:latin typeface="Arial"/>
              </a:rPr>
              <a:t>Not</a:t>
            </a:r>
          </a:p>
          <a:p>
            <a:pPr marL="0">
              <a:lnSpc>
                <a:spcPts val="5234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Generalis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LLM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ma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ski</a:t>
            </a:r>
            <a:r>
              <a:rPr lang="en-GB" sz="2174" b="1" i="0" spc="505" baseline="0" dirty="0">
                <a:solidFill>
                  <a:srgbClr val="1F2328"/>
                </a:solidFill>
                <a:latin typeface="Arial"/>
              </a:rPr>
              <a:t>m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lon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g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PDFs</a:t>
            </a:r>
          </a:p>
          <a:p>
            <a:pPr marL="0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505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mis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conten</a:t>
            </a:r>
            <a:r>
              <a:rPr lang="en-GB" sz="2174" b="1" i="0" spc="505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dee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p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withi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them.</a:t>
            </a:r>
          </a:p>
        </p:txBody>
      </p:sp>
      <p:sp>
        <p:nvSpPr>
          <p:cNvPr id="476" name="Rectangle 476"/>
          <p:cNvSpPr/>
          <p:nvPr/>
        </p:nvSpPr>
        <p:spPr>
          <a:xfrm>
            <a:off x="6843711" y="4032633"/>
            <a:ext cx="4468491" cy="198725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Wherea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specialis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"RAG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"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(Retrieval</a:t>
            </a:r>
          </a:p>
          <a:p>
            <a:pPr marL="0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Augmente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Generation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)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models</a:t>
            </a:r>
          </a:p>
          <a:p>
            <a:pPr marL="0">
              <a:lnSpc>
                <a:spcPts val="32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confin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thei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response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jus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the</a:t>
            </a:r>
          </a:p>
          <a:p>
            <a:pPr marL="0">
              <a:lnSpc>
                <a:spcPts val="3299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informatio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attachment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supplied</a:t>
            </a:r>
          </a:p>
          <a:p>
            <a:pPr marL="0">
              <a:lnSpc>
                <a:spcPts val="32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b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you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Freeform 477"/>
          <p:cNvSpPr/>
          <p:nvPr/>
        </p:nvSpPr>
        <p:spPr>
          <a:xfrm flipV="1">
            <a:off x="0" y="-1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78" name="Freeform 478"/>
          <p:cNvSpPr/>
          <p:nvPr/>
        </p:nvSpPr>
        <p:spPr>
          <a:xfrm flipV="1">
            <a:off x="0" y="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79" name="Freeform 479"/>
          <p:cNvSpPr/>
          <p:nvPr/>
        </p:nvSpPr>
        <p:spPr>
          <a:xfrm flipV="1">
            <a:off x="752474" y="1743075"/>
            <a:ext cx="1857374" cy="952499"/>
          </a:xfrm>
          <a:custGeom>
            <a:avLst/>
            <a:gdLst/>
            <a:ahLst/>
            <a:cxnLst/>
            <a:rect l="0" t="0" r="0" b="0"/>
            <a:pathLst>
              <a:path w="2476500" h="1270000">
                <a:moveTo>
                  <a:pt x="0" y="1270000"/>
                </a:moveTo>
                <a:lnTo>
                  <a:pt x="2476500" y="1270000"/>
                </a:lnTo>
                <a:lnTo>
                  <a:pt x="2476500" y="0"/>
                </a:lnTo>
                <a:lnTo>
                  <a:pt x="0" y="0"/>
                </a:lnTo>
                <a:lnTo>
                  <a:pt x="0" y="1270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80" name="Freeform 480"/>
          <p:cNvSpPr/>
          <p:nvPr/>
        </p:nvSpPr>
        <p:spPr>
          <a:xfrm flipV="1">
            <a:off x="2609849" y="1743075"/>
            <a:ext cx="2133599" cy="952499"/>
          </a:xfrm>
          <a:custGeom>
            <a:avLst/>
            <a:gdLst/>
            <a:ahLst/>
            <a:cxnLst/>
            <a:rect l="0" t="0" r="0" b="0"/>
            <a:pathLst>
              <a:path w="2844800" h="1270000">
                <a:moveTo>
                  <a:pt x="0" y="1270000"/>
                </a:moveTo>
                <a:lnTo>
                  <a:pt x="2844800" y="1270000"/>
                </a:lnTo>
                <a:lnTo>
                  <a:pt x="2844800" y="0"/>
                </a:lnTo>
                <a:lnTo>
                  <a:pt x="0" y="0"/>
                </a:lnTo>
                <a:lnTo>
                  <a:pt x="0" y="1270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81" name="Freeform 481"/>
          <p:cNvSpPr/>
          <p:nvPr/>
        </p:nvSpPr>
        <p:spPr>
          <a:xfrm flipV="1">
            <a:off x="4743449" y="1743075"/>
            <a:ext cx="1676399" cy="952499"/>
          </a:xfrm>
          <a:custGeom>
            <a:avLst/>
            <a:gdLst/>
            <a:ahLst/>
            <a:cxnLst/>
            <a:rect l="0" t="0" r="0" b="0"/>
            <a:pathLst>
              <a:path w="2235200" h="1270000">
                <a:moveTo>
                  <a:pt x="0" y="1270000"/>
                </a:moveTo>
                <a:lnTo>
                  <a:pt x="2235200" y="1270000"/>
                </a:lnTo>
                <a:lnTo>
                  <a:pt x="2235200" y="0"/>
                </a:lnTo>
                <a:lnTo>
                  <a:pt x="0" y="0"/>
                </a:lnTo>
                <a:lnTo>
                  <a:pt x="0" y="1270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82" name="Freeform 482"/>
          <p:cNvSpPr/>
          <p:nvPr/>
        </p:nvSpPr>
        <p:spPr>
          <a:xfrm flipV="1">
            <a:off x="6419849" y="1743075"/>
            <a:ext cx="1676399" cy="952499"/>
          </a:xfrm>
          <a:custGeom>
            <a:avLst/>
            <a:gdLst/>
            <a:ahLst/>
            <a:cxnLst/>
            <a:rect l="0" t="0" r="0" b="0"/>
            <a:pathLst>
              <a:path w="2235200" h="1270000">
                <a:moveTo>
                  <a:pt x="0" y="1270000"/>
                </a:moveTo>
                <a:lnTo>
                  <a:pt x="2235200" y="1270000"/>
                </a:lnTo>
                <a:lnTo>
                  <a:pt x="2235200" y="0"/>
                </a:lnTo>
                <a:lnTo>
                  <a:pt x="0" y="0"/>
                </a:lnTo>
                <a:lnTo>
                  <a:pt x="0" y="1270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83" name="Freeform 483"/>
          <p:cNvSpPr/>
          <p:nvPr/>
        </p:nvSpPr>
        <p:spPr>
          <a:xfrm flipV="1">
            <a:off x="8096249" y="1743075"/>
            <a:ext cx="1666874" cy="952499"/>
          </a:xfrm>
          <a:custGeom>
            <a:avLst/>
            <a:gdLst/>
            <a:ahLst/>
            <a:cxnLst/>
            <a:rect l="0" t="0" r="0" b="0"/>
            <a:pathLst>
              <a:path w="2222500" h="1270000">
                <a:moveTo>
                  <a:pt x="0" y="1270000"/>
                </a:moveTo>
                <a:lnTo>
                  <a:pt x="2222500" y="1270000"/>
                </a:lnTo>
                <a:lnTo>
                  <a:pt x="2222500" y="0"/>
                </a:lnTo>
                <a:lnTo>
                  <a:pt x="0" y="0"/>
                </a:lnTo>
                <a:lnTo>
                  <a:pt x="0" y="1270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84" name="Freeform 484"/>
          <p:cNvSpPr/>
          <p:nvPr/>
        </p:nvSpPr>
        <p:spPr>
          <a:xfrm flipV="1">
            <a:off x="9763124" y="1743075"/>
            <a:ext cx="1676399" cy="952499"/>
          </a:xfrm>
          <a:custGeom>
            <a:avLst/>
            <a:gdLst/>
            <a:ahLst/>
            <a:cxnLst/>
            <a:rect l="0" t="0" r="0" b="0"/>
            <a:pathLst>
              <a:path w="2235200" h="1270000">
                <a:moveTo>
                  <a:pt x="0" y="1270000"/>
                </a:moveTo>
                <a:lnTo>
                  <a:pt x="2235200" y="1270000"/>
                </a:lnTo>
                <a:lnTo>
                  <a:pt x="2235200" y="0"/>
                </a:lnTo>
                <a:lnTo>
                  <a:pt x="0" y="0"/>
                </a:lnTo>
                <a:lnTo>
                  <a:pt x="0" y="1270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85" name="Freeform 485"/>
          <p:cNvSpPr/>
          <p:nvPr/>
        </p:nvSpPr>
        <p:spPr>
          <a:xfrm flipV="1">
            <a:off x="752474" y="2695575"/>
            <a:ext cx="1857374" cy="533399"/>
          </a:xfrm>
          <a:custGeom>
            <a:avLst/>
            <a:gdLst/>
            <a:ahLst/>
            <a:cxnLst/>
            <a:rect l="0" t="0" r="0" b="0"/>
            <a:pathLst>
              <a:path w="2476500" h="711200">
                <a:moveTo>
                  <a:pt x="0" y="711200"/>
                </a:moveTo>
                <a:lnTo>
                  <a:pt x="2476500" y="711200"/>
                </a:lnTo>
                <a:lnTo>
                  <a:pt x="2476500" y="0"/>
                </a:lnTo>
                <a:lnTo>
                  <a:pt x="0" y="0"/>
                </a:lnTo>
                <a:lnTo>
                  <a:pt x="0" y="7112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86" name="Freeform 486"/>
          <p:cNvSpPr/>
          <p:nvPr/>
        </p:nvSpPr>
        <p:spPr>
          <a:xfrm flipV="1">
            <a:off x="2609849" y="2695575"/>
            <a:ext cx="2133599" cy="533399"/>
          </a:xfrm>
          <a:custGeom>
            <a:avLst/>
            <a:gdLst/>
            <a:ahLst/>
            <a:cxnLst/>
            <a:rect l="0" t="0" r="0" b="0"/>
            <a:pathLst>
              <a:path w="2844800" h="711200">
                <a:moveTo>
                  <a:pt x="0" y="711200"/>
                </a:moveTo>
                <a:lnTo>
                  <a:pt x="2844800" y="711200"/>
                </a:lnTo>
                <a:lnTo>
                  <a:pt x="2844800" y="0"/>
                </a:lnTo>
                <a:lnTo>
                  <a:pt x="0" y="0"/>
                </a:lnTo>
                <a:lnTo>
                  <a:pt x="0" y="7112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87" name="Freeform 487"/>
          <p:cNvSpPr/>
          <p:nvPr/>
        </p:nvSpPr>
        <p:spPr>
          <a:xfrm flipV="1">
            <a:off x="4743449" y="2695575"/>
            <a:ext cx="1676399" cy="533399"/>
          </a:xfrm>
          <a:custGeom>
            <a:avLst/>
            <a:gdLst/>
            <a:ahLst/>
            <a:cxnLst/>
            <a:rect l="0" t="0" r="0" b="0"/>
            <a:pathLst>
              <a:path w="2235200" h="711200">
                <a:moveTo>
                  <a:pt x="0" y="711200"/>
                </a:moveTo>
                <a:lnTo>
                  <a:pt x="2235200" y="711200"/>
                </a:lnTo>
                <a:lnTo>
                  <a:pt x="2235200" y="0"/>
                </a:lnTo>
                <a:lnTo>
                  <a:pt x="0" y="0"/>
                </a:lnTo>
                <a:lnTo>
                  <a:pt x="0" y="7112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88" name="Freeform 488"/>
          <p:cNvSpPr/>
          <p:nvPr/>
        </p:nvSpPr>
        <p:spPr>
          <a:xfrm flipV="1">
            <a:off x="6419849" y="2695575"/>
            <a:ext cx="1676399" cy="533399"/>
          </a:xfrm>
          <a:custGeom>
            <a:avLst/>
            <a:gdLst/>
            <a:ahLst/>
            <a:cxnLst/>
            <a:rect l="0" t="0" r="0" b="0"/>
            <a:pathLst>
              <a:path w="2235200" h="711200">
                <a:moveTo>
                  <a:pt x="0" y="711200"/>
                </a:moveTo>
                <a:lnTo>
                  <a:pt x="2235200" y="711200"/>
                </a:lnTo>
                <a:lnTo>
                  <a:pt x="2235200" y="0"/>
                </a:lnTo>
                <a:lnTo>
                  <a:pt x="0" y="0"/>
                </a:lnTo>
                <a:lnTo>
                  <a:pt x="0" y="7112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89" name="Freeform 489"/>
          <p:cNvSpPr/>
          <p:nvPr/>
        </p:nvSpPr>
        <p:spPr>
          <a:xfrm flipV="1">
            <a:off x="8096249" y="2695575"/>
            <a:ext cx="1666874" cy="533399"/>
          </a:xfrm>
          <a:custGeom>
            <a:avLst/>
            <a:gdLst/>
            <a:ahLst/>
            <a:cxnLst/>
            <a:rect l="0" t="0" r="0" b="0"/>
            <a:pathLst>
              <a:path w="2222500" h="711200">
                <a:moveTo>
                  <a:pt x="0" y="711200"/>
                </a:moveTo>
                <a:lnTo>
                  <a:pt x="2222500" y="711200"/>
                </a:lnTo>
                <a:lnTo>
                  <a:pt x="2222500" y="0"/>
                </a:lnTo>
                <a:lnTo>
                  <a:pt x="0" y="0"/>
                </a:lnTo>
                <a:lnTo>
                  <a:pt x="0" y="7112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90" name="Freeform 490"/>
          <p:cNvSpPr/>
          <p:nvPr/>
        </p:nvSpPr>
        <p:spPr>
          <a:xfrm flipV="1">
            <a:off x="9763124" y="2695575"/>
            <a:ext cx="1676399" cy="533399"/>
          </a:xfrm>
          <a:custGeom>
            <a:avLst/>
            <a:gdLst/>
            <a:ahLst/>
            <a:cxnLst/>
            <a:rect l="0" t="0" r="0" b="0"/>
            <a:pathLst>
              <a:path w="2235200" h="711200">
                <a:moveTo>
                  <a:pt x="0" y="711200"/>
                </a:moveTo>
                <a:lnTo>
                  <a:pt x="2235200" y="711200"/>
                </a:lnTo>
                <a:lnTo>
                  <a:pt x="2235200" y="0"/>
                </a:lnTo>
                <a:lnTo>
                  <a:pt x="0" y="0"/>
                </a:lnTo>
                <a:lnTo>
                  <a:pt x="0" y="7112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91" name="Freeform 491"/>
          <p:cNvSpPr/>
          <p:nvPr/>
        </p:nvSpPr>
        <p:spPr>
          <a:xfrm flipV="1">
            <a:off x="752474" y="3228975"/>
            <a:ext cx="1857374" cy="542924"/>
          </a:xfrm>
          <a:custGeom>
            <a:avLst/>
            <a:gdLst/>
            <a:ahLst/>
            <a:cxnLst/>
            <a:rect l="0" t="0" r="0" b="0"/>
            <a:pathLst>
              <a:path w="2476500" h="723900">
                <a:moveTo>
                  <a:pt x="0" y="723900"/>
                </a:moveTo>
                <a:lnTo>
                  <a:pt x="2476500" y="723900"/>
                </a:lnTo>
                <a:lnTo>
                  <a:pt x="2476500" y="0"/>
                </a:lnTo>
                <a:lnTo>
                  <a:pt x="0" y="0"/>
                </a:lnTo>
                <a:lnTo>
                  <a:pt x="0" y="723900"/>
                </a:lnTo>
                <a:close/>
              </a:path>
            </a:pathLst>
          </a:custGeom>
          <a:solidFill>
            <a:srgbClr val="F6F8FA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92" name="Freeform 492"/>
          <p:cNvSpPr/>
          <p:nvPr/>
        </p:nvSpPr>
        <p:spPr>
          <a:xfrm flipV="1">
            <a:off x="2609849" y="3228975"/>
            <a:ext cx="2133599" cy="542924"/>
          </a:xfrm>
          <a:custGeom>
            <a:avLst/>
            <a:gdLst/>
            <a:ahLst/>
            <a:cxnLst/>
            <a:rect l="0" t="0" r="0" b="0"/>
            <a:pathLst>
              <a:path w="2844800" h="723900">
                <a:moveTo>
                  <a:pt x="0" y="723900"/>
                </a:moveTo>
                <a:lnTo>
                  <a:pt x="2844800" y="723900"/>
                </a:lnTo>
                <a:lnTo>
                  <a:pt x="2844800" y="0"/>
                </a:lnTo>
                <a:lnTo>
                  <a:pt x="0" y="0"/>
                </a:lnTo>
                <a:lnTo>
                  <a:pt x="0" y="723900"/>
                </a:lnTo>
                <a:close/>
              </a:path>
            </a:pathLst>
          </a:custGeom>
          <a:solidFill>
            <a:srgbClr val="F6F8FA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93" name="Freeform 493"/>
          <p:cNvSpPr/>
          <p:nvPr/>
        </p:nvSpPr>
        <p:spPr>
          <a:xfrm flipV="1">
            <a:off x="4743449" y="3228975"/>
            <a:ext cx="1676399" cy="542924"/>
          </a:xfrm>
          <a:custGeom>
            <a:avLst/>
            <a:gdLst/>
            <a:ahLst/>
            <a:cxnLst/>
            <a:rect l="0" t="0" r="0" b="0"/>
            <a:pathLst>
              <a:path w="2235200" h="723900">
                <a:moveTo>
                  <a:pt x="0" y="723900"/>
                </a:moveTo>
                <a:lnTo>
                  <a:pt x="2235200" y="723900"/>
                </a:lnTo>
                <a:lnTo>
                  <a:pt x="2235200" y="0"/>
                </a:lnTo>
                <a:lnTo>
                  <a:pt x="0" y="0"/>
                </a:lnTo>
                <a:lnTo>
                  <a:pt x="0" y="723900"/>
                </a:lnTo>
                <a:close/>
              </a:path>
            </a:pathLst>
          </a:custGeom>
          <a:solidFill>
            <a:srgbClr val="F6F8FA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94" name="Freeform 494"/>
          <p:cNvSpPr/>
          <p:nvPr/>
        </p:nvSpPr>
        <p:spPr>
          <a:xfrm flipV="1">
            <a:off x="6419849" y="3228975"/>
            <a:ext cx="1676399" cy="542924"/>
          </a:xfrm>
          <a:custGeom>
            <a:avLst/>
            <a:gdLst/>
            <a:ahLst/>
            <a:cxnLst/>
            <a:rect l="0" t="0" r="0" b="0"/>
            <a:pathLst>
              <a:path w="2235200" h="723900">
                <a:moveTo>
                  <a:pt x="0" y="723900"/>
                </a:moveTo>
                <a:lnTo>
                  <a:pt x="2235200" y="723900"/>
                </a:lnTo>
                <a:lnTo>
                  <a:pt x="2235200" y="0"/>
                </a:lnTo>
                <a:lnTo>
                  <a:pt x="0" y="0"/>
                </a:lnTo>
                <a:lnTo>
                  <a:pt x="0" y="723900"/>
                </a:lnTo>
                <a:close/>
              </a:path>
            </a:pathLst>
          </a:custGeom>
          <a:solidFill>
            <a:srgbClr val="F6F8FA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95" name="Freeform 495"/>
          <p:cNvSpPr/>
          <p:nvPr/>
        </p:nvSpPr>
        <p:spPr>
          <a:xfrm flipV="1">
            <a:off x="8096249" y="3228975"/>
            <a:ext cx="1666874" cy="542924"/>
          </a:xfrm>
          <a:custGeom>
            <a:avLst/>
            <a:gdLst/>
            <a:ahLst/>
            <a:cxnLst/>
            <a:rect l="0" t="0" r="0" b="0"/>
            <a:pathLst>
              <a:path w="2222500" h="723900">
                <a:moveTo>
                  <a:pt x="0" y="723900"/>
                </a:moveTo>
                <a:lnTo>
                  <a:pt x="2222500" y="723900"/>
                </a:lnTo>
                <a:lnTo>
                  <a:pt x="2222500" y="0"/>
                </a:lnTo>
                <a:lnTo>
                  <a:pt x="0" y="0"/>
                </a:lnTo>
                <a:lnTo>
                  <a:pt x="0" y="723900"/>
                </a:lnTo>
                <a:close/>
              </a:path>
            </a:pathLst>
          </a:custGeom>
          <a:solidFill>
            <a:srgbClr val="F6F8FA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96" name="Freeform 496"/>
          <p:cNvSpPr/>
          <p:nvPr/>
        </p:nvSpPr>
        <p:spPr>
          <a:xfrm flipV="1">
            <a:off x="9763124" y="3228975"/>
            <a:ext cx="1676399" cy="542924"/>
          </a:xfrm>
          <a:custGeom>
            <a:avLst/>
            <a:gdLst/>
            <a:ahLst/>
            <a:cxnLst/>
            <a:rect l="0" t="0" r="0" b="0"/>
            <a:pathLst>
              <a:path w="2235200" h="723900">
                <a:moveTo>
                  <a:pt x="0" y="723900"/>
                </a:moveTo>
                <a:lnTo>
                  <a:pt x="2235200" y="723900"/>
                </a:lnTo>
                <a:lnTo>
                  <a:pt x="2235200" y="0"/>
                </a:lnTo>
                <a:lnTo>
                  <a:pt x="0" y="0"/>
                </a:lnTo>
                <a:lnTo>
                  <a:pt x="0" y="723900"/>
                </a:lnTo>
                <a:close/>
              </a:path>
            </a:pathLst>
          </a:custGeom>
          <a:solidFill>
            <a:srgbClr val="F6F8FA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97" name="Freeform 497"/>
          <p:cNvSpPr/>
          <p:nvPr/>
        </p:nvSpPr>
        <p:spPr>
          <a:xfrm flipV="1">
            <a:off x="752474" y="3771900"/>
            <a:ext cx="1857374" cy="533399"/>
          </a:xfrm>
          <a:custGeom>
            <a:avLst/>
            <a:gdLst/>
            <a:ahLst/>
            <a:cxnLst/>
            <a:rect l="0" t="0" r="0" b="0"/>
            <a:pathLst>
              <a:path w="2476500" h="711200">
                <a:moveTo>
                  <a:pt x="0" y="711200"/>
                </a:moveTo>
                <a:lnTo>
                  <a:pt x="2476500" y="711200"/>
                </a:lnTo>
                <a:lnTo>
                  <a:pt x="2476500" y="0"/>
                </a:lnTo>
                <a:lnTo>
                  <a:pt x="0" y="0"/>
                </a:lnTo>
                <a:lnTo>
                  <a:pt x="0" y="7112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98" name="Freeform 498"/>
          <p:cNvSpPr/>
          <p:nvPr/>
        </p:nvSpPr>
        <p:spPr>
          <a:xfrm flipV="1">
            <a:off x="2609849" y="3771900"/>
            <a:ext cx="2133599" cy="533399"/>
          </a:xfrm>
          <a:custGeom>
            <a:avLst/>
            <a:gdLst/>
            <a:ahLst/>
            <a:cxnLst/>
            <a:rect l="0" t="0" r="0" b="0"/>
            <a:pathLst>
              <a:path w="2844800" h="711200">
                <a:moveTo>
                  <a:pt x="0" y="711200"/>
                </a:moveTo>
                <a:lnTo>
                  <a:pt x="2844800" y="711200"/>
                </a:lnTo>
                <a:lnTo>
                  <a:pt x="2844800" y="0"/>
                </a:lnTo>
                <a:lnTo>
                  <a:pt x="0" y="0"/>
                </a:lnTo>
                <a:lnTo>
                  <a:pt x="0" y="7112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99" name="Freeform 499"/>
          <p:cNvSpPr/>
          <p:nvPr/>
        </p:nvSpPr>
        <p:spPr>
          <a:xfrm flipV="1">
            <a:off x="4743449" y="3771900"/>
            <a:ext cx="1676399" cy="533399"/>
          </a:xfrm>
          <a:custGeom>
            <a:avLst/>
            <a:gdLst/>
            <a:ahLst/>
            <a:cxnLst/>
            <a:rect l="0" t="0" r="0" b="0"/>
            <a:pathLst>
              <a:path w="2235200" h="711200">
                <a:moveTo>
                  <a:pt x="0" y="711200"/>
                </a:moveTo>
                <a:lnTo>
                  <a:pt x="2235200" y="711200"/>
                </a:lnTo>
                <a:lnTo>
                  <a:pt x="2235200" y="0"/>
                </a:lnTo>
                <a:lnTo>
                  <a:pt x="0" y="0"/>
                </a:lnTo>
                <a:lnTo>
                  <a:pt x="0" y="7112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00" name="Freeform 500"/>
          <p:cNvSpPr/>
          <p:nvPr/>
        </p:nvSpPr>
        <p:spPr>
          <a:xfrm flipV="1">
            <a:off x="6419849" y="3771900"/>
            <a:ext cx="1676399" cy="533399"/>
          </a:xfrm>
          <a:custGeom>
            <a:avLst/>
            <a:gdLst/>
            <a:ahLst/>
            <a:cxnLst/>
            <a:rect l="0" t="0" r="0" b="0"/>
            <a:pathLst>
              <a:path w="2235200" h="711200">
                <a:moveTo>
                  <a:pt x="0" y="711200"/>
                </a:moveTo>
                <a:lnTo>
                  <a:pt x="2235200" y="711200"/>
                </a:lnTo>
                <a:lnTo>
                  <a:pt x="2235200" y="0"/>
                </a:lnTo>
                <a:lnTo>
                  <a:pt x="0" y="0"/>
                </a:lnTo>
                <a:lnTo>
                  <a:pt x="0" y="7112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01" name="Freeform 501"/>
          <p:cNvSpPr/>
          <p:nvPr/>
        </p:nvSpPr>
        <p:spPr>
          <a:xfrm flipV="1">
            <a:off x="8096249" y="3771900"/>
            <a:ext cx="1666874" cy="533399"/>
          </a:xfrm>
          <a:custGeom>
            <a:avLst/>
            <a:gdLst/>
            <a:ahLst/>
            <a:cxnLst/>
            <a:rect l="0" t="0" r="0" b="0"/>
            <a:pathLst>
              <a:path w="2222500" h="711200">
                <a:moveTo>
                  <a:pt x="0" y="711200"/>
                </a:moveTo>
                <a:lnTo>
                  <a:pt x="2222500" y="711200"/>
                </a:lnTo>
                <a:lnTo>
                  <a:pt x="2222500" y="0"/>
                </a:lnTo>
                <a:lnTo>
                  <a:pt x="0" y="0"/>
                </a:lnTo>
                <a:lnTo>
                  <a:pt x="0" y="7112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02" name="Freeform 502"/>
          <p:cNvSpPr/>
          <p:nvPr/>
        </p:nvSpPr>
        <p:spPr>
          <a:xfrm flipV="1">
            <a:off x="9763124" y="3771900"/>
            <a:ext cx="1676399" cy="533399"/>
          </a:xfrm>
          <a:custGeom>
            <a:avLst/>
            <a:gdLst/>
            <a:ahLst/>
            <a:cxnLst/>
            <a:rect l="0" t="0" r="0" b="0"/>
            <a:pathLst>
              <a:path w="2235200" h="711200">
                <a:moveTo>
                  <a:pt x="0" y="711200"/>
                </a:moveTo>
                <a:lnTo>
                  <a:pt x="2235200" y="711200"/>
                </a:lnTo>
                <a:lnTo>
                  <a:pt x="2235200" y="0"/>
                </a:lnTo>
                <a:lnTo>
                  <a:pt x="0" y="0"/>
                </a:lnTo>
                <a:lnTo>
                  <a:pt x="0" y="7112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03" name="Freeform 503"/>
          <p:cNvSpPr/>
          <p:nvPr/>
        </p:nvSpPr>
        <p:spPr>
          <a:xfrm flipV="1">
            <a:off x="752474" y="4305300"/>
            <a:ext cx="1857374" cy="952499"/>
          </a:xfrm>
          <a:custGeom>
            <a:avLst/>
            <a:gdLst/>
            <a:ahLst/>
            <a:cxnLst/>
            <a:rect l="0" t="0" r="0" b="0"/>
            <a:pathLst>
              <a:path w="2476500" h="1270000">
                <a:moveTo>
                  <a:pt x="0" y="1270000"/>
                </a:moveTo>
                <a:lnTo>
                  <a:pt x="2476500" y="1270000"/>
                </a:lnTo>
                <a:lnTo>
                  <a:pt x="2476500" y="0"/>
                </a:lnTo>
                <a:lnTo>
                  <a:pt x="0" y="0"/>
                </a:lnTo>
                <a:lnTo>
                  <a:pt x="0" y="1270000"/>
                </a:lnTo>
                <a:close/>
              </a:path>
            </a:pathLst>
          </a:custGeom>
          <a:solidFill>
            <a:srgbClr val="F6F8FA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04" name="Freeform 504"/>
          <p:cNvSpPr/>
          <p:nvPr/>
        </p:nvSpPr>
        <p:spPr>
          <a:xfrm flipV="1">
            <a:off x="2609849" y="4305300"/>
            <a:ext cx="2133599" cy="952499"/>
          </a:xfrm>
          <a:custGeom>
            <a:avLst/>
            <a:gdLst/>
            <a:ahLst/>
            <a:cxnLst/>
            <a:rect l="0" t="0" r="0" b="0"/>
            <a:pathLst>
              <a:path w="2844800" h="1270000">
                <a:moveTo>
                  <a:pt x="0" y="1270000"/>
                </a:moveTo>
                <a:lnTo>
                  <a:pt x="2844800" y="1270000"/>
                </a:lnTo>
                <a:lnTo>
                  <a:pt x="2844800" y="0"/>
                </a:lnTo>
                <a:lnTo>
                  <a:pt x="0" y="0"/>
                </a:lnTo>
                <a:lnTo>
                  <a:pt x="0" y="1270000"/>
                </a:lnTo>
                <a:close/>
              </a:path>
            </a:pathLst>
          </a:custGeom>
          <a:solidFill>
            <a:srgbClr val="F6F8FA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05" name="Freeform 505"/>
          <p:cNvSpPr/>
          <p:nvPr/>
        </p:nvSpPr>
        <p:spPr>
          <a:xfrm flipV="1">
            <a:off x="4743449" y="4305300"/>
            <a:ext cx="1676399" cy="952499"/>
          </a:xfrm>
          <a:custGeom>
            <a:avLst/>
            <a:gdLst/>
            <a:ahLst/>
            <a:cxnLst/>
            <a:rect l="0" t="0" r="0" b="0"/>
            <a:pathLst>
              <a:path w="2235200" h="1270000">
                <a:moveTo>
                  <a:pt x="0" y="1270000"/>
                </a:moveTo>
                <a:lnTo>
                  <a:pt x="2235200" y="1270000"/>
                </a:lnTo>
                <a:lnTo>
                  <a:pt x="2235200" y="0"/>
                </a:lnTo>
                <a:lnTo>
                  <a:pt x="0" y="0"/>
                </a:lnTo>
                <a:lnTo>
                  <a:pt x="0" y="1270000"/>
                </a:lnTo>
                <a:close/>
              </a:path>
            </a:pathLst>
          </a:custGeom>
          <a:solidFill>
            <a:srgbClr val="F6F8FA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06" name="Freeform 506"/>
          <p:cNvSpPr/>
          <p:nvPr/>
        </p:nvSpPr>
        <p:spPr>
          <a:xfrm flipV="1">
            <a:off x="6419849" y="4305300"/>
            <a:ext cx="1676399" cy="952499"/>
          </a:xfrm>
          <a:custGeom>
            <a:avLst/>
            <a:gdLst/>
            <a:ahLst/>
            <a:cxnLst/>
            <a:rect l="0" t="0" r="0" b="0"/>
            <a:pathLst>
              <a:path w="2235200" h="1270000">
                <a:moveTo>
                  <a:pt x="0" y="1270000"/>
                </a:moveTo>
                <a:lnTo>
                  <a:pt x="2235200" y="1270000"/>
                </a:lnTo>
                <a:lnTo>
                  <a:pt x="2235200" y="0"/>
                </a:lnTo>
                <a:lnTo>
                  <a:pt x="0" y="0"/>
                </a:lnTo>
                <a:lnTo>
                  <a:pt x="0" y="1270000"/>
                </a:lnTo>
                <a:close/>
              </a:path>
            </a:pathLst>
          </a:custGeom>
          <a:solidFill>
            <a:srgbClr val="F6F8FA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07" name="Freeform 507"/>
          <p:cNvSpPr/>
          <p:nvPr/>
        </p:nvSpPr>
        <p:spPr>
          <a:xfrm flipV="1">
            <a:off x="8096249" y="4305300"/>
            <a:ext cx="1666874" cy="952499"/>
          </a:xfrm>
          <a:custGeom>
            <a:avLst/>
            <a:gdLst/>
            <a:ahLst/>
            <a:cxnLst/>
            <a:rect l="0" t="0" r="0" b="0"/>
            <a:pathLst>
              <a:path w="2222500" h="1270000">
                <a:moveTo>
                  <a:pt x="0" y="1270000"/>
                </a:moveTo>
                <a:lnTo>
                  <a:pt x="2222500" y="1270000"/>
                </a:lnTo>
                <a:lnTo>
                  <a:pt x="2222500" y="0"/>
                </a:lnTo>
                <a:lnTo>
                  <a:pt x="0" y="0"/>
                </a:lnTo>
                <a:lnTo>
                  <a:pt x="0" y="1270000"/>
                </a:lnTo>
                <a:close/>
              </a:path>
            </a:pathLst>
          </a:custGeom>
          <a:solidFill>
            <a:srgbClr val="F6F8FA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08" name="Freeform 508"/>
          <p:cNvSpPr/>
          <p:nvPr/>
        </p:nvSpPr>
        <p:spPr>
          <a:xfrm flipV="1">
            <a:off x="9763124" y="4305300"/>
            <a:ext cx="1676399" cy="952499"/>
          </a:xfrm>
          <a:custGeom>
            <a:avLst/>
            <a:gdLst/>
            <a:ahLst/>
            <a:cxnLst/>
            <a:rect l="0" t="0" r="0" b="0"/>
            <a:pathLst>
              <a:path w="2235200" h="1270000">
                <a:moveTo>
                  <a:pt x="0" y="1270000"/>
                </a:moveTo>
                <a:lnTo>
                  <a:pt x="2235200" y="1270000"/>
                </a:lnTo>
                <a:lnTo>
                  <a:pt x="2235200" y="0"/>
                </a:lnTo>
                <a:lnTo>
                  <a:pt x="0" y="0"/>
                </a:lnTo>
                <a:lnTo>
                  <a:pt x="0" y="1270000"/>
                </a:lnTo>
                <a:close/>
              </a:path>
            </a:pathLst>
          </a:custGeom>
          <a:solidFill>
            <a:srgbClr val="F6F8FA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09" name="Freeform 509"/>
          <p:cNvSpPr/>
          <p:nvPr/>
        </p:nvSpPr>
        <p:spPr>
          <a:xfrm flipV="1">
            <a:off x="752474" y="5257800"/>
            <a:ext cx="1857374" cy="542924"/>
          </a:xfrm>
          <a:custGeom>
            <a:avLst/>
            <a:gdLst/>
            <a:ahLst/>
            <a:cxnLst/>
            <a:rect l="0" t="0" r="0" b="0"/>
            <a:pathLst>
              <a:path w="2476500" h="723900">
                <a:moveTo>
                  <a:pt x="0" y="723900"/>
                </a:moveTo>
                <a:lnTo>
                  <a:pt x="2476500" y="723900"/>
                </a:lnTo>
                <a:lnTo>
                  <a:pt x="2476500" y="0"/>
                </a:lnTo>
                <a:lnTo>
                  <a:pt x="0" y="0"/>
                </a:lnTo>
                <a:lnTo>
                  <a:pt x="0" y="7239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10" name="Freeform 510"/>
          <p:cNvSpPr/>
          <p:nvPr/>
        </p:nvSpPr>
        <p:spPr>
          <a:xfrm flipV="1">
            <a:off x="2609849" y="5257800"/>
            <a:ext cx="2133599" cy="542924"/>
          </a:xfrm>
          <a:custGeom>
            <a:avLst/>
            <a:gdLst/>
            <a:ahLst/>
            <a:cxnLst/>
            <a:rect l="0" t="0" r="0" b="0"/>
            <a:pathLst>
              <a:path w="2844800" h="723900">
                <a:moveTo>
                  <a:pt x="0" y="723900"/>
                </a:moveTo>
                <a:lnTo>
                  <a:pt x="2844800" y="723900"/>
                </a:lnTo>
                <a:lnTo>
                  <a:pt x="2844800" y="0"/>
                </a:lnTo>
                <a:lnTo>
                  <a:pt x="0" y="0"/>
                </a:lnTo>
                <a:lnTo>
                  <a:pt x="0" y="7239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11" name="Freeform 511"/>
          <p:cNvSpPr/>
          <p:nvPr/>
        </p:nvSpPr>
        <p:spPr>
          <a:xfrm flipV="1">
            <a:off x="4743449" y="5257800"/>
            <a:ext cx="1676399" cy="542924"/>
          </a:xfrm>
          <a:custGeom>
            <a:avLst/>
            <a:gdLst/>
            <a:ahLst/>
            <a:cxnLst/>
            <a:rect l="0" t="0" r="0" b="0"/>
            <a:pathLst>
              <a:path w="2235200" h="723900">
                <a:moveTo>
                  <a:pt x="0" y="723900"/>
                </a:moveTo>
                <a:lnTo>
                  <a:pt x="2235200" y="723900"/>
                </a:lnTo>
                <a:lnTo>
                  <a:pt x="2235200" y="0"/>
                </a:lnTo>
                <a:lnTo>
                  <a:pt x="0" y="0"/>
                </a:lnTo>
                <a:lnTo>
                  <a:pt x="0" y="7239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12" name="Freeform 512"/>
          <p:cNvSpPr/>
          <p:nvPr/>
        </p:nvSpPr>
        <p:spPr>
          <a:xfrm flipV="1">
            <a:off x="6419849" y="5257800"/>
            <a:ext cx="1676399" cy="542924"/>
          </a:xfrm>
          <a:custGeom>
            <a:avLst/>
            <a:gdLst/>
            <a:ahLst/>
            <a:cxnLst/>
            <a:rect l="0" t="0" r="0" b="0"/>
            <a:pathLst>
              <a:path w="2235200" h="723900">
                <a:moveTo>
                  <a:pt x="0" y="723900"/>
                </a:moveTo>
                <a:lnTo>
                  <a:pt x="2235200" y="723900"/>
                </a:lnTo>
                <a:lnTo>
                  <a:pt x="2235200" y="0"/>
                </a:lnTo>
                <a:lnTo>
                  <a:pt x="0" y="0"/>
                </a:lnTo>
                <a:lnTo>
                  <a:pt x="0" y="7239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13" name="Freeform 513"/>
          <p:cNvSpPr/>
          <p:nvPr/>
        </p:nvSpPr>
        <p:spPr>
          <a:xfrm flipV="1">
            <a:off x="8096249" y="5257800"/>
            <a:ext cx="1666874" cy="542924"/>
          </a:xfrm>
          <a:custGeom>
            <a:avLst/>
            <a:gdLst/>
            <a:ahLst/>
            <a:cxnLst/>
            <a:rect l="0" t="0" r="0" b="0"/>
            <a:pathLst>
              <a:path w="2222500" h="723900">
                <a:moveTo>
                  <a:pt x="0" y="723900"/>
                </a:moveTo>
                <a:lnTo>
                  <a:pt x="2222500" y="723900"/>
                </a:lnTo>
                <a:lnTo>
                  <a:pt x="2222500" y="0"/>
                </a:lnTo>
                <a:lnTo>
                  <a:pt x="0" y="0"/>
                </a:lnTo>
                <a:lnTo>
                  <a:pt x="0" y="7239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14" name="Freeform 514"/>
          <p:cNvSpPr/>
          <p:nvPr/>
        </p:nvSpPr>
        <p:spPr>
          <a:xfrm flipV="1">
            <a:off x="9763124" y="5257800"/>
            <a:ext cx="1676399" cy="542924"/>
          </a:xfrm>
          <a:custGeom>
            <a:avLst/>
            <a:gdLst/>
            <a:ahLst/>
            <a:cxnLst/>
            <a:rect l="0" t="0" r="0" b="0"/>
            <a:pathLst>
              <a:path w="2235200" h="723900">
                <a:moveTo>
                  <a:pt x="0" y="723900"/>
                </a:moveTo>
                <a:lnTo>
                  <a:pt x="2235200" y="723900"/>
                </a:lnTo>
                <a:lnTo>
                  <a:pt x="2235200" y="0"/>
                </a:lnTo>
                <a:lnTo>
                  <a:pt x="0" y="0"/>
                </a:lnTo>
                <a:lnTo>
                  <a:pt x="0" y="7239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15" name="Freeform 515"/>
          <p:cNvSpPr/>
          <p:nvPr/>
        </p:nvSpPr>
        <p:spPr>
          <a:xfrm flipV="1">
            <a:off x="752474" y="1733550"/>
            <a:ext cx="9524" cy="962024"/>
          </a:xfrm>
          <a:custGeom>
            <a:avLst/>
            <a:gdLst/>
            <a:ahLst/>
            <a:cxnLst/>
            <a:rect l="0" t="0" r="0" b="0"/>
            <a:pathLst>
              <a:path w="12700" h="1282700">
                <a:moveTo>
                  <a:pt x="0" y="1282700"/>
                </a:moveTo>
                <a:lnTo>
                  <a:pt x="12700" y="1282700"/>
                </a:lnTo>
                <a:lnTo>
                  <a:pt x="12700" y="0"/>
                </a:lnTo>
                <a:lnTo>
                  <a:pt x="0" y="0"/>
                </a:lnTo>
                <a:lnTo>
                  <a:pt x="0" y="128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16" name="Freeform 516"/>
          <p:cNvSpPr/>
          <p:nvPr/>
        </p:nvSpPr>
        <p:spPr>
          <a:xfrm flipV="1">
            <a:off x="752474" y="1733550"/>
            <a:ext cx="1866899" cy="9524"/>
          </a:xfrm>
          <a:custGeom>
            <a:avLst/>
            <a:gdLst/>
            <a:ahLst/>
            <a:cxnLst/>
            <a:rect l="0" t="0" r="0" b="0"/>
            <a:pathLst>
              <a:path w="2489200" h="12700">
                <a:moveTo>
                  <a:pt x="0" y="12700"/>
                </a:moveTo>
                <a:lnTo>
                  <a:pt x="2489200" y="12700"/>
                </a:lnTo>
                <a:lnTo>
                  <a:pt x="24892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17" name="Freeform 517"/>
          <p:cNvSpPr/>
          <p:nvPr/>
        </p:nvSpPr>
        <p:spPr>
          <a:xfrm flipV="1">
            <a:off x="2609849" y="1733550"/>
            <a:ext cx="9524" cy="962024"/>
          </a:xfrm>
          <a:custGeom>
            <a:avLst/>
            <a:gdLst/>
            <a:ahLst/>
            <a:cxnLst/>
            <a:rect l="0" t="0" r="0" b="0"/>
            <a:pathLst>
              <a:path w="12700" h="1282700">
                <a:moveTo>
                  <a:pt x="0" y="1282700"/>
                </a:moveTo>
                <a:lnTo>
                  <a:pt x="12700" y="1282700"/>
                </a:lnTo>
                <a:lnTo>
                  <a:pt x="12700" y="0"/>
                </a:lnTo>
                <a:lnTo>
                  <a:pt x="0" y="0"/>
                </a:lnTo>
                <a:lnTo>
                  <a:pt x="0" y="128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18" name="Freeform 518"/>
          <p:cNvSpPr/>
          <p:nvPr/>
        </p:nvSpPr>
        <p:spPr>
          <a:xfrm flipV="1">
            <a:off x="2619374" y="1733550"/>
            <a:ext cx="2133599" cy="9524"/>
          </a:xfrm>
          <a:custGeom>
            <a:avLst/>
            <a:gdLst/>
            <a:ahLst/>
            <a:cxnLst/>
            <a:rect l="0" t="0" r="0" b="0"/>
            <a:pathLst>
              <a:path w="2844800" h="12700">
                <a:moveTo>
                  <a:pt x="0" y="12700"/>
                </a:moveTo>
                <a:lnTo>
                  <a:pt x="2844800" y="12700"/>
                </a:lnTo>
                <a:lnTo>
                  <a:pt x="28448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19" name="Freeform 519"/>
          <p:cNvSpPr/>
          <p:nvPr/>
        </p:nvSpPr>
        <p:spPr>
          <a:xfrm flipV="1">
            <a:off x="4743449" y="1733550"/>
            <a:ext cx="9524" cy="962024"/>
          </a:xfrm>
          <a:custGeom>
            <a:avLst/>
            <a:gdLst/>
            <a:ahLst/>
            <a:cxnLst/>
            <a:rect l="0" t="0" r="0" b="0"/>
            <a:pathLst>
              <a:path w="12700" h="1282700">
                <a:moveTo>
                  <a:pt x="0" y="1282700"/>
                </a:moveTo>
                <a:lnTo>
                  <a:pt x="12700" y="1282700"/>
                </a:lnTo>
                <a:lnTo>
                  <a:pt x="12700" y="0"/>
                </a:lnTo>
                <a:lnTo>
                  <a:pt x="0" y="0"/>
                </a:lnTo>
                <a:lnTo>
                  <a:pt x="0" y="128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20" name="Freeform 520"/>
          <p:cNvSpPr/>
          <p:nvPr/>
        </p:nvSpPr>
        <p:spPr>
          <a:xfrm flipV="1">
            <a:off x="4752974" y="1733550"/>
            <a:ext cx="1666874" cy="9524"/>
          </a:xfrm>
          <a:custGeom>
            <a:avLst/>
            <a:gdLst/>
            <a:ahLst/>
            <a:cxnLst/>
            <a:rect l="0" t="0" r="0" b="0"/>
            <a:pathLst>
              <a:path w="2222500" h="12700">
                <a:moveTo>
                  <a:pt x="0" y="12700"/>
                </a:moveTo>
                <a:lnTo>
                  <a:pt x="2222500" y="12700"/>
                </a:lnTo>
                <a:lnTo>
                  <a:pt x="22225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21" name="Freeform 521"/>
          <p:cNvSpPr/>
          <p:nvPr/>
        </p:nvSpPr>
        <p:spPr>
          <a:xfrm flipV="1">
            <a:off x="6410324" y="1733550"/>
            <a:ext cx="9524" cy="962024"/>
          </a:xfrm>
          <a:custGeom>
            <a:avLst/>
            <a:gdLst/>
            <a:ahLst/>
            <a:cxnLst/>
            <a:rect l="0" t="0" r="0" b="0"/>
            <a:pathLst>
              <a:path w="12700" h="1282700">
                <a:moveTo>
                  <a:pt x="0" y="1282700"/>
                </a:moveTo>
                <a:lnTo>
                  <a:pt x="12700" y="1282700"/>
                </a:lnTo>
                <a:lnTo>
                  <a:pt x="12700" y="0"/>
                </a:lnTo>
                <a:lnTo>
                  <a:pt x="0" y="0"/>
                </a:lnTo>
                <a:lnTo>
                  <a:pt x="0" y="128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22" name="Freeform 522"/>
          <p:cNvSpPr/>
          <p:nvPr/>
        </p:nvSpPr>
        <p:spPr>
          <a:xfrm flipV="1">
            <a:off x="6419849" y="1733550"/>
            <a:ext cx="1676399" cy="9524"/>
          </a:xfrm>
          <a:custGeom>
            <a:avLst/>
            <a:gdLst/>
            <a:ahLst/>
            <a:cxnLst/>
            <a:rect l="0" t="0" r="0" b="0"/>
            <a:pathLst>
              <a:path w="2235200" h="12700">
                <a:moveTo>
                  <a:pt x="0" y="12700"/>
                </a:moveTo>
                <a:lnTo>
                  <a:pt x="2235200" y="12700"/>
                </a:lnTo>
                <a:lnTo>
                  <a:pt x="22352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23" name="Freeform 523"/>
          <p:cNvSpPr/>
          <p:nvPr/>
        </p:nvSpPr>
        <p:spPr>
          <a:xfrm flipV="1">
            <a:off x="8086724" y="1733550"/>
            <a:ext cx="9524" cy="962024"/>
          </a:xfrm>
          <a:custGeom>
            <a:avLst/>
            <a:gdLst/>
            <a:ahLst/>
            <a:cxnLst/>
            <a:rect l="0" t="0" r="0" b="0"/>
            <a:pathLst>
              <a:path w="12700" h="1282700">
                <a:moveTo>
                  <a:pt x="0" y="1282700"/>
                </a:moveTo>
                <a:lnTo>
                  <a:pt x="12700" y="1282700"/>
                </a:lnTo>
                <a:lnTo>
                  <a:pt x="12700" y="0"/>
                </a:lnTo>
                <a:lnTo>
                  <a:pt x="0" y="0"/>
                </a:lnTo>
                <a:lnTo>
                  <a:pt x="0" y="128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24" name="Freeform 524"/>
          <p:cNvSpPr/>
          <p:nvPr/>
        </p:nvSpPr>
        <p:spPr>
          <a:xfrm flipV="1">
            <a:off x="8096249" y="1733550"/>
            <a:ext cx="1676399" cy="9524"/>
          </a:xfrm>
          <a:custGeom>
            <a:avLst/>
            <a:gdLst/>
            <a:ahLst/>
            <a:cxnLst/>
            <a:rect l="0" t="0" r="0" b="0"/>
            <a:pathLst>
              <a:path w="2235200" h="12700">
                <a:moveTo>
                  <a:pt x="0" y="12700"/>
                </a:moveTo>
                <a:lnTo>
                  <a:pt x="2235200" y="12700"/>
                </a:lnTo>
                <a:lnTo>
                  <a:pt x="22352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25" name="Freeform 525"/>
          <p:cNvSpPr/>
          <p:nvPr/>
        </p:nvSpPr>
        <p:spPr>
          <a:xfrm flipV="1">
            <a:off x="9763124" y="1733550"/>
            <a:ext cx="9524" cy="962024"/>
          </a:xfrm>
          <a:custGeom>
            <a:avLst/>
            <a:gdLst/>
            <a:ahLst/>
            <a:cxnLst/>
            <a:rect l="0" t="0" r="0" b="0"/>
            <a:pathLst>
              <a:path w="12700" h="1282700">
                <a:moveTo>
                  <a:pt x="0" y="1282700"/>
                </a:moveTo>
                <a:lnTo>
                  <a:pt x="12700" y="1282700"/>
                </a:lnTo>
                <a:lnTo>
                  <a:pt x="12700" y="0"/>
                </a:lnTo>
                <a:lnTo>
                  <a:pt x="0" y="0"/>
                </a:lnTo>
                <a:lnTo>
                  <a:pt x="0" y="128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26" name="Freeform 526"/>
          <p:cNvSpPr/>
          <p:nvPr/>
        </p:nvSpPr>
        <p:spPr>
          <a:xfrm flipV="1">
            <a:off x="9772649" y="1733550"/>
            <a:ext cx="1676399" cy="9524"/>
          </a:xfrm>
          <a:custGeom>
            <a:avLst/>
            <a:gdLst/>
            <a:ahLst/>
            <a:cxnLst/>
            <a:rect l="0" t="0" r="0" b="0"/>
            <a:pathLst>
              <a:path w="2235200" h="12700">
                <a:moveTo>
                  <a:pt x="0" y="12700"/>
                </a:moveTo>
                <a:lnTo>
                  <a:pt x="2235200" y="12700"/>
                </a:lnTo>
                <a:lnTo>
                  <a:pt x="22352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27" name="Freeform 527"/>
          <p:cNvSpPr/>
          <p:nvPr/>
        </p:nvSpPr>
        <p:spPr>
          <a:xfrm flipV="1">
            <a:off x="11439524" y="1733550"/>
            <a:ext cx="9524" cy="962024"/>
          </a:xfrm>
          <a:custGeom>
            <a:avLst/>
            <a:gdLst/>
            <a:ahLst/>
            <a:cxnLst/>
            <a:rect l="0" t="0" r="0" b="0"/>
            <a:pathLst>
              <a:path w="12700" h="1282700">
                <a:moveTo>
                  <a:pt x="0" y="1282700"/>
                </a:moveTo>
                <a:lnTo>
                  <a:pt x="12700" y="1282700"/>
                </a:lnTo>
                <a:lnTo>
                  <a:pt x="12700" y="0"/>
                </a:lnTo>
                <a:lnTo>
                  <a:pt x="0" y="0"/>
                </a:lnTo>
                <a:lnTo>
                  <a:pt x="0" y="128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28" name="Freeform 528"/>
          <p:cNvSpPr/>
          <p:nvPr/>
        </p:nvSpPr>
        <p:spPr>
          <a:xfrm flipV="1">
            <a:off x="752474" y="2686050"/>
            <a:ext cx="1866899" cy="9524"/>
          </a:xfrm>
          <a:custGeom>
            <a:avLst/>
            <a:gdLst/>
            <a:ahLst/>
            <a:cxnLst/>
            <a:rect l="0" t="0" r="0" b="0"/>
            <a:pathLst>
              <a:path w="2489200" h="12700">
                <a:moveTo>
                  <a:pt x="0" y="12700"/>
                </a:moveTo>
                <a:lnTo>
                  <a:pt x="2489200" y="12700"/>
                </a:lnTo>
                <a:lnTo>
                  <a:pt x="24892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29" name="Freeform 529"/>
          <p:cNvSpPr/>
          <p:nvPr/>
        </p:nvSpPr>
        <p:spPr>
          <a:xfrm flipV="1">
            <a:off x="2619374" y="2686050"/>
            <a:ext cx="2133599" cy="9524"/>
          </a:xfrm>
          <a:custGeom>
            <a:avLst/>
            <a:gdLst/>
            <a:ahLst/>
            <a:cxnLst/>
            <a:rect l="0" t="0" r="0" b="0"/>
            <a:pathLst>
              <a:path w="2844800" h="12700">
                <a:moveTo>
                  <a:pt x="0" y="12700"/>
                </a:moveTo>
                <a:lnTo>
                  <a:pt x="2844800" y="12700"/>
                </a:lnTo>
                <a:lnTo>
                  <a:pt x="28448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30" name="Freeform 530"/>
          <p:cNvSpPr/>
          <p:nvPr/>
        </p:nvSpPr>
        <p:spPr>
          <a:xfrm flipV="1">
            <a:off x="4752974" y="2686050"/>
            <a:ext cx="1666874" cy="9524"/>
          </a:xfrm>
          <a:custGeom>
            <a:avLst/>
            <a:gdLst/>
            <a:ahLst/>
            <a:cxnLst/>
            <a:rect l="0" t="0" r="0" b="0"/>
            <a:pathLst>
              <a:path w="2222500" h="12700">
                <a:moveTo>
                  <a:pt x="0" y="12700"/>
                </a:moveTo>
                <a:lnTo>
                  <a:pt x="2222500" y="12700"/>
                </a:lnTo>
                <a:lnTo>
                  <a:pt x="22225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31" name="Freeform 531"/>
          <p:cNvSpPr/>
          <p:nvPr/>
        </p:nvSpPr>
        <p:spPr>
          <a:xfrm flipV="1">
            <a:off x="6419849" y="2686050"/>
            <a:ext cx="1676399" cy="9524"/>
          </a:xfrm>
          <a:custGeom>
            <a:avLst/>
            <a:gdLst/>
            <a:ahLst/>
            <a:cxnLst/>
            <a:rect l="0" t="0" r="0" b="0"/>
            <a:pathLst>
              <a:path w="2235200" h="12700">
                <a:moveTo>
                  <a:pt x="0" y="12700"/>
                </a:moveTo>
                <a:lnTo>
                  <a:pt x="2235200" y="12700"/>
                </a:lnTo>
                <a:lnTo>
                  <a:pt x="22352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32" name="Freeform 532"/>
          <p:cNvSpPr/>
          <p:nvPr/>
        </p:nvSpPr>
        <p:spPr>
          <a:xfrm flipV="1">
            <a:off x="8096249" y="2686050"/>
            <a:ext cx="1676399" cy="9524"/>
          </a:xfrm>
          <a:custGeom>
            <a:avLst/>
            <a:gdLst/>
            <a:ahLst/>
            <a:cxnLst/>
            <a:rect l="0" t="0" r="0" b="0"/>
            <a:pathLst>
              <a:path w="2235200" h="12700">
                <a:moveTo>
                  <a:pt x="0" y="12700"/>
                </a:moveTo>
                <a:lnTo>
                  <a:pt x="2235200" y="12700"/>
                </a:lnTo>
                <a:lnTo>
                  <a:pt x="22352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33" name="Freeform 533"/>
          <p:cNvSpPr/>
          <p:nvPr/>
        </p:nvSpPr>
        <p:spPr>
          <a:xfrm flipV="1">
            <a:off x="9772649" y="2686050"/>
            <a:ext cx="1676399" cy="9524"/>
          </a:xfrm>
          <a:custGeom>
            <a:avLst/>
            <a:gdLst/>
            <a:ahLst/>
            <a:cxnLst/>
            <a:rect l="0" t="0" r="0" b="0"/>
            <a:pathLst>
              <a:path w="2235200" h="12700">
                <a:moveTo>
                  <a:pt x="0" y="12700"/>
                </a:moveTo>
                <a:lnTo>
                  <a:pt x="2235200" y="12700"/>
                </a:lnTo>
                <a:lnTo>
                  <a:pt x="22352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34" name="Freeform 534"/>
          <p:cNvSpPr/>
          <p:nvPr/>
        </p:nvSpPr>
        <p:spPr>
          <a:xfrm flipV="1">
            <a:off x="752474" y="2695575"/>
            <a:ext cx="9524" cy="542924"/>
          </a:xfrm>
          <a:custGeom>
            <a:avLst/>
            <a:gdLst/>
            <a:ahLst/>
            <a:cxnLst/>
            <a:rect l="0" t="0" r="0" b="0"/>
            <a:pathLst>
              <a:path w="12700" h="723900">
                <a:moveTo>
                  <a:pt x="0" y="723900"/>
                </a:moveTo>
                <a:lnTo>
                  <a:pt x="12700" y="723900"/>
                </a:lnTo>
                <a:lnTo>
                  <a:pt x="12700" y="0"/>
                </a:lnTo>
                <a:lnTo>
                  <a:pt x="0" y="0"/>
                </a:lnTo>
                <a:lnTo>
                  <a:pt x="0" y="7239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35" name="Freeform 535"/>
          <p:cNvSpPr/>
          <p:nvPr/>
        </p:nvSpPr>
        <p:spPr>
          <a:xfrm flipV="1">
            <a:off x="2609849" y="2695575"/>
            <a:ext cx="9524" cy="542924"/>
          </a:xfrm>
          <a:custGeom>
            <a:avLst/>
            <a:gdLst/>
            <a:ahLst/>
            <a:cxnLst/>
            <a:rect l="0" t="0" r="0" b="0"/>
            <a:pathLst>
              <a:path w="12700" h="723900">
                <a:moveTo>
                  <a:pt x="0" y="723900"/>
                </a:moveTo>
                <a:lnTo>
                  <a:pt x="12700" y="723900"/>
                </a:lnTo>
                <a:lnTo>
                  <a:pt x="12700" y="0"/>
                </a:lnTo>
                <a:lnTo>
                  <a:pt x="0" y="0"/>
                </a:lnTo>
                <a:lnTo>
                  <a:pt x="0" y="7239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36" name="Freeform 536"/>
          <p:cNvSpPr/>
          <p:nvPr/>
        </p:nvSpPr>
        <p:spPr>
          <a:xfrm flipV="1">
            <a:off x="4743449" y="2695575"/>
            <a:ext cx="9524" cy="542924"/>
          </a:xfrm>
          <a:custGeom>
            <a:avLst/>
            <a:gdLst/>
            <a:ahLst/>
            <a:cxnLst/>
            <a:rect l="0" t="0" r="0" b="0"/>
            <a:pathLst>
              <a:path w="12700" h="723900">
                <a:moveTo>
                  <a:pt x="0" y="723900"/>
                </a:moveTo>
                <a:lnTo>
                  <a:pt x="12700" y="723900"/>
                </a:lnTo>
                <a:lnTo>
                  <a:pt x="12700" y="0"/>
                </a:lnTo>
                <a:lnTo>
                  <a:pt x="0" y="0"/>
                </a:lnTo>
                <a:lnTo>
                  <a:pt x="0" y="7239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37" name="Freeform 537"/>
          <p:cNvSpPr/>
          <p:nvPr/>
        </p:nvSpPr>
        <p:spPr>
          <a:xfrm flipV="1">
            <a:off x="6410324" y="2695575"/>
            <a:ext cx="9524" cy="542924"/>
          </a:xfrm>
          <a:custGeom>
            <a:avLst/>
            <a:gdLst/>
            <a:ahLst/>
            <a:cxnLst/>
            <a:rect l="0" t="0" r="0" b="0"/>
            <a:pathLst>
              <a:path w="12700" h="723900">
                <a:moveTo>
                  <a:pt x="0" y="723900"/>
                </a:moveTo>
                <a:lnTo>
                  <a:pt x="12700" y="723900"/>
                </a:lnTo>
                <a:lnTo>
                  <a:pt x="12700" y="0"/>
                </a:lnTo>
                <a:lnTo>
                  <a:pt x="0" y="0"/>
                </a:lnTo>
                <a:lnTo>
                  <a:pt x="0" y="7239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38" name="Freeform 538"/>
          <p:cNvSpPr/>
          <p:nvPr/>
        </p:nvSpPr>
        <p:spPr>
          <a:xfrm flipV="1">
            <a:off x="8086724" y="2695575"/>
            <a:ext cx="9524" cy="542924"/>
          </a:xfrm>
          <a:custGeom>
            <a:avLst/>
            <a:gdLst/>
            <a:ahLst/>
            <a:cxnLst/>
            <a:rect l="0" t="0" r="0" b="0"/>
            <a:pathLst>
              <a:path w="12700" h="723900">
                <a:moveTo>
                  <a:pt x="0" y="723900"/>
                </a:moveTo>
                <a:lnTo>
                  <a:pt x="12700" y="723900"/>
                </a:lnTo>
                <a:lnTo>
                  <a:pt x="12700" y="0"/>
                </a:lnTo>
                <a:lnTo>
                  <a:pt x="0" y="0"/>
                </a:lnTo>
                <a:lnTo>
                  <a:pt x="0" y="7239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39" name="Freeform 539"/>
          <p:cNvSpPr/>
          <p:nvPr/>
        </p:nvSpPr>
        <p:spPr>
          <a:xfrm flipV="1">
            <a:off x="9763124" y="2695575"/>
            <a:ext cx="9524" cy="542924"/>
          </a:xfrm>
          <a:custGeom>
            <a:avLst/>
            <a:gdLst/>
            <a:ahLst/>
            <a:cxnLst/>
            <a:rect l="0" t="0" r="0" b="0"/>
            <a:pathLst>
              <a:path w="12700" h="723900">
                <a:moveTo>
                  <a:pt x="0" y="723900"/>
                </a:moveTo>
                <a:lnTo>
                  <a:pt x="12700" y="723900"/>
                </a:lnTo>
                <a:lnTo>
                  <a:pt x="12700" y="0"/>
                </a:lnTo>
                <a:lnTo>
                  <a:pt x="0" y="0"/>
                </a:lnTo>
                <a:lnTo>
                  <a:pt x="0" y="7239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40" name="Freeform 540"/>
          <p:cNvSpPr/>
          <p:nvPr/>
        </p:nvSpPr>
        <p:spPr>
          <a:xfrm flipV="1">
            <a:off x="11439524" y="2695575"/>
            <a:ext cx="9524" cy="542924"/>
          </a:xfrm>
          <a:custGeom>
            <a:avLst/>
            <a:gdLst/>
            <a:ahLst/>
            <a:cxnLst/>
            <a:rect l="0" t="0" r="0" b="0"/>
            <a:pathLst>
              <a:path w="12700" h="723900">
                <a:moveTo>
                  <a:pt x="0" y="723900"/>
                </a:moveTo>
                <a:lnTo>
                  <a:pt x="12700" y="723900"/>
                </a:lnTo>
                <a:lnTo>
                  <a:pt x="12700" y="0"/>
                </a:lnTo>
                <a:lnTo>
                  <a:pt x="0" y="0"/>
                </a:lnTo>
                <a:lnTo>
                  <a:pt x="0" y="7239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41" name="Freeform 541"/>
          <p:cNvSpPr/>
          <p:nvPr/>
        </p:nvSpPr>
        <p:spPr>
          <a:xfrm flipV="1">
            <a:off x="752474" y="3238500"/>
            <a:ext cx="9524" cy="533399"/>
          </a:xfrm>
          <a:custGeom>
            <a:avLst/>
            <a:gdLst/>
            <a:ahLst/>
            <a:cxnLst/>
            <a:rect l="0" t="0" r="0" b="0"/>
            <a:pathLst>
              <a:path w="12700" h="711200">
                <a:moveTo>
                  <a:pt x="0" y="711200"/>
                </a:moveTo>
                <a:lnTo>
                  <a:pt x="12700" y="711200"/>
                </a:lnTo>
                <a:lnTo>
                  <a:pt x="12700" y="0"/>
                </a:lnTo>
                <a:lnTo>
                  <a:pt x="0" y="0"/>
                </a:lnTo>
                <a:lnTo>
                  <a:pt x="0" y="7112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42" name="Freeform 542"/>
          <p:cNvSpPr/>
          <p:nvPr/>
        </p:nvSpPr>
        <p:spPr>
          <a:xfrm flipV="1">
            <a:off x="752474" y="3228975"/>
            <a:ext cx="1866899" cy="9524"/>
          </a:xfrm>
          <a:custGeom>
            <a:avLst/>
            <a:gdLst/>
            <a:ahLst/>
            <a:cxnLst/>
            <a:rect l="0" t="0" r="0" b="0"/>
            <a:pathLst>
              <a:path w="2489200" h="12700">
                <a:moveTo>
                  <a:pt x="0" y="12700"/>
                </a:moveTo>
                <a:lnTo>
                  <a:pt x="2489200" y="12700"/>
                </a:lnTo>
                <a:lnTo>
                  <a:pt x="24892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43" name="Freeform 543"/>
          <p:cNvSpPr/>
          <p:nvPr/>
        </p:nvSpPr>
        <p:spPr>
          <a:xfrm flipV="1">
            <a:off x="2609849" y="3238500"/>
            <a:ext cx="9524" cy="533399"/>
          </a:xfrm>
          <a:custGeom>
            <a:avLst/>
            <a:gdLst/>
            <a:ahLst/>
            <a:cxnLst/>
            <a:rect l="0" t="0" r="0" b="0"/>
            <a:pathLst>
              <a:path w="12700" h="711200">
                <a:moveTo>
                  <a:pt x="0" y="711200"/>
                </a:moveTo>
                <a:lnTo>
                  <a:pt x="12700" y="711200"/>
                </a:lnTo>
                <a:lnTo>
                  <a:pt x="12700" y="0"/>
                </a:lnTo>
                <a:lnTo>
                  <a:pt x="0" y="0"/>
                </a:lnTo>
                <a:lnTo>
                  <a:pt x="0" y="7112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44" name="Freeform 544"/>
          <p:cNvSpPr/>
          <p:nvPr/>
        </p:nvSpPr>
        <p:spPr>
          <a:xfrm flipV="1">
            <a:off x="2619374" y="3228975"/>
            <a:ext cx="2133599" cy="9524"/>
          </a:xfrm>
          <a:custGeom>
            <a:avLst/>
            <a:gdLst/>
            <a:ahLst/>
            <a:cxnLst/>
            <a:rect l="0" t="0" r="0" b="0"/>
            <a:pathLst>
              <a:path w="2844800" h="12700">
                <a:moveTo>
                  <a:pt x="0" y="12700"/>
                </a:moveTo>
                <a:lnTo>
                  <a:pt x="2844800" y="12700"/>
                </a:lnTo>
                <a:lnTo>
                  <a:pt x="28448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45" name="Freeform 545"/>
          <p:cNvSpPr/>
          <p:nvPr/>
        </p:nvSpPr>
        <p:spPr>
          <a:xfrm flipV="1">
            <a:off x="4743449" y="3238500"/>
            <a:ext cx="9524" cy="533399"/>
          </a:xfrm>
          <a:custGeom>
            <a:avLst/>
            <a:gdLst/>
            <a:ahLst/>
            <a:cxnLst/>
            <a:rect l="0" t="0" r="0" b="0"/>
            <a:pathLst>
              <a:path w="12700" h="711200">
                <a:moveTo>
                  <a:pt x="0" y="711200"/>
                </a:moveTo>
                <a:lnTo>
                  <a:pt x="12700" y="711200"/>
                </a:lnTo>
                <a:lnTo>
                  <a:pt x="12700" y="0"/>
                </a:lnTo>
                <a:lnTo>
                  <a:pt x="0" y="0"/>
                </a:lnTo>
                <a:lnTo>
                  <a:pt x="0" y="7112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46" name="Freeform 546"/>
          <p:cNvSpPr/>
          <p:nvPr/>
        </p:nvSpPr>
        <p:spPr>
          <a:xfrm flipV="1">
            <a:off x="4752974" y="3228975"/>
            <a:ext cx="1666874" cy="9524"/>
          </a:xfrm>
          <a:custGeom>
            <a:avLst/>
            <a:gdLst/>
            <a:ahLst/>
            <a:cxnLst/>
            <a:rect l="0" t="0" r="0" b="0"/>
            <a:pathLst>
              <a:path w="2222500" h="12700">
                <a:moveTo>
                  <a:pt x="0" y="12700"/>
                </a:moveTo>
                <a:lnTo>
                  <a:pt x="2222500" y="12700"/>
                </a:lnTo>
                <a:lnTo>
                  <a:pt x="22225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47" name="Freeform 547"/>
          <p:cNvSpPr/>
          <p:nvPr/>
        </p:nvSpPr>
        <p:spPr>
          <a:xfrm flipV="1">
            <a:off x="6410324" y="3238500"/>
            <a:ext cx="9524" cy="533399"/>
          </a:xfrm>
          <a:custGeom>
            <a:avLst/>
            <a:gdLst/>
            <a:ahLst/>
            <a:cxnLst/>
            <a:rect l="0" t="0" r="0" b="0"/>
            <a:pathLst>
              <a:path w="12700" h="711200">
                <a:moveTo>
                  <a:pt x="0" y="711200"/>
                </a:moveTo>
                <a:lnTo>
                  <a:pt x="12700" y="711200"/>
                </a:lnTo>
                <a:lnTo>
                  <a:pt x="12700" y="0"/>
                </a:lnTo>
                <a:lnTo>
                  <a:pt x="0" y="0"/>
                </a:lnTo>
                <a:lnTo>
                  <a:pt x="0" y="7112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48" name="Freeform 548"/>
          <p:cNvSpPr/>
          <p:nvPr/>
        </p:nvSpPr>
        <p:spPr>
          <a:xfrm flipV="1">
            <a:off x="6419849" y="3228975"/>
            <a:ext cx="1676399" cy="9524"/>
          </a:xfrm>
          <a:custGeom>
            <a:avLst/>
            <a:gdLst/>
            <a:ahLst/>
            <a:cxnLst/>
            <a:rect l="0" t="0" r="0" b="0"/>
            <a:pathLst>
              <a:path w="2235200" h="12700">
                <a:moveTo>
                  <a:pt x="0" y="12700"/>
                </a:moveTo>
                <a:lnTo>
                  <a:pt x="2235200" y="12700"/>
                </a:lnTo>
                <a:lnTo>
                  <a:pt x="22352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49" name="Freeform 549"/>
          <p:cNvSpPr/>
          <p:nvPr/>
        </p:nvSpPr>
        <p:spPr>
          <a:xfrm flipV="1">
            <a:off x="8086724" y="3238500"/>
            <a:ext cx="9524" cy="533399"/>
          </a:xfrm>
          <a:custGeom>
            <a:avLst/>
            <a:gdLst/>
            <a:ahLst/>
            <a:cxnLst/>
            <a:rect l="0" t="0" r="0" b="0"/>
            <a:pathLst>
              <a:path w="12700" h="711200">
                <a:moveTo>
                  <a:pt x="0" y="711200"/>
                </a:moveTo>
                <a:lnTo>
                  <a:pt x="12700" y="711200"/>
                </a:lnTo>
                <a:lnTo>
                  <a:pt x="12700" y="0"/>
                </a:lnTo>
                <a:lnTo>
                  <a:pt x="0" y="0"/>
                </a:lnTo>
                <a:lnTo>
                  <a:pt x="0" y="7112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50" name="Freeform 550"/>
          <p:cNvSpPr/>
          <p:nvPr/>
        </p:nvSpPr>
        <p:spPr>
          <a:xfrm flipV="1">
            <a:off x="8096249" y="3228975"/>
            <a:ext cx="1676399" cy="9524"/>
          </a:xfrm>
          <a:custGeom>
            <a:avLst/>
            <a:gdLst/>
            <a:ahLst/>
            <a:cxnLst/>
            <a:rect l="0" t="0" r="0" b="0"/>
            <a:pathLst>
              <a:path w="2235200" h="12700">
                <a:moveTo>
                  <a:pt x="0" y="12700"/>
                </a:moveTo>
                <a:lnTo>
                  <a:pt x="2235200" y="12700"/>
                </a:lnTo>
                <a:lnTo>
                  <a:pt x="22352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51" name="Freeform 551"/>
          <p:cNvSpPr/>
          <p:nvPr/>
        </p:nvSpPr>
        <p:spPr>
          <a:xfrm flipV="1">
            <a:off x="9763124" y="3238500"/>
            <a:ext cx="9524" cy="533399"/>
          </a:xfrm>
          <a:custGeom>
            <a:avLst/>
            <a:gdLst/>
            <a:ahLst/>
            <a:cxnLst/>
            <a:rect l="0" t="0" r="0" b="0"/>
            <a:pathLst>
              <a:path w="12700" h="711200">
                <a:moveTo>
                  <a:pt x="0" y="711200"/>
                </a:moveTo>
                <a:lnTo>
                  <a:pt x="12700" y="711200"/>
                </a:lnTo>
                <a:lnTo>
                  <a:pt x="12700" y="0"/>
                </a:lnTo>
                <a:lnTo>
                  <a:pt x="0" y="0"/>
                </a:lnTo>
                <a:lnTo>
                  <a:pt x="0" y="7112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52" name="Freeform 552"/>
          <p:cNvSpPr/>
          <p:nvPr/>
        </p:nvSpPr>
        <p:spPr>
          <a:xfrm flipV="1">
            <a:off x="9772649" y="3228975"/>
            <a:ext cx="1676399" cy="9524"/>
          </a:xfrm>
          <a:custGeom>
            <a:avLst/>
            <a:gdLst/>
            <a:ahLst/>
            <a:cxnLst/>
            <a:rect l="0" t="0" r="0" b="0"/>
            <a:pathLst>
              <a:path w="2235200" h="12700">
                <a:moveTo>
                  <a:pt x="0" y="12700"/>
                </a:moveTo>
                <a:lnTo>
                  <a:pt x="2235200" y="12700"/>
                </a:lnTo>
                <a:lnTo>
                  <a:pt x="22352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53" name="Freeform 553"/>
          <p:cNvSpPr/>
          <p:nvPr/>
        </p:nvSpPr>
        <p:spPr>
          <a:xfrm flipV="1">
            <a:off x="11439524" y="3238500"/>
            <a:ext cx="9524" cy="533399"/>
          </a:xfrm>
          <a:custGeom>
            <a:avLst/>
            <a:gdLst/>
            <a:ahLst/>
            <a:cxnLst/>
            <a:rect l="0" t="0" r="0" b="0"/>
            <a:pathLst>
              <a:path w="12700" h="711200">
                <a:moveTo>
                  <a:pt x="0" y="711200"/>
                </a:moveTo>
                <a:lnTo>
                  <a:pt x="12700" y="711200"/>
                </a:lnTo>
                <a:lnTo>
                  <a:pt x="12700" y="0"/>
                </a:lnTo>
                <a:lnTo>
                  <a:pt x="0" y="0"/>
                </a:lnTo>
                <a:lnTo>
                  <a:pt x="0" y="7112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54" name="Freeform 554"/>
          <p:cNvSpPr/>
          <p:nvPr/>
        </p:nvSpPr>
        <p:spPr>
          <a:xfrm flipV="1">
            <a:off x="752474" y="3771900"/>
            <a:ext cx="9524" cy="542924"/>
          </a:xfrm>
          <a:custGeom>
            <a:avLst/>
            <a:gdLst/>
            <a:ahLst/>
            <a:cxnLst/>
            <a:rect l="0" t="0" r="0" b="0"/>
            <a:pathLst>
              <a:path w="12700" h="723900">
                <a:moveTo>
                  <a:pt x="0" y="723900"/>
                </a:moveTo>
                <a:lnTo>
                  <a:pt x="12700" y="723900"/>
                </a:lnTo>
                <a:lnTo>
                  <a:pt x="12700" y="0"/>
                </a:lnTo>
                <a:lnTo>
                  <a:pt x="0" y="0"/>
                </a:lnTo>
                <a:lnTo>
                  <a:pt x="0" y="7239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55" name="Freeform 555"/>
          <p:cNvSpPr/>
          <p:nvPr/>
        </p:nvSpPr>
        <p:spPr>
          <a:xfrm flipV="1">
            <a:off x="752474" y="3762375"/>
            <a:ext cx="1866899" cy="9524"/>
          </a:xfrm>
          <a:custGeom>
            <a:avLst/>
            <a:gdLst/>
            <a:ahLst/>
            <a:cxnLst/>
            <a:rect l="0" t="0" r="0" b="0"/>
            <a:pathLst>
              <a:path w="2489200" h="12700">
                <a:moveTo>
                  <a:pt x="0" y="12700"/>
                </a:moveTo>
                <a:lnTo>
                  <a:pt x="2489200" y="12700"/>
                </a:lnTo>
                <a:lnTo>
                  <a:pt x="24892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56" name="Freeform 556"/>
          <p:cNvSpPr/>
          <p:nvPr/>
        </p:nvSpPr>
        <p:spPr>
          <a:xfrm flipV="1">
            <a:off x="2609849" y="3771900"/>
            <a:ext cx="9524" cy="542924"/>
          </a:xfrm>
          <a:custGeom>
            <a:avLst/>
            <a:gdLst/>
            <a:ahLst/>
            <a:cxnLst/>
            <a:rect l="0" t="0" r="0" b="0"/>
            <a:pathLst>
              <a:path w="12700" h="723900">
                <a:moveTo>
                  <a:pt x="0" y="723900"/>
                </a:moveTo>
                <a:lnTo>
                  <a:pt x="12700" y="723900"/>
                </a:lnTo>
                <a:lnTo>
                  <a:pt x="12700" y="0"/>
                </a:lnTo>
                <a:lnTo>
                  <a:pt x="0" y="0"/>
                </a:lnTo>
                <a:lnTo>
                  <a:pt x="0" y="7239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57" name="Freeform 557"/>
          <p:cNvSpPr/>
          <p:nvPr/>
        </p:nvSpPr>
        <p:spPr>
          <a:xfrm flipV="1">
            <a:off x="2619374" y="3762375"/>
            <a:ext cx="2133599" cy="9524"/>
          </a:xfrm>
          <a:custGeom>
            <a:avLst/>
            <a:gdLst/>
            <a:ahLst/>
            <a:cxnLst/>
            <a:rect l="0" t="0" r="0" b="0"/>
            <a:pathLst>
              <a:path w="2844800" h="12700">
                <a:moveTo>
                  <a:pt x="0" y="12700"/>
                </a:moveTo>
                <a:lnTo>
                  <a:pt x="2844800" y="12700"/>
                </a:lnTo>
                <a:lnTo>
                  <a:pt x="28448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58" name="Freeform 558"/>
          <p:cNvSpPr/>
          <p:nvPr/>
        </p:nvSpPr>
        <p:spPr>
          <a:xfrm flipV="1">
            <a:off x="4743449" y="3771900"/>
            <a:ext cx="9524" cy="542924"/>
          </a:xfrm>
          <a:custGeom>
            <a:avLst/>
            <a:gdLst/>
            <a:ahLst/>
            <a:cxnLst/>
            <a:rect l="0" t="0" r="0" b="0"/>
            <a:pathLst>
              <a:path w="12700" h="723900">
                <a:moveTo>
                  <a:pt x="0" y="723900"/>
                </a:moveTo>
                <a:lnTo>
                  <a:pt x="12700" y="723900"/>
                </a:lnTo>
                <a:lnTo>
                  <a:pt x="12700" y="0"/>
                </a:lnTo>
                <a:lnTo>
                  <a:pt x="0" y="0"/>
                </a:lnTo>
                <a:lnTo>
                  <a:pt x="0" y="7239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59" name="Freeform 559"/>
          <p:cNvSpPr/>
          <p:nvPr/>
        </p:nvSpPr>
        <p:spPr>
          <a:xfrm flipV="1">
            <a:off x="4752974" y="3762375"/>
            <a:ext cx="1666874" cy="9524"/>
          </a:xfrm>
          <a:custGeom>
            <a:avLst/>
            <a:gdLst/>
            <a:ahLst/>
            <a:cxnLst/>
            <a:rect l="0" t="0" r="0" b="0"/>
            <a:pathLst>
              <a:path w="2222500" h="12700">
                <a:moveTo>
                  <a:pt x="0" y="12700"/>
                </a:moveTo>
                <a:lnTo>
                  <a:pt x="2222500" y="12700"/>
                </a:lnTo>
                <a:lnTo>
                  <a:pt x="22225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60" name="Freeform 560"/>
          <p:cNvSpPr/>
          <p:nvPr/>
        </p:nvSpPr>
        <p:spPr>
          <a:xfrm flipV="1">
            <a:off x="6410324" y="3771900"/>
            <a:ext cx="9524" cy="542924"/>
          </a:xfrm>
          <a:custGeom>
            <a:avLst/>
            <a:gdLst/>
            <a:ahLst/>
            <a:cxnLst/>
            <a:rect l="0" t="0" r="0" b="0"/>
            <a:pathLst>
              <a:path w="12700" h="723900">
                <a:moveTo>
                  <a:pt x="0" y="723900"/>
                </a:moveTo>
                <a:lnTo>
                  <a:pt x="12700" y="723900"/>
                </a:lnTo>
                <a:lnTo>
                  <a:pt x="12700" y="0"/>
                </a:lnTo>
                <a:lnTo>
                  <a:pt x="0" y="0"/>
                </a:lnTo>
                <a:lnTo>
                  <a:pt x="0" y="7239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61" name="Freeform 561"/>
          <p:cNvSpPr/>
          <p:nvPr/>
        </p:nvSpPr>
        <p:spPr>
          <a:xfrm flipV="1">
            <a:off x="6419849" y="3762375"/>
            <a:ext cx="1676399" cy="9524"/>
          </a:xfrm>
          <a:custGeom>
            <a:avLst/>
            <a:gdLst/>
            <a:ahLst/>
            <a:cxnLst/>
            <a:rect l="0" t="0" r="0" b="0"/>
            <a:pathLst>
              <a:path w="2235200" h="12700">
                <a:moveTo>
                  <a:pt x="0" y="12700"/>
                </a:moveTo>
                <a:lnTo>
                  <a:pt x="2235200" y="12700"/>
                </a:lnTo>
                <a:lnTo>
                  <a:pt x="22352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62" name="Freeform 562"/>
          <p:cNvSpPr/>
          <p:nvPr/>
        </p:nvSpPr>
        <p:spPr>
          <a:xfrm flipV="1">
            <a:off x="8086724" y="3771900"/>
            <a:ext cx="9524" cy="542924"/>
          </a:xfrm>
          <a:custGeom>
            <a:avLst/>
            <a:gdLst/>
            <a:ahLst/>
            <a:cxnLst/>
            <a:rect l="0" t="0" r="0" b="0"/>
            <a:pathLst>
              <a:path w="12700" h="723900">
                <a:moveTo>
                  <a:pt x="0" y="723900"/>
                </a:moveTo>
                <a:lnTo>
                  <a:pt x="12700" y="723900"/>
                </a:lnTo>
                <a:lnTo>
                  <a:pt x="12700" y="0"/>
                </a:lnTo>
                <a:lnTo>
                  <a:pt x="0" y="0"/>
                </a:lnTo>
                <a:lnTo>
                  <a:pt x="0" y="7239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63" name="Freeform 563"/>
          <p:cNvSpPr/>
          <p:nvPr/>
        </p:nvSpPr>
        <p:spPr>
          <a:xfrm flipV="1">
            <a:off x="8096249" y="3762375"/>
            <a:ext cx="1676399" cy="9524"/>
          </a:xfrm>
          <a:custGeom>
            <a:avLst/>
            <a:gdLst/>
            <a:ahLst/>
            <a:cxnLst/>
            <a:rect l="0" t="0" r="0" b="0"/>
            <a:pathLst>
              <a:path w="2235200" h="12700">
                <a:moveTo>
                  <a:pt x="0" y="12700"/>
                </a:moveTo>
                <a:lnTo>
                  <a:pt x="2235200" y="12700"/>
                </a:lnTo>
                <a:lnTo>
                  <a:pt x="22352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64" name="Freeform 564"/>
          <p:cNvSpPr/>
          <p:nvPr/>
        </p:nvSpPr>
        <p:spPr>
          <a:xfrm flipV="1">
            <a:off x="9763124" y="3771900"/>
            <a:ext cx="9524" cy="542924"/>
          </a:xfrm>
          <a:custGeom>
            <a:avLst/>
            <a:gdLst/>
            <a:ahLst/>
            <a:cxnLst/>
            <a:rect l="0" t="0" r="0" b="0"/>
            <a:pathLst>
              <a:path w="12700" h="723900">
                <a:moveTo>
                  <a:pt x="0" y="723900"/>
                </a:moveTo>
                <a:lnTo>
                  <a:pt x="12700" y="723900"/>
                </a:lnTo>
                <a:lnTo>
                  <a:pt x="12700" y="0"/>
                </a:lnTo>
                <a:lnTo>
                  <a:pt x="0" y="0"/>
                </a:lnTo>
                <a:lnTo>
                  <a:pt x="0" y="7239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65" name="Freeform 565"/>
          <p:cNvSpPr/>
          <p:nvPr/>
        </p:nvSpPr>
        <p:spPr>
          <a:xfrm flipV="1">
            <a:off x="9772649" y="3762375"/>
            <a:ext cx="1676399" cy="9524"/>
          </a:xfrm>
          <a:custGeom>
            <a:avLst/>
            <a:gdLst/>
            <a:ahLst/>
            <a:cxnLst/>
            <a:rect l="0" t="0" r="0" b="0"/>
            <a:pathLst>
              <a:path w="2235200" h="12700">
                <a:moveTo>
                  <a:pt x="0" y="12700"/>
                </a:moveTo>
                <a:lnTo>
                  <a:pt x="2235200" y="12700"/>
                </a:lnTo>
                <a:lnTo>
                  <a:pt x="22352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66" name="Freeform 566"/>
          <p:cNvSpPr/>
          <p:nvPr/>
        </p:nvSpPr>
        <p:spPr>
          <a:xfrm flipV="1">
            <a:off x="11439524" y="3771900"/>
            <a:ext cx="9524" cy="542924"/>
          </a:xfrm>
          <a:custGeom>
            <a:avLst/>
            <a:gdLst/>
            <a:ahLst/>
            <a:cxnLst/>
            <a:rect l="0" t="0" r="0" b="0"/>
            <a:pathLst>
              <a:path w="12700" h="723900">
                <a:moveTo>
                  <a:pt x="0" y="723900"/>
                </a:moveTo>
                <a:lnTo>
                  <a:pt x="12700" y="723900"/>
                </a:lnTo>
                <a:lnTo>
                  <a:pt x="12700" y="0"/>
                </a:lnTo>
                <a:lnTo>
                  <a:pt x="0" y="0"/>
                </a:lnTo>
                <a:lnTo>
                  <a:pt x="0" y="7239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67" name="Freeform 567"/>
          <p:cNvSpPr/>
          <p:nvPr/>
        </p:nvSpPr>
        <p:spPr>
          <a:xfrm flipV="1">
            <a:off x="752474" y="4314825"/>
            <a:ext cx="9524" cy="952499"/>
          </a:xfrm>
          <a:custGeom>
            <a:avLst/>
            <a:gdLst/>
            <a:ahLst/>
            <a:cxnLst/>
            <a:rect l="0" t="0" r="0" b="0"/>
            <a:pathLst>
              <a:path w="12700" h="1270000">
                <a:moveTo>
                  <a:pt x="0" y="1270000"/>
                </a:moveTo>
                <a:lnTo>
                  <a:pt x="12700" y="1270000"/>
                </a:lnTo>
                <a:lnTo>
                  <a:pt x="12700" y="0"/>
                </a:lnTo>
                <a:lnTo>
                  <a:pt x="0" y="0"/>
                </a:lnTo>
                <a:lnTo>
                  <a:pt x="0" y="12700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68" name="Freeform 568"/>
          <p:cNvSpPr/>
          <p:nvPr/>
        </p:nvSpPr>
        <p:spPr>
          <a:xfrm flipV="1">
            <a:off x="752474" y="4305300"/>
            <a:ext cx="1866899" cy="9524"/>
          </a:xfrm>
          <a:custGeom>
            <a:avLst/>
            <a:gdLst/>
            <a:ahLst/>
            <a:cxnLst/>
            <a:rect l="0" t="0" r="0" b="0"/>
            <a:pathLst>
              <a:path w="2489200" h="12700">
                <a:moveTo>
                  <a:pt x="0" y="12700"/>
                </a:moveTo>
                <a:lnTo>
                  <a:pt x="2489200" y="12700"/>
                </a:lnTo>
                <a:lnTo>
                  <a:pt x="24892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69" name="Freeform 569"/>
          <p:cNvSpPr/>
          <p:nvPr/>
        </p:nvSpPr>
        <p:spPr>
          <a:xfrm flipV="1">
            <a:off x="2609849" y="4314825"/>
            <a:ext cx="9524" cy="952499"/>
          </a:xfrm>
          <a:custGeom>
            <a:avLst/>
            <a:gdLst/>
            <a:ahLst/>
            <a:cxnLst/>
            <a:rect l="0" t="0" r="0" b="0"/>
            <a:pathLst>
              <a:path w="12700" h="1270000">
                <a:moveTo>
                  <a:pt x="0" y="1270000"/>
                </a:moveTo>
                <a:lnTo>
                  <a:pt x="12700" y="1270000"/>
                </a:lnTo>
                <a:lnTo>
                  <a:pt x="12700" y="0"/>
                </a:lnTo>
                <a:lnTo>
                  <a:pt x="0" y="0"/>
                </a:lnTo>
                <a:lnTo>
                  <a:pt x="0" y="12700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70" name="Freeform 570"/>
          <p:cNvSpPr/>
          <p:nvPr/>
        </p:nvSpPr>
        <p:spPr>
          <a:xfrm flipV="1">
            <a:off x="2619374" y="4305300"/>
            <a:ext cx="2133599" cy="9524"/>
          </a:xfrm>
          <a:custGeom>
            <a:avLst/>
            <a:gdLst/>
            <a:ahLst/>
            <a:cxnLst/>
            <a:rect l="0" t="0" r="0" b="0"/>
            <a:pathLst>
              <a:path w="2844800" h="12700">
                <a:moveTo>
                  <a:pt x="0" y="12700"/>
                </a:moveTo>
                <a:lnTo>
                  <a:pt x="2844800" y="12700"/>
                </a:lnTo>
                <a:lnTo>
                  <a:pt x="28448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71" name="Freeform 571"/>
          <p:cNvSpPr/>
          <p:nvPr/>
        </p:nvSpPr>
        <p:spPr>
          <a:xfrm flipV="1">
            <a:off x="4743449" y="4314825"/>
            <a:ext cx="9524" cy="952499"/>
          </a:xfrm>
          <a:custGeom>
            <a:avLst/>
            <a:gdLst/>
            <a:ahLst/>
            <a:cxnLst/>
            <a:rect l="0" t="0" r="0" b="0"/>
            <a:pathLst>
              <a:path w="12700" h="1270000">
                <a:moveTo>
                  <a:pt x="0" y="1270000"/>
                </a:moveTo>
                <a:lnTo>
                  <a:pt x="12700" y="1270000"/>
                </a:lnTo>
                <a:lnTo>
                  <a:pt x="12700" y="0"/>
                </a:lnTo>
                <a:lnTo>
                  <a:pt x="0" y="0"/>
                </a:lnTo>
                <a:lnTo>
                  <a:pt x="0" y="12700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72" name="Freeform 572"/>
          <p:cNvSpPr/>
          <p:nvPr/>
        </p:nvSpPr>
        <p:spPr>
          <a:xfrm flipV="1">
            <a:off x="4752974" y="4305300"/>
            <a:ext cx="1666874" cy="9524"/>
          </a:xfrm>
          <a:custGeom>
            <a:avLst/>
            <a:gdLst/>
            <a:ahLst/>
            <a:cxnLst/>
            <a:rect l="0" t="0" r="0" b="0"/>
            <a:pathLst>
              <a:path w="2222500" h="12700">
                <a:moveTo>
                  <a:pt x="0" y="12700"/>
                </a:moveTo>
                <a:lnTo>
                  <a:pt x="2222500" y="12700"/>
                </a:lnTo>
                <a:lnTo>
                  <a:pt x="22225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73" name="Freeform 573"/>
          <p:cNvSpPr/>
          <p:nvPr/>
        </p:nvSpPr>
        <p:spPr>
          <a:xfrm flipV="1">
            <a:off x="6410324" y="4314825"/>
            <a:ext cx="9524" cy="952499"/>
          </a:xfrm>
          <a:custGeom>
            <a:avLst/>
            <a:gdLst/>
            <a:ahLst/>
            <a:cxnLst/>
            <a:rect l="0" t="0" r="0" b="0"/>
            <a:pathLst>
              <a:path w="12700" h="1270000">
                <a:moveTo>
                  <a:pt x="0" y="1270000"/>
                </a:moveTo>
                <a:lnTo>
                  <a:pt x="12700" y="1270000"/>
                </a:lnTo>
                <a:lnTo>
                  <a:pt x="12700" y="0"/>
                </a:lnTo>
                <a:lnTo>
                  <a:pt x="0" y="0"/>
                </a:lnTo>
                <a:lnTo>
                  <a:pt x="0" y="12700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74" name="Freeform 574"/>
          <p:cNvSpPr/>
          <p:nvPr/>
        </p:nvSpPr>
        <p:spPr>
          <a:xfrm flipV="1">
            <a:off x="6419849" y="4305300"/>
            <a:ext cx="1676399" cy="9524"/>
          </a:xfrm>
          <a:custGeom>
            <a:avLst/>
            <a:gdLst/>
            <a:ahLst/>
            <a:cxnLst/>
            <a:rect l="0" t="0" r="0" b="0"/>
            <a:pathLst>
              <a:path w="2235200" h="12700">
                <a:moveTo>
                  <a:pt x="0" y="12700"/>
                </a:moveTo>
                <a:lnTo>
                  <a:pt x="2235200" y="12700"/>
                </a:lnTo>
                <a:lnTo>
                  <a:pt x="22352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75" name="Freeform 575"/>
          <p:cNvSpPr/>
          <p:nvPr/>
        </p:nvSpPr>
        <p:spPr>
          <a:xfrm flipV="1">
            <a:off x="8086724" y="4314825"/>
            <a:ext cx="9524" cy="952499"/>
          </a:xfrm>
          <a:custGeom>
            <a:avLst/>
            <a:gdLst/>
            <a:ahLst/>
            <a:cxnLst/>
            <a:rect l="0" t="0" r="0" b="0"/>
            <a:pathLst>
              <a:path w="12700" h="1270000">
                <a:moveTo>
                  <a:pt x="0" y="1270000"/>
                </a:moveTo>
                <a:lnTo>
                  <a:pt x="12700" y="1270000"/>
                </a:lnTo>
                <a:lnTo>
                  <a:pt x="12700" y="0"/>
                </a:lnTo>
                <a:lnTo>
                  <a:pt x="0" y="0"/>
                </a:lnTo>
                <a:lnTo>
                  <a:pt x="0" y="12700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76" name="Freeform 576"/>
          <p:cNvSpPr/>
          <p:nvPr/>
        </p:nvSpPr>
        <p:spPr>
          <a:xfrm flipV="1">
            <a:off x="8096249" y="4305300"/>
            <a:ext cx="1676399" cy="9524"/>
          </a:xfrm>
          <a:custGeom>
            <a:avLst/>
            <a:gdLst/>
            <a:ahLst/>
            <a:cxnLst/>
            <a:rect l="0" t="0" r="0" b="0"/>
            <a:pathLst>
              <a:path w="2235200" h="12700">
                <a:moveTo>
                  <a:pt x="0" y="12700"/>
                </a:moveTo>
                <a:lnTo>
                  <a:pt x="2235200" y="12700"/>
                </a:lnTo>
                <a:lnTo>
                  <a:pt x="22352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77" name="Freeform 577"/>
          <p:cNvSpPr/>
          <p:nvPr/>
        </p:nvSpPr>
        <p:spPr>
          <a:xfrm flipV="1">
            <a:off x="9763124" y="4314825"/>
            <a:ext cx="9524" cy="952499"/>
          </a:xfrm>
          <a:custGeom>
            <a:avLst/>
            <a:gdLst/>
            <a:ahLst/>
            <a:cxnLst/>
            <a:rect l="0" t="0" r="0" b="0"/>
            <a:pathLst>
              <a:path w="12700" h="1270000">
                <a:moveTo>
                  <a:pt x="0" y="1270000"/>
                </a:moveTo>
                <a:lnTo>
                  <a:pt x="12700" y="1270000"/>
                </a:lnTo>
                <a:lnTo>
                  <a:pt x="12700" y="0"/>
                </a:lnTo>
                <a:lnTo>
                  <a:pt x="0" y="0"/>
                </a:lnTo>
                <a:lnTo>
                  <a:pt x="0" y="12700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78" name="Freeform 578"/>
          <p:cNvSpPr/>
          <p:nvPr/>
        </p:nvSpPr>
        <p:spPr>
          <a:xfrm flipV="1">
            <a:off x="9772649" y="4305300"/>
            <a:ext cx="1676399" cy="9524"/>
          </a:xfrm>
          <a:custGeom>
            <a:avLst/>
            <a:gdLst/>
            <a:ahLst/>
            <a:cxnLst/>
            <a:rect l="0" t="0" r="0" b="0"/>
            <a:pathLst>
              <a:path w="2235200" h="12700">
                <a:moveTo>
                  <a:pt x="0" y="12700"/>
                </a:moveTo>
                <a:lnTo>
                  <a:pt x="2235200" y="12700"/>
                </a:lnTo>
                <a:lnTo>
                  <a:pt x="22352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79" name="Freeform 579"/>
          <p:cNvSpPr/>
          <p:nvPr/>
        </p:nvSpPr>
        <p:spPr>
          <a:xfrm flipV="1">
            <a:off x="11439524" y="4314825"/>
            <a:ext cx="9524" cy="952499"/>
          </a:xfrm>
          <a:custGeom>
            <a:avLst/>
            <a:gdLst/>
            <a:ahLst/>
            <a:cxnLst/>
            <a:rect l="0" t="0" r="0" b="0"/>
            <a:pathLst>
              <a:path w="12700" h="1270000">
                <a:moveTo>
                  <a:pt x="0" y="1270000"/>
                </a:moveTo>
                <a:lnTo>
                  <a:pt x="12700" y="1270000"/>
                </a:lnTo>
                <a:lnTo>
                  <a:pt x="12700" y="0"/>
                </a:lnTo>
                <a:lnTo>
                  <a:pt x="0" y="0"/>
                </a:lnTo>
                <a:lnTo>
                  <a:pt x="0" y="12700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80" name="Freeform 580"/>
          <p:cNvSpPr/>
          <p:nvPr/>
        </p:nvSpPr>
        <p:spPr>
          <a:xfrm flipV="1">
            <a:off x="752474" y="5267325"/>
            <a:ext cx="9524" cy="533399"/>
          </a:xfrm>
          <a:custGeom>
            <a:avLst/>
            <a:gdLst/>
            <a:ahLst/>
            <a:cxnLst/>
            <a:rect l="0" t="0" r="0" b="0"/>
            <a:pathLst>
              <a:path w="12700" h="711200">
                <a:moveTo>
                  <a:pt x="0" y="711200"/>
                </a:moveTo>
                <a:lnTo>
                  <a:pt x="12700" y="711200"/>
                </a:lnTo>
                <a:lnTo>
                  <a:pt x="12700" y="0"/>
                </a:lnTo>
                <a:lnTo>
                  <a:pt x="0" y="0"/>
                </a:lnTo>
                <a:lnTo>
                  <a:pt x="0" y="7112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81" name="Freeform 581"/>
          <p:cNvSpPr/>
          <p:nvPr/>
        </p:nvSpPr>
        <p:spPr>
          <a:xfrm flipV="1">
            <a:off x="752474" y="5257800"/>
            <a:ext cx="1866899" cy="9524"/>
          </a:xfrm>
          <a:custGeom>
            <a:avLst/>
            <a:gdLst/>
            <a:ahLst/>
            <a:cxnLst/>
            <a:rect l="0" t="0" r="0" b="0"/>
            <a:pathLst>
              <a:path w="2489200" h="12700">
                <a:moveTo>
                  <a:pt x="0" y="12700"/>
                </a:moveTo>
                <a:lnTo>
                  <a:pt x="2489200" y="12700"/>
                </a:lnTo>
                <a:lnTo>
                  <a:pt x="24892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82" name="Freeform 582"/>
          <p:cNvSpPr/>
          <p:nvPr/>
        </p:nvSpPr>
        <p:spPr>
          <a:xfrm flipV="1">
            <a:off x="2609849" y="5267325"/>
            <a:ext cx="9524" cy="533399"/>
          </a:xfrm>
          <a:custGeom>
            <a:avLst/>
            <a:gdLst/>
            <a:ahLst/>
            <a:cxnLst/>
            <a:rect l="0" t="0" r="0" b="0"/>
            <a:pathLst>
              <a:path w="12700" h="711200">
                <a:moveTo>
                  <a:pt x="0" y="711200"/>
                </a:moveTo>
                <a:lnTo>
                  <a:pt x="12700" y="711200"/>
                </a:lnTo>
                <a:lnTo>
                  <a:pt x="12700" y="0"/>
                </a:lnTo>
                <a:lnTo>
                  <a:pt x="0" y="0"/>
                </a:lnTo>
                <a:lnTo>
                  <a:pt x="0" y="7112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83" name="Freeform 583"/>
          <p:cNvSpPr/>
          <p:nvPr/>
        </p:nvSpPr>
        <p:spPr>
          <a:xfrm flipV="1">
            <a:off x="2619374" y="5257800"/>
            <a:ext cx="2133599" cy="9524"/>
          </a:xfrm>
          <a:custGeom>
            <a:avLst/>
            <a:gdLst/>
            <a:ahLst/>
            <a:cxnLst/>
            <a:rect l="0" t="0" r="0" b="0"/>
            <a:pathLst>
              <a:path w="2844800" h="12700">
                <a:moveTo>
                  <a:pt x="0" y="12700"/>
                </a:moveTo>
                <a:lnTo>
                  <a:pt x="2844800" y="12700"/>
                </a:lnTo>
                <a:lnTo>
                  <a:pt x="28448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84" name="Freeform 584"/>
          <p:cNvSpPr/>
          <p:nvPr/>
        </p:nvSpPr>
        <p:spPr>
          <a:xfrm flipV="1">
            <a:off x="4743449" y="5267325"/>
            <a:ext cx="9524" cy="533399"/>
          </a:xfrm>
          <a:custGeom>
            <a:avLst/>
            <a:gdLst/>
            <a:ahLst/>
            <a:cxnLst/>
            <a:rect l="0" t="0" r="0" b="0"/>
            <a:pathLst>
              <a:path w="12700" h="711200">
                <a:moveTo>
                  <a:pt x="0" y="711200"/>
                </a:moveTo>
                <a:lnTo>
                  <a:pt x="12700" y="711200"/>
                </a:lnTo>
                <a:lnTo>
                  <a:pt x="12700" y="0"/>
                </a:lnTo>
                <a:lnTo>
                  <a:pt x="0" y="0"/>
                </a:lnTo>
                <a:lnTo>
                  <a:pt x="0" y="7112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85" name="Freeform 585"/>
          <p:cNvSpPr/>
          <p:nvPr/>
        </p:nvSpPr>
        <p:spPr>
          <a:xfrm flipV="1">
            <a:off x="4752974" y="5257800"/>
            <a:ext cx="1666874" cy="9524"/>
          </a:xfrm>
          <a:custGeom>
            <a:avLst/>
            <a:gdLst/>
            <a:ahLst/>
            <a:cxnLst/>
            <a:rect l="0" t="0" r="0" b="0"/>
            <a:pathLst>
              <a:path w="2222500" h="12700">
                <a:moveTo>
                  <a:pt x="0" y="12700"/>
                </a:moveTo>
                <a:lnTo>
                  <a:pt x="2222500" y="12700"/>
                </a:lnTo>
                <a:lnTo>
                  <a:pt x="22225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86" name="Freeform 586"/>
          <p:cNvSpPr/>
          <p:nvPr/>
        </p:nvSpPr>
        <p:spPr>
          <a:xfrm flipV="1">
            <a:off x="6410324" y="5267325"/>
            <a:ext cx="9524" cy="533399"/>
          </a:xfrm>
          <a:custGeom>
            <a:avLst/>
            <a:gdLst/>
            <a:ahLst/>
            <a:cxnLst/>
            <a:rect l="0" t="0" r="0" b="0"/>
            <a:pathLst>
              <a:path w="12700" h="711200">
                <a:moveTo>
                  <a:pt x="0" y="711200"/>
                </a:moveTo>
                <a:lnTo>
                  <a:pt x="12700" y="711200"/>
                </a:lnTo>
                <a:lnTo>
                  <a:pt x="12700" y="0"/>
                </a:lnTo>
                <a:lnTo>
                  <a:pt x="0" y="0"/>
                </a:lnTo>
                <a:lnTo>
                  <a:pt x="0" y="7112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87" name="Freeform 587"/>
          <p:cNvSpPr/>
          <p:nvPr/>
        </p:nvSpPr>
        <p:spPr>
          <a:xfrm flipV="1">
            <a:off x="6419849" y="5257800"/>
            <a:ext cx="1676399" cy="9524"/>
          </a:xfrm>
          <a:custGeom>
            <a:avLst/>
            <a:gdLst/>
            <a:ahLst/>
            <a:cxnLst/>
            <a:rect l="0" t="0" r="0" b="0"/>
            <a:pathLst>
              <a:path w="2235200" h="12700">
                <a:moveTo>
                  <a:pt x="0" y="12700"/>
                </a:moveTo>
                <a:lnTo>
                  <a:pt x="2235200" y="12700"/>
                </a:lnTo>
                <a:lnTo>
                  <a:pt x="22352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88" name="Freeform 588"/>
          <p:cNvSpPr/>
          <p:nvPr/>
        </p:nvSpPr>
        <p:spPr>
          <a:xfrm flipV="1">
            <a:off x="8086724" y="5267325"/>
            <a:ext cx="9524" cy="533399"/>
          </a:xfrm>
          <a:custGeom>
            <a:avLst/>
            <a:gdLst/>
            <a:ahLst/>
            <a:cxnLst/>
            <a:rect l="0" t="0" r="0" b="0"/>
            <a:pathLst>
              <a:path w="12700" h="711200">
                <a:moveTo>
                  <a:pt x="0" y="711200"/>
                </a:moveTo>
                <a:lnTo>
                  <a:pt x="12700" y="711200"/>
                </a:lnTo>
                <a:lnTo>
                  <a:pt x="12700" y="0"/>
                </a:lnTo>
                <a:lnTo>
                  <a:pt x="0" y="0"/>
                </a:lnTo>
                <a:lnTo>
                  <a:pt x="0" y="7112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89" name="Freeform 589"/>
          <p:cNvSpPr/>
          <p:nvPr/>
        </p:nvSpPr>
        <p:spPr>
          <a:xfrm flipV="1">
            <a:off x="8096249" y="5257800"/>
            <a:ext cx="1676399" cy="9524"/>
          </a:xfrm>
          <a:custGeom>
            <a:avLst/>
            <a:gdLst/>
            <a:ahLst/>
            <a:cxnLst/>
            <a:rect l="0" t="0" r="0" b="0"/>
            <a:pathLst>
              <a:path w="2235200" h="12700">
                <a:moveTo>
                  <a:pt x="0" y="12700"/>
                </a:moveTo>
                <a:lnTo>
                  <a:pt x="2235200" y="12700"/>
                </a:lnTo>
                <a:lnTo>
                  <a:pt x="22352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90" name="Freeform 590"/>
          <p:cNvSpPr/>
          <p:nvPr/>
        </p:nvSpPr>
        <p:spPr>
          <a:xfrm flipV="1">
            <a:off x="9763124" y="5267325"/>
            <a:ext cx="9524" cy="533399"/>
          </a:xfrm>
          <a:custGeom>
            <a:avLst/>
            <a:gdLst/>
            <a:ahLst/>
            <a:cxnLst/>
            <a:rect l="0" t="0" r="0" b="0"/>
            <a:pathLst>
              <a:path w="12700" h="711200">
                <a:moveTo>
                  <a:pt x="0" y="711200"/>
                </a:moveTo>
                <a:lnTo>
                  <a:pt x="12700" y="711200"/>
                </a:lnTo>
                <a:lnTo>
                  <a:pt x="12700" y="0"/>
                </a:lnTo>
                <a:lnTo>
                  <a:pt x="0" y="0"/>
                </a:lnTo>
                <a:lnTo>
                  <a:pt x="0" y="7112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91" name="Freeform 591"/>
          <p:cNvSpPr/>
          <p:nvPr/>
        </p:nvSpPr>
        <p:spPr>
          <a:xfrm flipV="1">
            <a:off x="9772649" y="5257800"/>
            <a:ext cx="1676399" cy="9524"/>
          </a:xfrm>
          <a:custGeom>
            <a:avLst/>
            <a:gdLst/>
            <a:ahLst/>
            <a:cxnLst/>
            <a:rect l="0" t="0" r="0" b="0"/>
            <a:pathLst>
              <a:path w="2235200" h="12700">
                <a:moveTo>
                  <a:pt x="0" y="12700"/>
                </a:moveTo>
                <a:lnTo>
                  <a:pt x="2235200" y="12700"/>
                </a:lnTo>
                <a:lnTo>
                  <a:pt x="22352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92" name="Freeform 592"/>
          <p:cNvSpPr/>
          <p:nvPr/>
        </p:nvSpPr>
        <p:spPr>
          <a:xfrm flipV="1">
            <a:off x="11439524" y="5267325"/>
            <a:ext cx="9524" cy="533399"/>
          </a:xfrm>
          <a:custGeom>
            <a:avLst/>
            <a:gdLst/>
            <a:ahLst/>
            <a:cxnLst/>
            <a:rect l="0" t="0" r="0" b="0"/>
            <a:pathLst>
              <a:path w="12700" h="711200">
                <a:moveTo>
                  <a:pt x="0" y="711200"/>
                </a:moveTo>
                <a:lnTo>
                  <a:pt x="12700" y="711200"/>
                </a:lnTo>
                <a:lnTo>
                  <a:pt x="12700" y="0"/>
                </a:lnTo>
                <a:lnTo>
                  <a:pt x="0" y="0"/>
                </a:lnTo>
                <a:lnTo>
                  <a:pt x="0" y="7112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93" name="Freeform 593"/>
          <p:cNvSpPr/>
          <p:nvPr/>
        </p:nvSpPr>
        <p:spPr>
          <a:xfrm flipV="1">
            <a:off x="752474" y="5791200"/>
            <a:ext cx="1866899" cy="9524"/>
          </a:xfrm>
          <a:custGeom>
            <a:avLst/>
            <a:gdLst/>
            <a:ahLst/>
            <a:cxnLst/>
            <a:rect l="0" t="0" r="0" b="0"/>
            <a:pathLst>
              <a:path w="2489200" h="12700">
                <a:moveTo>
                  <a:pt x="0" y="12700"/>
                </a:moveTo>
                <a:lnTo>
                  <a:pt x="2489200" y="12700"/>
                </a:lnTo>
                <a:lnTo>
                  <a:pt x="24892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94" name="Freeform 594"/>
          <p:cNvSpPr/>
          <p:nvPr/>
        </p:nvSpPr>
        <p:spPr>
          <a:xfrm flipV="1">
            <a:off x="2619374" y="5791200"/>
            <a:ext cx="2133599" cy="9524"/>
          </a:xfrm>
          <a:custGeom>
            <a:avLst/>
            <a:gdLst/>
            <a:ahLst/>
            <a:cxnLst/>
            <a:rect l="0" t="0" r="0" b="0"/>
            <a:pathLst>
              <a:path w="2844800" h="12700">
                <a:moveTo>
                  <a:pt x="0" y="12700"/>
                </a:moveTo>
                <a:lnTo>
                  <a:pt x="2844800" y="12700"/>
                </a:lnTo>
                <a:lnTo>
                  <a:pt x="28448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95" name="Freeform 595"/>
          <p:cNvSpPr/>
          <p:nvPr/>
        </p:nvSpPr>
        <p:spPr>
          <a:xfrm flipV="1">
            <a:off x="4752974" y="5791200"/>
            <a:ext cx="1666874" cy="9524"/>
          </a:xfrm>
          <a:custGeom>
            <a:avLst/>
            <a:gdLst/>
            <a:ahLst/>
            <a:cxnLst/>
            <a:rect l="0" t="0" r="0" b="0"/>
            <a:pathLst>
              <a:path w="2222500" h="12700">
                <a:moveTo>
                  <a:pt x="0" y="12700"/>
                </a:moveTo>
                <a:lnTo>
                  <a:pt x="2222500" y="12700"/>
                </a:lnTo>
                <a:lnTo>
                  <a:pt x="22225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96" name="Freeform 596"/>
          <p:cNvSpPr/>
          <p:nvPr/>
        </p:nvSpPr>
        <p:spPr>
          <a:xfrm flipV="1">
            <a:off x="6419849" y="5791200"/>
            <a:ext cx="1676399" cy="9524"/>
          </a:xfrm>
          <a:custGeom>
            <a:avLst/>
            <a:gdLst/>
            <a:ahLst/>
            <a:cxnLst/>
            <a:rect l="0" t="0" r="0" b="0"/>
            <a:pathLst>
              <a:path w="2235200" h="12700">
                <a:moveTo>
                  <a:pt x="0" y="12700"/>
                </a:moveTo>
                <a:lnTo>
                  <a:pt x="2235200" y="12700"/>
                </a:lnTo>
                <a:lnTo>
                  <a:pt x="22352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97" name="Freeform 597"/>
          <p:cNvSpPr/>
          <p:nvPr/>
        </p:nvSpPr>
        <p:spPr>
          <a:xfrm flipV="1">
            <a:off x="8096249" y="5791200"/>
            <a:ext cx="1676399" cy="9524"/>
          </a:xfrm>
          <a:custGeom>
            <a:avLst/>
            <a:gdLst/>
            <a:ahLst/>
            <a:cxnLst/>
            <a:rect l="0" t="0" r="0" b="0"/>
            <a:pathLst>
              <a:path w="2235200" h="12700">
                <a:moveTo>
                  <a:pt x="0" y="12700"/>
                </a:moveTo>
                <a:lnTo>
                  <a:pt x="2235200" y="12700"/>
                </a:lnTo>
                <a:lnTo>
                  <a:pt x="22352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98" name="Freeform 598"/>
          <p:cNvSpPr/>
          <p:nvPr/>
        </p:nvSpPr>
        <p:spPr>
          <a:xfrm flipV="1">
            <a:off x="9772649" y="5791200"/>
            <a:ext cx="1676399" cy="9524"/>
          </a:xfrm>
          <a:custGeom>
            <a:avLst/>
            <a:gdLst/>
            <a:ahLst/>
            <a:cxnLst/>
            <a:rect l="0" t="0" r="0" b="0"/>
            <a:pathLst>
              <a:path w="2235200" h="12700">
                <a:moveTo>
                  <a:pt x="0" y="12700"/>
                </a:moveTo>
                <a:lnTo>
                  <a:pt x="2235200" y="12700"/>
                </a:lnTo>
                <a:lnTo>
                  <a:pt x="22352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99" name="Freeform 599"/>
          <p:cNvSpPr/>
          <p:nvPr/>
        </p:nvSpPr>
        <p:spPr>
          <a:xfrm flipV="1">
            <a:off x="3903397" y="2276798"/>
            <a:ext cx="260879" cy="275902"/>
          </a:xfrm>
          <a:custGeom>
            <a:avLst/>
            <a:gdLst/>
            <a:ahLst/>
            <a:cxnLst/>
            <a:rect l="0" t="0" r="0" b="0"/>
            <a:pathLst>
              <a:path w="431800" h="456667">
                <a:moveTo>
                  <a:pt x="431800" y="215900"/>
                </a:moveTo>
                <a:cubicBezTo>
                  <a:pt x="431800" y="242088"/>
                  <a:pt x="427139" y="267196"/>
                  <a:pt x="418591" y="290424"/>
                </a:cubicBezTo>
                <a:cubicBezTo>
                  <a:pt x="412750" y="221984"/>
                  <a:pt x="376262" y="186830"/>
                  <a:pt x="338137" y="203200"/>
                </a:cubicBezTo>
                <a:cubicBezTo>
                  <a:pt x="302425" y="218542"/>
                  <a:pt x="326491" y="278346"/>
                  <a:pt x="328269" y="306883"/>
                </a:cubicBezTo>
                <a:cubicBezTo>
                  <a:pt x="331266" y="355258"/>
                  <a:pt x="328117" y="410630"/>
                  <a:pt x="240245" y="456667"/>
                </a:cubicBezTo>
                <a:cubicBezTo>
                  <a:pt x="276758" y="386817"/>
                  <a:pt x="244475" y="343421"/>
                  <a:pt x="210616" y="340780"/>
                </a:cubicBezTo>
                <a:cubicBezTo>
                  <a:pt x="173050" y="337846"/>
                  <a:pt x="138645" y="373063"/>
                  <a:pt x="151345" y="430213"/>
                </a:cubicBezTo>
                <a:cubicBezTo>
                  <a:pt x="110223" y="399911"/>
                  <a:pt x="109029" y="348908"/>
                  <a:pt x="121716" y="315913"/>
                </a:cubicBezTo>
                <a:cubicBezTo>
                  <a:pt x="134950" y="281521"/>
                  <a:pt x="121183" y="252946"/>
                  <a:pt x="88912" y="249771"/>
                </a:cubicBezTo>
                <a:cubicBezTo>
                  <a:pt x="52844" y="246215"/>
                  <a:pt x="32804" y="288392"/>
                  <a:pt x="51282" y="355600"/>
                </a:cubicBezTo>
                <a:cubicBezTo>
                  <a:pt x="19303" y="317945"/>
                  <a:pt x="0" y="269177"/>
                  <a:pt x="0" y="215900"/>
                </a:cubicBezTo>
                <a:cubicBezTo>
                  <a:pt x="0" y="96660"/>
                  <a:pt x="96659" y="0"/>
                  <a:pt x="215900" y="0"/>
                </a:cubicBezTo>
                <a:cubicBezTo>
                  <a:pt x="335140" y="0"/>
                  <a:pt x="431800" y="96660"/>
                  <a:pt x="431800" y="215900"/>
                </a:cubicBezTo>
                <a:close/>
                <a:moveTo>
                  <a:pt x="228600" y="457200"/>
                </a:moveTo>
              </a:path>
            </a:pathLst>
          </a:custGeom>
          <a:solidFill>
            <a:srgbClr val="F4900C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00" name="Freeform 600"/>
          <p:cNvSpPr/>
          <p:nvPr/>
        </p:nvSpPr>
        <p:spPr>
          <a:xfrm flipV="1">
            <a:off x="3941762" y="2402442"/>
            <a:ext cx="184150" cy="150259"/>
          </a:xfrm>
          <a:custGeom>
            <a:avLst/>
            <a:gdLst/>
            <a:ahLst/>
            <a:cxnLst/>
            <a:rect l="0" t="0" r="0" b="0"/>
            <a:pathLst>
              <a:path w="304800" h="248705">
                <a:moveTo>
                  <a:pt x="284403" y="152413"/>
                </a:moveTo>
                <a:cubicBezTo>
                  <a:pt x="286283" y="113246"/>
                  <a:pt x="251879" y="97892"/>
                  <a:pt x="233362" y="105309"/>
                </a:cubicBezTo>
                <a:cubicBezTo>
                  <a:pt x="206616" y="116015"/>
                  <a:pt x="213791" y="134405"/>
                  <a:pt x="206908" y="172505"/>
                </a:cubicBezTo>
                <a:cubicBezTo>
                  <a:pt x="200025" y="210605"/>
                  <a:pt x="173570" y="237059"/>
                  <a:pt x="134416" y="248705"/>
                </a:cubicBezTo>
                <a:cubicBezTo>
                  <a:pt x="162991" y="168275"/>
                  <a:pt x="118579" y="138634"/>
                  <a:pt x="95300" y="133338"/>
                </a:cubicBezTo>
                <a:cubicBezTo>
                  <a:pt x="71526" y="127928"/>
                  <a:pt x="47637" y="133350"/>
                  <a:pt x="44907" y="184227"/>
                </a:cubicBezTo>
                <a:cubicBezTo>
                  <a:pt x="17170" y="156617"/>
                  <a:pt x="0" y="118415"/>
                  <a:pt x="0" y="76200"/>
                </a:cubicBezTo>
                <a:cubicBezTo>
                  <a:pt x="0" y="71527"/>
                  <a:pt x="292" y="66930"/>
                  <a:pt x="698" y="62357"/>
                </a:cubicBezTo>
                <a:cubicBezTo>
                  <a:pt x="39687" y="23826"/>
                  <a:pt x="93243" y="0"/>
                  <a:pt x="152400" y="0"/>
                </a:cubicBezTo>
                <a:cubicBezTo>
                  <a:pt x="211556" y="0"/>
                  <a:pt x="265112" y="23826"/>
                  <a:pt x="304101" y="62357"/>
                </a:cubicBezTo>
                <a:cubicBezTo>
                  <a:pt x="304507" y="66930"/>
                  <a:pt x="304800" y="71527"/>
                  <a:pt x="304800" y="76200"/>
                </a:cubicBezTo>
                <a:cubicBezTo>
                  <a:pt x="304800" y="103975"/>
                  <a:pt x="297383" y="129998"/>
                  <a:pt x="284403" y="152413"/>
                </a:cubicBezTo>
                <a:lnTo>
                  <a:pt x="284403" y="152413"/>
                </a:lnTo>
                <a:close/>
                <a:moveTo>
                  <a:pt x="228587" y="457200"/>
                </a:moveTo>
              </a:path>
            </a:pathLst>
          </a:custGeom>
          <a:solidFill>
            <a:srgbClr val="FFCC4D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01" name="Rectangle 601"/>
          <p:cNvSpPr/>
          <p:nvPr/>
        </p:nvSpPr>
        <p:spPr>
          <a:xfrm>
            <a:off x="747712" y="921998"/>
            <a:ext cx="6298659" cy="166889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Overvie</a:t>
            </a:r>
            <a:r>
              <a:rPr lang="en-GB" sz="3479" b="1" i="0" spc="750" baseline="0" dirty="0">
                <a:solidFill>
                  <a:srgbClr val="224466"/>
                </a:solidFill>
                <a:latin typeface="Arial"/>
              </a:rPr>
              <a:t>w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o</a:t>
            </a:r>
            <a:r>
              <a:rPr lang="en-GB" sz="3479" b="1" i="0" spc="750" baseline="0" dirty="0">
                <a:solidFill>
                  <a:srgbClr val="224466"/>
                </a:solidFill>
                <a:latin typeface="Arial"/>
              </a:rPr>
              <a:t>f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documen</a:t>
            </a:r>
            <a:r>
              <a:rPr lang="en-GB" sz="3479" b="1" i="0" spc="750" baseline="0" dirty="0">
                <a:solidFill>
                  <a:srgbClr val="224466"/>
                </a:solidFill>
                <a:latin typeface="Arial"/>
              </a:rPr>
              <a:t>t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handling</a:t>
            </a:r>
          </a:p>
          <a:p>
            <a:pPr marL="457348">
              <a:lnSpc>
                <a:spcPts val="7334"/>
              </a:lnSpc>
              <a:tabLst>
                <a:tab pos="2119013" algn="l"/>
              </a:tabLst>
            </a:pP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Feature	</a:t>
            </a:r>
            <a:r>
              <a:rPr lang="en-GB" sz="3293" b="1" i="0" spc="0" baseline="75862" dirty="0">
                <a:solidFill>
                  <a:srgbClr val="1F2328"/>
                </a:solidFill>
                <a:latin typeface="Arial"/>
              </a:rPr>
              <a:t>NotebookLM</a:t>
            </a:r>
          </a:p>
          <a:p>
            <a:pPr marL="2420093">
              <a:lnSpc>
                <a:spcPts val="1649"/>
              </a:lnSpc>
            </a:pP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(free)</a:t>
            </a:r>
          </a:p>
        </p:txBody>
      </p:sp>
      <p:sp>
        <p:nvSpPr>
          <p:cNvPr id="602" name="Rectangle 602"/>
          <p:cNvSpPr/>
          <p:nvPr/>
        </p:nvSpPr>
        <p:spPr>
          <a:xfrm>
            <a:off x="5136207" y="1841883"/>
            <a:ext cx="887862" cy="74900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Claude</a:t>
            </a:r>
          </a:p>
          <a:p>
            <a:pPr marL="93761">
              <a:lnSpc>
                <a:spcPts val="3299"/>
              </a:lnSpc>
            </a:pP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(free)</a:t>
            </a:r>
          </a:p>
        </p:txBody>
      </p:sp>
      <p:sp>
        <p:nvSpPr>
          <p:cNvPr id="603" name="Rectangle 603"/>
          <p:cNvSpPr/>
          <p:nvPr/>
        </p:nvSpPr>
        <p:spPr>
          <a:xfrm>
            <a:off x="6681489" y="1841883"/>
            <a:ext cx="1144147" cy="74900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ChatGPT</a:t>
            </a:r>
          </a:p>
          <a:p>
            <a:pPr marL="221902">
              <a:lnSpc>
                <a:spcPts val="3299"/>
              </a:lnSpc>
            </a:pP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(free)</a:t>
            </a:r>
          </a:p>
        </p:txBody>
      </p:sp>
      <p:sp>
        <p:nvSpPr>
          <p:cNvPr id="604" name="Rectangle 604"/>
          <p:cNvSpPr/>
          <p:nvPr/>
        </p:nvSpPr>
        <p:spPr>
          <a:xfrm>
            <a:off x="8486625" y="1841883"/>
            <a:ext cx="880848" cy="74900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Gemini</a:t>
            </a:r>
          </a:p>
          <a:p>
            <a:pPr marL="90189">
              <a:lnSpc>
                <a:spcPts val="3299"/>
              </a:lnSpc>
            </a:pP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(free)</a:t>
            </a:r>
          </a:p>
        </p:txBody>
      </p:sp>
      <p:sp>
        <p:nvSpPr>
          <p:cNvPr id="605" name="Rectangle 605"/>
          <p:cNvSpPr/>
          <p:nvPr/>
        </p:nvSpPr>
        <p:spPr>
          <a:xfrm>
            <a:off x="881062" y="1841883"/>
            <a:ext cx="10274575" cy="331123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9267228"/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Copilot</a:t>
            </a:r>
          </a:p>
          <a:p>
            <a:pPr marL="9280921">
              <a:lnSpc>
                <a:spcPts val="3299"/>
              </a:lnSpc>
            </a:pP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(basic)</a:t>
            </a:r>
          </a:p>
          <a:p>
            <a:pPr marL="0">
              <a:lnSpc>
                <a:spcPts val="4200"/>
              </a:lnSpc>
              <a:tabLst>
                <a:tab pos="2676078" algn="l"/>
                <a:tab pos="4579441" algn="l"/>
                <a:tab pos="5734198" algn="l"/>
                <a:tab pos="7926287" algn="l"/>
                <a:tab pos="9600008" algn="l"/>
                <a:tab pos="9600008" algn="l"/>
              </a:tabLst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Uploa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PDFs	✓	✓	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✓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(limited)	✓	✓	</a:t>
            </a:r>
          </a:p>
          <a:p>
            <a:pPr marL="0">
              <a:lnSpc>
                <a:spcPts val="4275"/>
              </a:lnSpc>
              <a:tabLst>
                <a:tab pos="2676078" algn="l"/>
                <a:tab pos="4579441" algn="l"/>
                <a:tab pos="5734198" algn="l"/>
                <a:tab pos="7926287" algn="l"/>
                <a:tab pos="9600008" algn="l"/>
                <a:tab pos="9600008" algn="l"/>
              </a:tabLst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..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.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Multiple	✓	✓	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✓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(limited)	✓	✓	</a:t>
            </a:r>
          </a:p>
          <a:p>
            <a:pPr marL="0">
              <a:lnSpc>
                <a:spcPts val="4200"/>
              </a:lnSpc>
              <a:tabLst>
                <a:tab pos="2676078" algn="l"/>
                <a:tab pos="4144118" algn="l"/>
                <a:tab pos="5817542" algn="l"/>
                <a:tab pos="7490965" algn="l"/>
                <a:tab pos="9164686" algn="l"/>
              </a:tabLst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Persistence	✓	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✗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forgets	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✗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forgets	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✗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forgets	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✗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forgets</a:t>
            </a:r>
          </a:p>
          <a:p>
            <a:pPr marL="0">
              <a:lnSpc>
                <a:spcPts val="427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Confined</a:t>
            </a:r>
          </a:p>
          <a:p>
            <a:pPr marL="0">
              <a:lnSpc>
                <a:spcPts val="3225"/>
              </a:lnSpc>
              <a:tabLst>
                <a:tab pos="2676078" algn="l"/>
                <a:tab pos="2676078" algn="l"/>
              </a:tabLst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Response	</a:t>
            </a:r>
            <a:r>
              <a:rPr lang="en-GB" sz="3293" b="0" i="0" spc="0" baseline="72413" dirty="0">
                <a:solidFill>
                  <a:srgbClr val="1F2328"/>
                </a:solidFill>
                <a:latin typeface="Arial"/>
              </a:rPr>
              <a:t>✓	</a:t>
            </a:r>
          </a:p>
        </p:txBody>
      </p:sp>
      <p:sp>
        <p:nvSpPr>
          <p:cNvPr id="606" name="Rectangle 606"/>
          <p:cNvSpPr/>
          <p:nvPr/>
        </p:nvSpPr>
        <p:spPr>
          <a:xfrm>
            <a:off x="4971603" y="4413633"/>
            <a:ext cx="1217250" cy="73948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222349"/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Needs</a:t>
            </a:r>
          </a:p>
          <a:p>
            <a:pPr marL="0">
              <a:lnSpc>
                <a:spcPts val="32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prompting</a:t>
            </a:r>
          </a:p>
        </p:txBody>
      </p:sp>
      <p:sp>
        <p:nvSpPr>
          <p:cNvPr id="607" name="Rectangle 607"/>
          <p:cNvSpPr/>
          <p:nvPr/>
        </p:nvSpPr>
        <p:spPr>
          <a:xfrm>
            <a:off x="6645026" y="4413633"/>
            <a:ext cx="1217250" cy="73948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222349"/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Needs</a:t>
            </a:r>
          </a:p>
          <a:p>
            <a:pPr marL="0">
              <a:lnSpc>
                <a:spcPts val="32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prompting</a:t>
            </a:r>
          </a:p>
        </p:txBody>
      </p:sp>
      <p:sp>
        <p:nvSpPr>
          <p:cNvPr id="608" name="Rectangle 608"/>
          <p:cNvSpPr/>
          <p:nvPr/>
        </p:nvSpPr>
        <p:spPr>
          <a:xfrm>
            <a:off x="8318449" y="4413633"/>
            <a:ext cx="1217250" cy="73948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222349"/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Needs</a:t>
            </a:r>
          </a:p>
          <a:p>
            <a:pPr marL="0">
              <a:lnSpc>
                <a:spcPts val="32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prompting</a:t>
            </a:r>
          </a:p>
        </p:txBody>
      </p:sp>
      <p:sp>
        <p:nvSpPr>
          <p:cNvPr id="609" name="Rectangle 609"/>
          <p:cNvSpPr/>
          <p:nvPr/>
        </p:nvSpPr>
        <p:spPr>
          <a:xfrm>
            <a:off x="881062" y="4413633"/>
            <a:ext cx="10328209" cy="128240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9333308"/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Needs</a:t>
            </a:r>
          </a:p>
          <a:p>
            <a:pPr marL="9110959">
              <a:lnSpc>
                <a:spcPts val="32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prompting</a:t>
            </a:r>
          </a:p>
          <a:p>
            <a:pPr marL="0">
              <a:lnSpc>
                <a:spcPts val="4274"/>
              </a:lnSpc>
              <a:tabLst>
                <a:tab pos="2676078" algn="l"/>
                <a:tab pos="4331493" algn="l"/>
                <a:tab pos="5775572" algn="l"/>
                <a:tab pos="7678339" algn="l"/>
                <a:tab pos="9351912" algn="l"/>
              </a:tabLst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Pag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refs	✓	Partial	Unreliable	Partial	Partial</a:t>
            </a:r>
          </a:p>
        </p:txBody>
      </p:sp>
      <p:sp>
        <p:nvSpPr>
          <p:cNvPr id="610" name="Rectangle 610"/>
          <p:cNvSpPr/>
          <p:nvPr/>
        </p:nvSpPr>
        <p:spPr>
          <a:xfrm>
            <a:off x="745777" y="6395315"/>
            <a:ext cx="4820767" cy="19794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Fre</a:t>
            </a:r>
            <a:r>
              <a:rPr lang="en-GB" sz="1304" b="0" i="0" spc="300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tie</a:t>
            </a:r>
            <a:r>
              <a:rPr lang="en-GB" sz="1304" b="0" i="0" spc="299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limit</a:t>
            </a:r>
            <a:r>
              <a:rPr lang="en-GB" sz="1304" b="0" i="0" spc="299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chang</a:t>
            </a:r>
            <a:r>
              <a:rPr lang="en-GB" sz="1304" b="0" i="0" spc="300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frequentl</a:t>
            </a:r>
            <a:r>
              <a:rPr lang="en-GB" sz="1304" b="0" i="0" spc="299" baseline="0" dirty="0">
                <a:solidFill>
                  <a:srgbClr val="1F2328"/>
                </a:solidFill>
                <a:latin typeface="Arial"/>
              </a:rPr>
              <a:t>y—</a:t>
            </a:r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verif</a:t>
            </a:r>
            <a:r>
              <a:rPr lang="en-GB" sz="1304" b="0" i="0" spc="299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befor</a:t>
            </a:r>
            <a:r>
              <a:rPr lang="en-GB" sz="1304" b="0" i="0" spc="300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relyin</a:t>
            </a:r>
            <a:r>
              <a:rPr lang="en-GB" sz="1304" b="0" i="0" spc="300" baseline="0" dirty="0">
                <a:solidFill>
                  <a:srgbClr val="1F2328"/>
                </a:solidFill>
                <a:latin typeface="Arial"/>
              </a:rPr>
              <a:t>g</a:t>
            </a:r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1304" b="0" i="0" spc="299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1304" b="0" i="0" spc="0" baseline="0" dirty="0">
                <a:solidFill>
                  <a:srgbClr val="1F2328"/>
                </a:solidFill>
                <a:latin typeface="Arial"/>
              </a:rPr>
              <a:t>them.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Freeform 611"/>
          <p:cNvSpPr/>
          <p:nvPr/>
        </p:nvSpPr>
        <p:spPr>
          <a:xfrm flipV="1">
            <a:off x="0" y="-1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12" name="Freeform 612"/>
          <p:cNvSpPr/>
          <p:nvPr/>
        </p:nvSpPr>
        <p:spPr>
          <a:xfrm flipV="1">
            <a:off x="0" y="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13" name="Freeform 613"/>
          <p:cNvSpPr/>
          <p:nvPr/>
        </p:nvSpPr>
        <p:spPr>
          <a:xfrm flipV="1">
            <a:off x="771524" y="2571750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457200" h="457200">
                <a:moveTo>
                  <a:pt x="457200" y="50800"/>
                </a:moveTo>
                <a:cubicBezTo>
                  <a:pt x="457200" y="22746"/>
                  <a:pt x="434454" y="0"/>
                  <a:pt x="406400" y="0"/>
                </a:cubicBezTo>
                <a:lnTo>
                  <a:pt x="50800" y="0"/>
                </a:lnTo>
                <a:cubicBezTo>
                  <a:pt x="22745" y="0"/>
                  <a:pt x="0" y="22746"/>
                  <a:pt x="0" y="50800"/>
                </a:cubicBezTo>
                <a:lnTo>
                  <a:pt x="0" y="406400"/>
                </a:lnTo>
                <a:cubicBezTo>
                  <a:pt x="0" y="434455"/>
                  <a:pt x="22745" y="457200"/>
                  <a:pt x="50800" y="457200"/>
                </a:cubicBezTo>
                <a:lnTo>
                  <a:pt x="406400" y="457200"/>
                </a:lnTo>
                <a:cubicBezTo>
                  <a:pt x="434454" y="457200"/>
                  <a:pt x="457200" y="434455"/>
                  <a:pt x="457200" y="406400"/>
                </a:cubicBezTo>
                <a:lnTo>
                  <a:pt x="457200" y="50800"/>
                </a:lnTo>
                <a:close/>
                <a:moveTo>
                  <a:pt x="406400" y="457200"/>
                </a:moveTo>
              </a:path>
            </a:pathLst>
          </a:custGeom>
          <a:solidFill>
            <a:srgbClr val="77B255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14" name="Freeform 614"/>
          <p:cNvSpPr/>
          <p:nvPr/>
        </p:nvSpPr>
        <p:spPr>
          <a:xfrm flipV="1">
            <a:off x="813242" y="2614803"/>
            <a:ext cx="194362" cy="188892"/>
          </a:xfrm>
          <a:custGeom>
            <a:avLst/>
            <a:gdLst/>
            <a:ahLst/>
            <a:cxnLst/>
            <a:rect l="0" t="0" r="0" b="0"/>
            <a:pathLst>
              <a:path w="321704" h="312649">
                <a:moveTo>
                  <a:pt x="302807" y="303111"/>
                </a:moveTo>
                <a:cubicBezTo>
                  <a:pt x="288125" y="312649"/>
                  <a:pt x="268466" y="308470"/>
                  <a:pt x="258890" y="293764"/>
                </a:cubicBezTo>
                <a:lnTo>
                  <a:pt x="120638" y="80671"/>
                </a:lnTo>
                <a:lnTo>
                  <a:pt x="56769" y="139726"/>
                </a:lnTo>
                <a:cubicBezTo>
                  <a:pt x="43892" y="151638"/>
                  <a:pt x="23800" y="150838"/>
                  <a:pt x="11900" y="137973"/>
                </a:cubicBezTo>
                <a:cubicBezTo>
                  <a:pt x="0" y="125095"/>
                  <a:pt x="788" y="105004"/>
                  <a:pt x="13666" y="93104"/>
                </a:cubicBezTo>
                <a:lnTo>
                  <a:pt x="105220" y="8446"/>
                </a:lnTo>
                <a:cubicBezTo>
                  <a:pt x="111316" y="2794"/>
                  <a:pt x="119063" y="0"/>
                  <a:pt x="126759" y="0"/>
                </a:cubicBezTo>
                <a:cubicBezTo>
                  <a:pt x="135306" y="0"/>
                  <a:pt x="146241" y="3582"/>
                  <a:pt x="153416" y="14465"/>
                </a:cubicBezTo>
                <a:cubicBezTo>
                  <a:pt x="157633" y="20892"/>
                  <a:pt x="312166" y="259194"/>
                  <a:pt x="312166" y="259194"/>
                </a:cubicBezTo>
                <a:cubicBezTo>
                  <a:pt x="321704" y="273914"/>
                  <a:pt x="317513" y="293573"/>
                  <a:pt x="302807" y="303111"/>
                </a:cubicBezTo>
                <a:lnTo>
                  <a:pt x="302807" y="303111"/>
                </a:lnTo>
                <a:close/>
                <a:moveTo>
                  <a:pt x="11748" y="383908"/>
                </a:moveTo>
              </a:path>
            </a:pathLst>
          </a:custGeom>
          <a:solidFill>
            <a:srgbClr val="FFFFFF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15" name="Freeform 615"/>
          <p:cNvSpPr/>
          <p:nvPr/>
        </p:nvSpPr>
        <p:spPr>
          <a:xfrm flipV="1">
            <a:off x="771524" y="3962400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457200" h="457200">
                <a:moveTo>
                  <a:pt x="457200" y="50800"/>
                </a:moveTo>
                <a:cubicBezTo>
                  <a:pt x="457200" y="22746"/>
                  <a:pt x="434454" y="0"/>
                  <a:pt x="406400" y="0"/>
                </a:cubicBezTo>
                <a:lnTo>
                  <a:pt x="50800" y="0"/>
                </a:lnTo>
                <a:cubicBezTo>
                  <a:pt x="22745" y="0"/>
                  <a:pt x="0" y="22746"/>
                  <a:pt x="0" y="50800"/>
                </a:cubicBezTo>
                <a:lnTo>
                  <a:pt x="0" y="406400"/>
                </a:lnTo>
                <a:cubicBezTo>
                  <a:pt x="0" y="434455"/>
                  <a:pt x="22745" y="457200"/>
                  <a:pt x="50800" y="457200"/>
                </a:cubicBezTo>
                <a:lnTo>
                  <a:pt x="406400" y="457200"/>
                </a:lnTo>
                <a:cubicBezTo>
                  <a:pt x="434454" y="457200"/>
                  <a:pt x="457200" y="434455"/>
                  <a:pt x="457200" y="406400"/>
                </a:cubicBezTo>
                <a:lnTo>
                  <a:pt x="457200" y="50800"/>
                </a:lnTo>
                <a:close/>
                <a:moveTo>
                  <a:pt x="406400" y="457200"/>
                </a:moveTo>
              </a:path>
            </a:pathLst>
          </a:custGeom>
          <a:solidFill>
            <a:srgbClr val="77B255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16" name="Freeform 616"/>
          <p:cNvSpPr/>
          <p:nvPr/>
        </p:nvSpPr>
        <p:spPr>
          <a:xfrm flipV="1">
            <a:off x="813242" y="4005453"/>
            <a:ext cx="194362" cy="188892"/>
          </a:xfrm>
          <a:custGeom>
            <a:avLst/>
            <a:gdLst/>
            <a:ahLst/>
            <a:cxnLst/>
            <a:rect l="0" t="0" r="0" b="0"/>
            <a:pathLst>
              <a:path w="321704" h="312649">
                <a:moveTo>
                  <a:pt x="302807" y="303111"/>
                </a:moveTo>
                <a:cubicBezTo>
                  <a:pt x="288125" y="312649"/>
                  <a:pt x="268466" y="308470"/>
                  <a:pt x="258890" y="293764"/>
                </a:cubicBezTo>
                <a:lnTo>
                  <a:pt x="120638" y="80671"/>
                </a:lnTo>
                <a:lnTo>
                  <a:pt x="56769" y="139726"/>
                </a:lnTo>
                <a:cubicBezTo>
                  <a:pt x="43892" y="151638"/>
                  <a:pt x="23800" y="150838"/>
                  <a:pt x="11900" y="137973"/>
                </a:cubicBezTo>
                <a:cubicBezTo>
                  <a:pt x="0" y="125095"/>
                  <a:pt x="788" y="105004"/>
                  <a:pt x="13666" y="93104"/>
                </a:cubicBezTo>
                <a:lnTo>
                  <a:pt x="105220" y="8446"/>
                </a:lnTo>
                <a:cubicBezTo>
                  <a:pt x="111316" y="2794"/>
                  <a:pt x="119063" y="0"/>
                  <a:pt x="126759" y="0"/>
                </a:cubicBezTo>
                <a:cubicBezTo>
                  <a:pt x="135306" y="0"/>
                  <a:pt x="146241" y="3582"/>
                  <a:pt x="153416" y="14465"/>
                </a:cubicBezTo>
                <a:cubicBezTo>
                  <a:pt x="157633" y="20892"/>
                  <a:pt x="312166" y="259194"/>
                  <a:pt x="312166" y="259194"/>
                </a:cubicBezTo>
                <a:cubicBezTo>
                  <a:pt x="321704" y="273914"/>
                  <a:pt x="317513" y="293573"/>
                  <a:pt x="302807" y="303111"/>
                </a:cubicBezTo>
                <a:lnTo>
                  <a:pt x="302807" y="303111"/>
                </a:lnTo>
                <a:close/>
                <a:moveTo>
                  <a:pt x="11748" y="383908"/>
                </a:moveTo>
              </a:path>
            </a:pathLst>
          </a:custGeom>
          <a:solidFill>
            <a:srgbClr val="FFFFFF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17" name="Freeform 617"/>
          <p:cNvSpPr/>
          <p:nvPr/>
        </p:nvSpPr>
        <p:spPr>
          <a:xfrm flipV="1">
            <a:off x="771524" y="4943475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457200" h="457200">
                <a:moveTo>
                  <a:pt x="457200" y="50800"/>
                </a:moveTo>
                <a:cubicBezTo>
                  <a:pt x="457200" y="22746"/>
                  <a:pt x="434454" y="0"/>
                  <a:pt x="406400" y="0"/>
                </a:cubicBezTo>
                <a:lnTo>
                  <a:pt x="50800" y="0"/>
                </a:lnTo>
                <a:cubicBezTo>
                  <a:pt x="22745" y="0"/>
                  <a:pt x="0" y="22746"/>
                  <a:pt x="0" y="50800"/>
                </a:cubicBezTo>
                <a:lnTo>
                  <a:pt x="0" y="406400"/>
                </a:lnTo>
                <a:cubicBezTo>
                  <a:pt x="0" y="434455"/>
                  <a:pt x="22745" y="457200"/>
                  <a:pt x="50800" y="457200"/>
                </a:cubicBezTo>
                <a:lnTo>
                  <a:pt x="406400" y="457200"/>
                </a:lnTo>
                <a:cubicBezTo>
                  <a:pt x="434454" y="457200"/>
                  <a:pt x="457200" y="434455"/>
                  <a:pt x="457200" y="406400"/>
                </a:cubicBezTo>
                <a:lnTo>
                  <a:pt x="457200" y="50800"/>
                </a:lnTo>
                <a:close/>
                <a:moveTo>
                  <a:pt x="406400" y="457200"/>
                </a:moveTo>
              </a:path>
            </a:pathLst>
          </a:custGeom>
          <a:solidFill>
            <a:srgbClr val="77B255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18" name="Freeform 618"/>
          <p:cNvSpPr/>
          <p:nvPr/>
        </p:nvSpPr>
        <p:spPr>
          <a:xfrm flipV="1">
            <a:off x="813242" y="4986528"/>
            <a:ext cx="194362" cy="188892"/>
          </a:xfrm>
          <a:custGeom>
            <a:avLst/>
            <a:gdLst/>
            <a:ahLst/>
            <a:cxnLst/>
            <a:rect l="0" t="0" r="0" b="0"/>
            <a:pathLst>
              <a:path w="321704" h="312649">
                <a:moveTo>
                  <a:pt x="302807" y="303111"/>
                </a:moveTo>
                <a:cubicBezTo>
                  <a:pt x="288125" y="312649"/>
                  <a:pt x="268466" y="308470"/>
                  <a:pt x="258890" y="293764"/>
                </a:cubicBezTo>
                <a:lnTo>
                  <a:pt x="120638" y="80671"/>
                </a:lnTo>
                <a:lnTo>
                  <a:pt x="56769" y="139726"/>
                </a:lnTo>
                <a:cubicBezTo>
                  <a:pt x="43892" y="151638"/>
                  <a:pt x="23800" y="150838"/>
                  <a:pt x="11900" y="137973"/>
                </a:cubicBezTo>
                <a:cubicBezTo>
                  <a:pt x="0" y="125095"/>
                  <a:pt x="788" y="105004"/>
                  <a:pt x="13666" y="93104"/>
                </a:cubicBezTo>
                <a:lnTo>
                  <a:pt x="105220" y="8446"/>
                </a:lnTo>
                <a:cubicBezTo>
                  <a:pt x="111316" y="2794"/>
                  <a:pt x="119063" y="0"/>
                  <a:pt x="126759" y="0"/>
                </a:cubicBezTo>
                <a:cubicBezTo>
                  <a:pt x="135306" y="0"/>
                  <a:pt x="146241" y="3582"/>
                  <a:pt x="153416" y="14465"/>
                </a:cubicBezTo>
                <a:cubicBezTo>
                  <a:pt x="157633" y="20892"/>
                  <a:pt x="312166" y="259194"/>
                  <a:pt x="312166" y="259194"/>
                </a:cubicBezTo>
                <a:cubicBezTo>
                  <a:pt x="321704" y="273914"/>
                  <a:pt x="317513" y="293573"/>
                  <a:pt x="302807" y="303111"/>
                </a:cubicBezTo>
                <a:lnTo>
                  <a:pt x="302807" y="303111"/>
                </a:lnTo>
                <a:close/>
                <a:moveTo>
                  <a:pt x="11748" y="383908"/>
                </a:moveTo>
              </a:path>
            </a:pathLst>
          </a:custGeom>
          <a:solidFill>
            <a:srgbClr val="FFFFFF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19" name="Freeform 619"/>
          <p:cNvSpPr/>
          <p:nvPr/>
        </p:nvSpPr>
        <p:spPr>
          <a:xfrm flipV="1">
            <a:off x="771524" y="5924550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457200" h="457200">
                <a:moveTo>
                  <a:pt x="457200" y="50800"/>
                </a:moveTo>
                <a:cubicBezTo>
                  <a:pt x="457200" y="22746"/>
                  <a:pt x="434454" y="0"/>
                  <a:pt x="406400" y="0"/>
                </a:cubicBezTo>
                <a:lnTo>
                  <a:pt x="50800" y="0"/>
                </a:lnTo>
                <a:cubicBezTo>
                  <a:pt x="22745" y="0"/>
                  <a:pt x="0" y="22746"/>
                  <a:pt x="0" y="50800"/>
                </a:cubicBezTo>
                <a:lnTo>
                  <a:pt x="0" y="406400"/>
                </a:lnTo>
                <a:cubicBezTo>
                  <a:pt x="0" y="434455"/>
                  <a:pt x="22745" y="457200"/>
                  <a:pt x="50800" y="457200"/>
                </a:cubicBezTo>
                <a:lnTo>
                  <a:pt x="406400" y="457200"/>
                </a:lnTo>
                <a:cubicBezTo>
                  <a:pt x="434454" y="457200"/>
                  <a:pt x="457200" y="434455"/>
                  <a:pt x="457200" y="406400"/>
                </a:cubicBezTo>
                <a:lnTo>
                  <a:pt x="457200" y="50800"/>
                </a:lnTo>
                <a:close/>
                <a:moveTo>
                  <a:pt x="406400" y="457200"/>
                </a:moveTo>
              </a:path>
            </a:pathLst>
          </a:custGeom>
          <a:solidFill>
            <a:srgbClr val="77B255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20" name="Freeform 620"/>
          <p:cNvSpPr/>
          <p:nvPr/>
        </p:nvSpPr>
        <p:spPr>
          <a:xfrm flipV="1">
            <a:off x="813242" y="5967603"/>
            <a:ext cx="194362" cy="188892"/>
          </a:xfrm>
          <a:custGeom>
            <a:avLst/>
            <a:gdLst/>
            <a:ahLst/>
            <a:cxnLst/>
            <a:rect l="0" t="0" r="0" b="0"/>
            <a:pathLst>
              <a:path w="321704" h="312649">
                <a:moveTo>
                  <a:pt x="302807" y="303111"/>
                </a:moveTo>
                <a:cubicBezTo>
                  <a:pt x="288125" y="312649"/>
                  <a:pt x="268466" y="308470"/>
                  <a:pt x="258890" y="293764"/>
                </a:cubicBezTo>
                <a:lnTo>
                  <a:pt x="120638" y="80671"/>
                </a:lnTo>
                <a:lnTo>
                  <a:pt x="56769" y="139726"/>
                </a:lnTo>
                <a:cubicBezTo>
                  <a:pt x="43892" y="151638"/>
                  <a:pt x="23800" y="150838"/>
                  <a:pt x="11900" y="137973"/>
                </a:cubicBezTo>
                <a:cubicBezTo>
                  <a:pt x="0" y="125095"/>
                  <a:pt x="788" y="105004"/>
                  <a:pt x="13666" y="93104"/>
                </a:cubicBezTo>
                <a:lnTo>
                  <a:pt x="105220" y="8446"/>
                </a:lnTo>
                <a:cubicBezTo>
                  <a:pt x="111316" y="2794"/>
                  <a:pt x="119063" y="0"/>
                  <a:pt x="126759" y="0"/>
                </a:cubicBezTo>
                <a:cubicBezTo>
                  <a:pt x="135306" y="0"/>
                  <a:pt x="146241" y="3582"/>
                  <a:pt x="153416" y="14465"/>
                </a:cubicBezTo>
                <a:cubicBezTo>
                  <a:pt x="157633" y="20892"/>
                  <a:pt x="312166" y="259194"/>
                  <a:pt x="312166" y="259194"/>
                </a:cubicBezTo>
                <a:cubicBezTo>
                  <a:pt x="321704" y="273914"/>
                  <a:pt x="317513" y="293573"/>
                  <a:pt x="302807" y="303111"/>
                </a:cubicBezTo>
                <a:lnTo>
                  <a:pt x="302807" y="303111"/>
                </a:lnTo>
                <a:close/>
                <a:moveTo>
                  <a:pt x="11748" y="383908"/>
                </a:moveTo>
              </a:path>
            </a:pathLst>
          </a:custGeom>
          <a:solidFill>
            <a:srgbClr val="FFFFFF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21" name="Freeform 621"/>
          <p:cNvSpPr/>
          <p:nvPr/>
        </p:nvSpPr>
        <p:spPr>
          <a:xfrm flipV="1">
            <a:off x="6400799" y="2571750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457200" h="457200">
                <a:moveTo>
                  <a:pt x="0" y="406400"/>
                </a:moveTo>
                <a:cubicBezTo>
                  <a:pt x="0" y="434455"/>
                  <a:pt x="22745" y="457200"/>
                  <a:pt x="50800" y="457200"/>
                </a:cubicBezTo>
                <a:lnTo>
                  <a:pt x="406400" y="457200"/>
                </a:lnTo>
                <a:cubicBezTo>
                  <a:pt x="434454" y="457200"/>
                  <a:pt x="457200" y="434455"/>
                  <a:pt x="457200" y="406400"/>
                </a:cubicBezTo>
                <a:lnTo>
                  <a:pt x="457200" y="50800"/>
                </a:lnTo>
                <a:cubicBezTo>
                  <a:pt x="457200" y="22746"/>
                  <a:pt x="434454" y="0"/>
                  <a:pt x="406400" y="0"/>
                </a:cubicBezTo>
                <a:lnTo>
                  <a:pt x="50800" y="0"/>
                </a:lnTo>
                <a:cubicBezTo>
                  <a:pt x="22745" y="0"/>
                  <a:pt x="0" y="22746"/>
                  <a:pt x="0" y="50800"/>
                </a:cubicBezTo>
                <a:lnTo>
                  <a:pt x="0" y="406400"/>
                </a:lnTo>
                <a:close/>
                <a:moveTo>
                  <a:pt x="50800" y="457200"/>
                </a:moveTo>
              </a:path>
            </a:pathLst>
          </a:custGeom>
          <a:solidFill>
            <a:srgbClr val="3B88C3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22" name="Picture 62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06953" y="2602180"/>
            <a:ext cx="63933" cy="206204"/>
          </a:xfrm>
          <a:prstGeom prst="rect">
            <a:avLst/>
          </a:prstGeom>
          <a:noFill/>
        </p:spPr>
      </p:pic>
      <p:sp>
        <p:nvSpPr>
          <p:cNvPr id="623" name="Freeform 623"/>
          <p:cNvSpPr/>
          <p:nvPr/>
        </p:nvSpPr>
        <p:spPr>
          <a:xfrm flipV="1">
            <a:off x="6400799" y="3133725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457200" h="457200">
                <a:moveTo>
                  <a:pt x="0" y="406400"/>
                </a:moveTo>
                <a:cubicBezTo>
                  <a:pt x="0" y="434455"/>
                  <a:pt x="22745" y="457200"/>
                  <a:pt x="50800" y="457200"/>
                </a:cubicBezTo>
                <a:lnTo>
                  <a:pt x="406400" y="457200"/>
                </a:lnTo>
                <a:cubicBezTo>
                  <a:pt x="434454" y="457200"/>
                  <a:pt x="457200" y="434455"/>
                  <a:pt x="457200" y="406400"/>
                </a:cubicBezTo>
                <a:lnTo>
                  <a:pt x="457200" y="50800"/>
                </a:lnTo>
                <a:cubicBezTo>
                  <a:pt x="457200" y="22746"/>
                  <a:pt x="434454" y="0"/>
                  <a:pt x="406400" y="0"/>
                </a:cubicBezTo>
                <a:lnTo>
                  <a:pt x="50800" y="0"/>
                </a:lnTo>
                <a:cubicBezTo>
                  <a:pt x="22745" y="0"/>
                  <a:pt x="0" y="22746"/>
                  <a:pt x="0" y="50800"/>
                </a:cubicBezTo>
                <a:lnTo>
                  <a:pt x="0" y="406400"/>
                </a:lnTo>
                <a:close/>
                <a:moveTo>
                  <a:pt x="50800" y="457200"/>
                </a:moveTo>
              </a:path>
            </a:pathLst>
          </a:custGeom>
          <a:solidFill>
            <a:srgbClr val="3B88C3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24" name="Picture 624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06953" y="3164155"/>
            <a:ext cx="63933" cy="206204"/>
          </a:xfrm>
          <a:prstGeom prst="rect">
            <a:avLst/>
          </a:prstGeom>
          <a:noFill/>
        </p:spPr>
      </p:pic>
      <p:sp>
        <p:nvSpPr>
          <p:cNvPr id="625" name="Freeform 625"/>
          <p:cNvSpPr/>
          <p:nvPr/>
        </p:nvSpPr>
        <p:spPr>
          <a:xfrm flipV="1">
            <a:off x="6400799" y="4114800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457200" h="457200">
                <a:moveTo>
                  <a:pt x="0" y="406400"/>
                </a:moveTo>
                <a:cubicBezTo>
                  <a:pt x="0" y="434455"/>
                  <a:pt x="22745" y="457200"/>
                  <a:pt x="50800" y="457200"/>
                </a:cubicBezTo>
                <a:lnTo>
                  <a:pt x="406400" y="457200"/>
                </a:lnTo>
                <a:cubicBezTo>
                  <a:pt x="434454" y="457200"/>
                  <a:pt x="457200" y="434455"/>
                  <a:pt x="457200" y="406400"/>
                </a:cubicBezTo>
                <a:lnTo>
                  <a:pt x="457200" y="50800"/>
                </a:lnTo>
                <a:cubicBezTo>
                  <a:pt x="457200" y="22746"/>
                  <a:pt x="434454" y="0"/>
                  <a:pt x="406400" y="0"/>
                </a:cubicBezTo>
                <a:lnTo>
                  <a:pt x="50800" y="0"/>
                </a:lnTo>
                <a:cubicBezTo>
                  <a:pt x="22745" y="0"/>
                  <a:pt x="0" y="22746"/>
                  <a:pt x="0" y="50800"/>
                </a:cubicBezTo>
                <a:lnTo>
                  <a:pt x="0" y="406400"/>
                </a:lnTo>
                <a:close/>
                <a:moveTo>
                  <a:pt x="50800" y="457200"/>
                </a:moveTo>
              </a:path>
            </a:pathLst>
          </a:custGeom>
          <a:solidFill>
            <a:srgbClr val="3B88C3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26" name="Picture 626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06953" y="4145230"/>
            <a:ext cx="63933" cy="206204"/>
          </a:xfrm>
          <a:prstGeom prst="rect">
            <a:avLst/>
          </a:prstGeom>
          <a:noFill/>
        </p:spPr>
      </p:pic>
      <p:sp>
        <p:nvSpPr>
          <p:cNvPr id="627" name="Freeform 627"/>
          <p:cNvSpPr/>
          <p:nvPr/>
        </p:nvSpPr>
        <p:spPr>
          <a:xfrm flipV="1">
            <a:off x="6400791" y="5098461"/>
            <a:ext cx="276247" cy="265966"/>
          </a:xfrm>
          <a:custGeom>
            <a:avLst/>
            <a:gdLst/>
            <a:ahLst/>
            <a:cxnLst/>
            <a:rect l="0" t="0" r="0" b="0"/>
            <a:pathLst>
              <a:path w="457237" h="440221">
                <a:moveTo>
                  <a:pt x="33705" y="0"/>
                </a:moveTo>
                <a:cubicBezTo>
                  <a:pt x="10311" y="0"/>
                  <a:pt x="0" y="16993"/>
                  <a:pt x="10768" y="37758"/>
                </a:cubicBezTo>
                <a:lnTo>
                  <a:pt x="209003" y="419456"/>
                </a:lnTo>
                <a:cubicBezTo>
                  <a:pt x="219785" y="440221"/>
                  <a:pt x="237425" y="440221"/>
                  <a:pt x="248208" y="419456"/>
                </a:cubicBezTo>
                <a:lnTo>
                  <a:pt x="446442" y="37745"/>
                </a:lnTo>
                <a:cubicBezTo>
                  <a:pt x="457237" y="16993"/>
                  <a:pt x="446912" y="0"/>
                  <a:pt x="423518" y="0"/>
                </a:cubicBezTo>
                <a:lnTo>
                  <a:pt x="33705" y="0"/>
                </a:lnTo>
                <a:close/>
                <a:moveTo>
                  <a:pt x="444512" y="444500"/>
                </a:moveTo>
              </a:path>
            </a:pathLst>
          </a:custGeom>
          <a:solidFill>
            <a:srgbClr val="FFCC4D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28" name="Picture 628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07666" y="5148794"/>
            <a:ext cx="62514" cy="200495"/>
          </a:xfrm>
          <a:prstGeom prst="rect">
            <a:avLst/>
          </a:prstGeom>
          <a:noFill/>
        </p:spPr>
      </p:pic>
      <p:sp>
        <p:nvSpPr>
          <p:cNvPr id="629" name="Rectangle 629"/>
          <p:cNvSpPr/>
          <p:nvPr/>
        </p:nvSpPr>
        <p:spPr>
          <a:xfrm>
            <a:off x="747712" y="436223"/>
            <a:ext cx="10240420" cy="160221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Googl</a:t>
            </a:r>
            <a:r>
              <a:rPr lang="en-GB" sz="3479" b="1" i="0" spc="749" baseline="0" dirty="0">
                <a:solidFill>
                  <a:srgbClr val="224466"/>
                </a:solidFill>
                <a:latin typeface="Arial"/>
              </a:rPr>
              <a:t>e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NotebookLM</a:t>
            </a:r>
          </a:p>
          <a:p>
            <a:pPr marL="0">
              <a:lnSpc>
                <a:spcPts val="5234"/>
              </a:lnSpc>
            </a:pP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A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RA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G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too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l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fro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m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Googl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allowin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g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yo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u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cha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wit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h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onl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th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informatio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attachments</a:t>
            </a:r>
          </a:p>
          <a:p>
            <a:pPr marL="0">
              <a:lnSpc>
                <a:spcPts val="32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supplie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b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you.</a:t>
            </a:r>
          </a:p>
        </p:txBody>
      </p:sp>
      <p:sp>
        <p:nvSpPr>
          <p:cNvPr id="630" name="Rectangle 630"/>
          <p:cNvSpPr/>
          <p:nvPr/>
        </p:nvSpPr>
        <p:spPr>
          <a:xfrm>
            <a:off x="747712" y="2556258"/>
            <a:ext cx="4822026" cy="368270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377807"/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Response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grounde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onl</a:t>
            </a:r>
            <a:r>
              <a:rPr lang="en-GB" sz="2174" b="1" i="0" spc="505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your</a:t>
            </a:r>
          </a:p>
          <a:p>
            <a:pPr marL="0">
              <a:lnSpc>
                <a:spcPts val="32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source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s—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RA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G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b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design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no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by</a:t>
            </a:r>
          </a:p>
          <a:p>
            <a:pPr marL="0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prompting</a:t>
            </a:r>
          </a:p>
          <a:p>
            <a:pPr marL="377807">
              <a:lnSpc>
                <a:spcPts val="44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Inlin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citation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bac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k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specific</a:t>
            </a:r>
          </a:p>
          <a:p>
            <a:pPr marL="0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passages</a:t>
            </a:r>
          </a:p>
          <a:p>
            <a:pPr marL="377807">
              <a:lnSpc>
                <a:spcPts val="44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Persisten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notebook</a:t>
            </a:r>
            <a:r>
              <a:rPr lang="en-GB" sz="2174" b="1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—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uploa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once,</a:t>
            </a:r>
          </a:p>
          <a:p>
            <a:pPr marL="0">
              <a:lnSpc>
                <a:spcPts val="3299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retur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later</a:t>
            </a:r>
          </a:p>
          <a:p>
            <a:pPr marL="377807">
              <a:lnSpc>
                <a:spcPts val="44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U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p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5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0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source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notebook</a:t>
            </a:r>
          </a:p>
        </p:txBody>
      </p:sp>
      <p:sp>
        <p:nvSpPr>
          <p:cNvPr id="631" name="Rectangle 631"/>
          <p:cNvSpPr/>
          <p:nvPr/>
        </p:nvSpPr>
        <p:spPr>
          <a:xfrm>
            <a:off x="6372224" y="2556258"/>
            <a:ext cx="5078959" cy="368270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377806"/>
            <a:r>
              <a:rPr lang="en-GB" sz="2174" b="0" i="0" spc="505" baseline="0" dirty="0">
                <a:solidFill>
                  <a:srgbClr val="1F2328"/>
                </a:solidFill>
                <a:latin typeface="Arial"/>
              </a:rPr>
              <a:t>A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folde</a:t>
            </a:r>
            <a:r>
              <a:rPr lang="en-GB" sz="2174" b="1" i="0" spc="505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f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source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yo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u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cha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with</a:t>
            </a:r>
          </a:p>
          <a:p>
            <a:pPr marL="377806">
              <a:lnSpc>
                <a:spcPts val="44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Idea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l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fo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dissertations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literatur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reviews,</a:t>
            </a:r>
          </a:p>
          <a:p>
            <a:pPr marL="0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larg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project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wit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h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lot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f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documents</a:t>
            </a:r>
          </a:p>
          <a:p>
            <a:pPr marL="377806">
              <a:lnSpc>
                <a:spcPts val="44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Eac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h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noteboo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k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sa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reusabl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collection</a:t>
            </a:r>
          </a:p>
          <a:p>
            <a:pPr marL="0">
              <a:lnSpc>
                <a:spcPts val="3300"/>
              </a:lnSpc>
            </a:pP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—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on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module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on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assignment</a:t>
            </a:r>
          </a:p>
          <a:p>
            <a:pPr marL="377806">
              <a:lnSpc>
                <a:spcPts val="44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"Free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"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wit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h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persona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l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Google</a:t>
            </a:r>
          </a:p>
          <a:p>
            <a:pPr marL="0">
              <a:lnSpc>
                <a:spcPts val="3299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account</a:t>
            </a:r>
            <a:r>
              <a:rPr lang="en-GB" sz="2174" b="0" i="0" spc="399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whe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yo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u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accep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thei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term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and</a:t>
            </a:r>
          </a:p>
          <a:p>
            <a:pPr marL="0">
              <a:lnSpc>
                <a:spcPts val="3225"/>
              </a:lnSpc>
            </a:pP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privac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policy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Freeform 632">
            <a:hlinkClick r:id="rId2"/>
          </p:cNvPr>
          <p:cNvSpPr/>
          <p:nvPr/>
        </p:nvSpPr>
        <p:spPr>
          <a:xfrm flipV="1">
            <a:off x="0" y="-2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33" name="Freeform 633">
            <a:hlinkClick r:id="rId2"/>
          </p:cNvPr>
          <p:cNvSpPr/>
          <p:nvPr/>
        </p:nvSpPr>
        <p:spPr>
          <a:xfrm flipV="1">
            <a:off x="0" y="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34" name="Freeform 634"/>
          <p:cNvSpPr/>
          <p:nvPr/>
        </p:nvSpPr>
        <p:spPr>
          <a:xfrm flipV="1">
            <a:off x="1152525" y="2000250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457200" h="457200">
                <a:moveTo>
                  <a:pt x="457200" y="50800"/>
                </a:moveTo>
                <a:cubicBezTo>
                  <a:pt x="457200" y="22746"/>
                  <a:pt x="434454" y="0"/>
                  <a:pt x="406400" y="0"/>
                </a:cubicBezTo>
                <a:lnTo>
                  <a:pt x="50800" y="0"/>
                </a:lnTo>
                <a:cubicBezTo>
                  <a:pt x="22745" y="0"/>
                  <a:pt x="0" y="22746"/>
                  <a:pt x="0" y="50800"/>
                </a:cubicBezTo>
                <a:lnTo>
                  <a:pt x="0" y="406400"/>
                </a:lnTo>
                <a:cubicBezTo>
                  <a:pt x="0" y="434455"/>
                  <a:pt x="22745" y="457200"/>
                  <a:pt x="50800" y="457200"/>
                </a:cubicBezTo>
                <a:lnTo>
                  <a:pt x="406400" y="457200"/>
                </a:lnTo>
                <a:cubicBezTo>
                  <a:pt x="434454" y="457200"/>
                  <a:pt x="457200" y="434455"/>
                  <a:pt x="457200" y="406400"/>
                </a:cubicBezTo>
                <a:lnTo>
                  <a:pt x="457200" y="50800"/>
                </a:lnTo>
                <a:close/>
                <a:moveTo>
                  <a:pt x="406400" y="457200"/>
                </a:moveTo>
              </a:path>
            </a:pathLst>
          </a:custGeom>
          <a:solidFill>
            <a:srgbClr val="3B88C3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35" name="Freeform 635"/>
          <p:cNvSpPr/>
          <p:nvPr/>
        </p:nvSpPr>
        <p:spPr>
          <a:xfrm flipV="1">
            <a:off x="1248628" y="2053163"/>
            <a:ext cx="65895" cy="170814"/>
          </a:xfrm>
          <a:custGeom>
            <a:avLst/>
            <a:gdLst/>
            <a:ahLst/>
            <a:cxnLst/>
            <a:rect l="0" t="0" r="0" b="0"/>
            <a:pathLst>
              <a:path w="109068" h="282727">
                <a:moveTo>
                  <a:pt x="50000" y="228384"/>
                </a:moveTo>
                <a:lnTo>
                  <a:pt x="26772" y="228384"/>
                </a:lnTo>
                <a:cubicBezTo>
                  <a:pt x="7874" y="228384"/>
                  <a:pt x="0" y="242163"/>
                  <a:pt x="0" y="255549"/>
                </a:cubicBezTo>
                <a:cubicBezTo>
                  <a:pt x="0" y="269329"/>
                  <a:pt x="9842" y="282727"/>
                  <a:pt x="26772" y="282727"/>
                </a:cubicBezTo>
                <a:lnTo>
                  <a:pt x="82677" y="282727"/>
                </a:lnTo>
                <a:cubicBezTo>
                  <a:pt x="99619" y="282727"/>
                  <a:pt x="109068" y="270523"/>
                  <a:pt x="109068" y="254775"/>
                </a:cubicBezTo>
                <a:lnTo>
                  <a:pt x="109068" y="30709"/>
                </a:lnTo>
                <a:cubicBezTo>
                  <a:pt x="109068" y="11011"/>
                  <a:pt x="96469" y="0"/>
                  <a:pt x="79527" y="0"/>
                </a:cubicBezTo>
                <a:cubicBezTo>
                  <a:pt x="62598" y="0"/>
                  <a:pt x="50000" y="11011"/>
                  <a:pt x="50000" y="30709"/>
                </a:cubicBezTo>
                <a:lnTo>
                  <a:pt x="50000" y="228384"/>
                </a:lnTo>
                <a:lnTo>
                  <a:pt x="50000" y="228384"/>
                </a:lnTo>
                <a:close/>
                <a:moveTo>
                  <a:pt x="-17145" y="370306"/>
                </a:moveTo>
              </a:path>
            </a:pathLst>
          </a:custGeom>
          <a:solidFill>
            <a:srgbClr val="FFFFFF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36" name="Freeform 636"/>
          <p:cNvSpPr/>
          <p:nvPr/>
        </p:nvSpPr>
        <p:spPr>
          <a:xfrm flipV="1">
            <a:off x="1152525" y="2562225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457200" h="457200">
                <a:moveTo>
                  <a:pt x="457200" y="50800"/>
                </a:moveTo>
                <a:cubicBezTo>
                  <a:pt x="457200" y="22746"/>
                  <a:pt x="434454" y="0"/>
                  <a:pt x="406400" y="0"/>
                </a:cubicBezTo>
                <a:lnTo>
                  <a:pt x="50800" y="0"/>
                </a:lnTo>
                <a:cubicBezTo>
                  <a:pt x="22745" y="0"/>
                  <a:pt x="0" y="22746"/>
                  <a:pt x="0" y="50800"/>
                </a:cubicBezTo>
                <a:lnTo>
                  <a:pt x="0" y="406400"/>
                </a:lnTo>
                <a:cubicBezTo>
                  <a:pt x="0" y="434455"/>
                  <a:pt x="22745" y="457200"/>
                  <a:pt x="50800" y="457200"/>
                </a:cubicBezTo>
                <a:lnTo>
                  <a:pt x="406400" y="457200"/>
                </a:lnTo>
                <a:cubicBezTo>
                  <a:pt x="434454" y="457200"/>
                  <a:pt x="457200" y="434455"/>
                  <a:pt x="457200" y="406400"/>
                </a:cubicBezTo>
                <a:lnTo>
                  <a:pt x="457200" y="50800"/>
                </a:lnTo>
                <a:close/>
                <a:moveTo>
                  <a:pt x="406400" y="457200"/>
                </a:moveTo>
              </a:path>
            </a:pathLst>
          </a:custGeom>
          <a:solidFill>
            <a:srgbClr val="3B88C3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37" name="Freeform 637"/>
          <p:cNvSpPr/>
          <p:nvPr/>
        </p:nvSpPr>
        <p:spPr>
          <a:xfrm flipV="1">
            <a:off x="1233082" y="2612491"/>
            <a:ext cx="115147" cy="172249"/>
          </a:xfrm>
          <a:custGeom>
            <a:avLst/>
            <a:gdLst/>
            <a:ahLst/>
            <a:cxnLst/>
            <a:rect l="0" t="0" r="0" b="0"/>
            <a:pathLst>
              <a:path w="190589" h="285103">
                <a:moveTo>
                  <a:pt x="159855" y="51982"/>
                </a:moveTo>
                <a:cubicBezTo>
                  <a:pt x="177190" y="51982"/>
                  <a:pt x="190589" y="44108"/>
                  <a:pt x="190589" y="25997"/>
                </a:cubicBezTo>
                <a:cubicBezTo>
                  <a:pt x="190589" y="7875"/>
                  <a:pt x="177190" y="0"/>
                  <a:pt x="162230" y="0"/>
                </a:cubicBezTo>
                <a:lnTo>
                  <a:pt x="30708" y="0"/>
                </a:lnTo>
                <a:cubicBezTo>
                  <a:pt x="13386" y="0"/>
                  <a:pt x="0" y="7875"/>
                  <a:pt x="0" y="25997"/>
                </a:cubicBezTo>
                <a:cubicBezTo>
                  <a:pt x="0" y="34252"/>
                  <a:pt x="5118" y="41352"/>
                  <a:pt x="9055" y="46076"/>
                </a:cubicBezTo>
                <a:cubicBezTo>
                  <a:pt x="41732" y="85052"/>
                  <a:pt x="77178" y="120498"/>
                  <a:pt x="107112" y="163818"/>
                </a:cubicBezTo>
                <a:cubicBezTo>
                  <a:pt x="114198" y="174054"/>
                  <a:pt x="120891" y="186271"/>
                  <a:pt x="120891" y="200445"/>
                </a:cubicBezTo>
                <a:cubicBezTo>
                  <a:pt x="120891" y="216586"/>
                  <a:pt x="108686" y="230760"/>
                  <a:pt x="92532" y="230760"/>
                </a:cubicBezTo>
                <a:cubicBezTo>
                  <a:pt x="47244" y="230760"/>
                  <a:pt x="68910" y="166967"/>
                  <a:pt x="31102" y="166967"/>
                </a:cubicBezTo>
                <a:cubicBezTo>
                  <a:pt x="12204" y="166967"/>
                  <a:pt x="2349" y="180353"/>
                  <a:pt x="2349" y="195720"/>
                </a:cubicBezTo>
                <a:cubicBezTo>
                  <a:pt x="2349" y="245326"/>
                  <a:pt x="46456" y="285103"/>
                  <a:pt x="94894" y="285103"/>
                </a:cubicBezTo>
                <a:cubicBezTo>
                  <a:pt x="143345" y="285103"/>
                  <a:pt x="182308" y="253200"/>
                  <a:pt x="182308" y="203200"/>
                </a:cubicBezTo>
                <a:cubicBezTo>
                  <a:pt x="182308" y="148476"/>
                  <a:pt x="121285" y="94120"/>
                  <a:pt x="87808" y="51994"/>
                </a:cubicBezTo>
                <a:lnTo>
                  <a:pt x="159855" y="51994"/>
                </a:lnTo>
                <a:lnTo>
                  <a:pt x="159855" y="51982"/>
                </a:lnTo>
                <a:close/>
                <a:moveTo>
                  <a:pt x="182981" y="368300"/>
                </a:moveTo>
              </a:path>
            </a:pathLst>
          </a:custGeom>
          <a:solidFill>
            <a:srgbClr val="FFFFFF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38" name="Freeform 638"/>
          <p:cNvSpPr/>
          <p:nvPr/>
        </p:nvSpPr>
        <p:spPr>
          <a:xfrm flipV="1">
            <a:off x="1152525" y="3133725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457200" h="457200">
                <a:moveTo>
                  <a:pt x="457200" y="50800"/>
                </a:moveTo>
                <a:cubicBezTo>
                  <a:pt x="457200" y="22746"/>
                  <a:pt x="434454" y="0"/>
                  <a:pt x="406400" y="0"/>
                </a:cubicBezTo>
                <a:lnTo>
                  <a:pt x="50800" y="0"/>
                </a:lnTo>
                <a:cubicBezTo>
                  <a:pt x="22745" y="0"/>
                  <a:pt x="0" y="22746"/>
                  <a:pt x="0" y="50800"/>
                </a:cubicBezTo>
                <a:lnTo>
                  <a:pt x="0" y="406400"/>
                </a:lnTo>
                <a:cubicBezTo>
                  <a:pt x="0" y="434455"/>
                  <a:pt x="22745" y="457200"/>
                  <a:pt x="50800" y="457200"/>
                </a:cubicBezTo>
                <a:lnTo>
                  <a:pt x="406400" y="457200"/>
                </a:lnTo>
                <a:cubicBezTo>
                  <a:pt x="434454" y="457200"/>
                  <a:pt x="457200" y="434455"/>
                  <a:pt x="457200" y="406400"/>
                </a:cubicBezTo>
                <a:lnTo>
                  <a:pt x="457200" y="50800"/>
                </a:lnTo>
                <a:close/>
                <a:moveTo>
                  <a:pt x="406400" y="457200"/>
                </a:moveTo>
              </a:path>
            </a:pathLst>
          </a:custGeom>
          <a:solidFill>
            <a:srgbClr val="3B88C3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39" name="Freeform 639"/>
          <p:cNvSpPr/>
          <p:nvPr/>
        </p:nvSpPr>
        <p:spPr>
          <a:xfrm flipV="1">
            <a:off x="1229983" y="3183998"/>
            <a:ext cx="117042" cy="175103"/>
          </a:xfrm>
          <a:custGeom>
            <a:avLst/>
            <a:gdLst/>
            <a:ahLst/>
            <a:cxnLst/>
            <a:rect l="0" t="0" r="0" b="0"/>
            <a:pathLst>
              <a:path w="193726" h="289827">
                <a:moveTo>
                  <a:pt x="177978" y="217767"/>
                </a:moveTo>
                <a:cubicBezTo>
                  <a:pt x="177978" y="192951"/>
                  <a:pt x="167361" y="171298"/>
                  <a:pt x="145694" y="157519"/>
                </a:cubicBezTo>
                <a:cubicBezTo>
                  <a:pt x="174041" y="144514"/>
                  <a:pt x="193726" y="118136"/>
                  <a:pt x="193726" y="87033"/>
                </a:cubicBezTo>
                <a:cubicBezTo>
                  <a:pt x="193726" y="39777"/>
                  <a:pt x="150419" y="0"/>
                  <a:pt x="94501" y="0"/>
                </a:cubicBezTo>
                <a:cubicBezTo>
                  <a:pt x="36220" y="0"/>
                  <a:pt x="0" y="42926"/>
                  <a:pt x="0" y="74029"/>
                </a:cubicBezTo>
                <a:cubicBezTo>
                  <a:pt x="0" y="89383"/>
                  <a:pt x="16154" y="100407"/>
                  <a:pt x="30328" y="100407"/>
                </a:cubicBezTo>
                <a:cubicBezTo>
                  <a:pt x="57099" y="100407"/>
                  <a:pt x="50800" y="54331"/>
                  <a:pt x="95301" y="54331"/>
                </a:cubicBezTo>
                <a:cubicBezTo>
                  <a:pt x="115773" y="54331"/>
                  <a:pt x="132321" y="70079"/>
                  <a:pt x="132321" y="90958"/>
                </a:cubicBezTo>
                <a:cubicBezTo>
                  <a:pt x="132321" y="146088"/>
                  <a:pt x="65367" y="105525"/>
                  <a:pt x="65367" y="151994"/>
                </a:cubicBezTo>
                <a:cubicBezTo>
                  <a:pt x="65367" y="193332"/>
                  <a:pt x="121272" y="165380"/>
                  <a:pt x="121272" y="209093"/>
                </a:cubicBezTo>
                <a:cubicBezTo>
                  <a:pt x="121272" y="224066"/>
                  <a:pt x="110655" y="235484"/>
                  <a:pt x="92926" y="235484"/>
                </a:cubicBezTo>
                <a:cubicBezTo>
                  <a:pt x="55524" y="235484"/>
                  <a:pt x="60643" y="196901"/>
                  <a:pt x="33858" y="196901"/>
                </a:cubicBezTo>
                <a:cubicBezTo>
                  <a:pt x="17717" y="196901"/>
                  <a:pt x="8268" y="211468"/>
                  <a:pt x="8268" y="226035"/>
                </a:cubicBezTo>
                <a:cubicBezTo>
                  <a:pt x="8268" y="256744"/>
                  <a:pt x="50394" y="289827"/>
                  <a:pt x="94107" y="289827"/>
                </a:cubicBezTo>
                <a:cubicBezTo>
                  <a:pt x="150825" y="289827"/>
                  <a:pt x="177978" y="248476"/>
                  <a:pt x="177978" y="217767"/>
                </a:cubicBezTo>
                <a:lnTo>
                  <a:pt x="177978" y="217767"/>
                </a:lnTo>
                <a:close/>
                <a:moveTo>
                  <a:pt x="27064" y="373037"/>
                </a:moveTo>
              </a:path>
            </a:pathLst>
          </a:custGeom>
          <a:solidFill>
            <a:srgbClr val="FFFFFF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40" name="Freeform 640"/>
          <p:cNvSpPr/>
          <p:nvPr/>
        </p:nvSpPr>
        <p:spPr>
          <a:xfrm flipV="1">
            <a:off x="1152525" y="3695700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457200" h="457200">
                <a:moveTo>
                  <a:pt x="457200" y="50800"/>
                </a:moveTo>
                <a:cubicBezTo>
                  <a:pt x="457200" y="22746"/>
                  <a:pt x="434454" y="0"/>
                  <a:pt x="406400" y="0"/>
                </a:cubicBezTo>
                <a:lnTo>
                  <a:pt x="50800" y="0"/>
                </a:lnTo>
                <a:cubicBezTo>
                  <a:pt x="22745" y="0"/>
                  <a:pt x="0" y="22746"/>
                  <a:pt x="0" y="50800"/>
                </a:cubicBezTo>
                <a:lnTo>
                  <a:pt x="0" y="406400"/>
                </a:lnTo>
                <a:cubicBezTo>
                  <a:pt x="0" y="434455"/>
                  <a:pt x="22745" y="457200"/>
                  <a:pt x="50800" y="457200"/>
                </a:cubicBezTo>
                <a:lnTo>
                  <a:pt x="406400" y="457200"/>
                </a:lnTo>
                <a:cubicBezTo>
                  <a:pt x="434454" y="457200"/>
                  <a:pt x="457200" y="434455"/>
                  <a:pt x="457200" y="406400"/>
                </a:cubicBezTo>
                <a:lnTo>
                  <a:pt x="457200" y="50800"/>
                </a:lnTo>
                <a:close/>
                <a:moveTo>
                  <a:pt x="406400" y="457200"/>
                </a:moveTo>
              </a:path>
            </a:pathLst>
          </a:custGeom>
          <a:solidFill>
            <a:srgbClr val="3B88C3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41" name="Picture 64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05804" y="3733273"/>
            <a:ext cx="154343" cy="199076"/>
          </a:xfrm>
          <a:prstGeom prst="rect">
            <a:avLst/>
          </a:prstGeom>
          <a:noFill/>
        </p:spPr>
      </p:pic>
      <p:sp>
        <p:nvSpPr>
          <p:cNvPr id="642" name="Freeform 642"/>
          <p:cNvSpPr/>
          <p:nvPr/>
        </p:nvSpPr>
        <p:spPr>
          <a:xfrm flipV="1">
            <a:off x="1152525" y="4267200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457200" h="457200">
                <a:moveTo>
                  <a:pt x="457200" y="50800"/>
                </a:moveTo>
                <a:cubicBezTo>
                  <a:pt x="457200" y="22746"/>
                  <a:pt x="434454" y="0"/>
                  <a:pt x="406400" y="0"/>
                </a:cubicBezTo>
                <a:lnTo>
                  <a:pt x="50800" y="0"/>
                </a:lnTo>
                <a:cubicBezTo>
                  <a:pt x="22745" y="0"/>
                  <a:pt x="0" y="22746"/>
                  <a:pt x="0" y="50800"/>
                </a:cubicBezTo>
                <a:lnTo>
                  <a:pt x="0" y="406400"/>
                </a:lnTo>
                <a:cubicBezTo>
                  <a:pt x="0" y="434455"/>
                  <a:pt x="22745" y="457200"/>
                  <a:pt x="50800" y="457200"/>
                </a:cubicBezTo>
                <a:lnTo>
                  <a:pt x="406400" y="457200"/>
                </a:lnTo>
                <a:cubicBezTo>
                  <a:pt x="434454" y="457200"/>
                  <a:pt x="457200" y="434455"/>
                  <a:pt x="457200" y="406400"/>
                </a:cubicBezTo>
                <a:lnTo>
                  <a:pt x="457200" y="50800"/>
                </a:lnTo>
                <a:close/>
                <a:moveTo>
                  <a:pt x="406400" y="457200"/>
                </a:moveTo>
              </a:path>
            </a:pathLst>
          </a:custGeom>
          <a:solidFill>
            <a:srgbClr val="3B88C3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43" name="Freeform 643"/>
          <p:cNvSpPr/>
          <p:nvPr/>
        </p:nvSpPr>
        <p:spPr>
          <a:xfrm flipV="1">
            <a:off x="1229990" y="4320328"/>
            <a:ext cx="115377" cy="172241"/>
          </a:xfrm>
          <a:custGeom>
            <a:avLst/>
            <a:gdLst/>
            <a:ahLst/>
            <a:cxnLst/>
            <a:rect l="0" t="0" r="0" b="0"/>
            <a:pathLst>
              <a:path w="190970" h="285090">
                <a:moveTo>
                  <a:pt x="79921" y="189014"/>
                </a:moveTo>
                <a:cubicBezTo>
                  <a:pt x="89370" y="190983"/>
                  <a:pt x="99619" y="192951"/>
                  <a:pt x="109461" y="192951"/>
                </a:cubicBezTo>
                <a:cubicBezTo>
                  <a:pt x="157111" y="192951"/>
                  <a:pt x="190970" y="155143"/>
                  <a:pt x="190970" y="109080"/>
                </a:cubicBezTo>
                <a:cubicBezTo>
                  <a:pt x="190970" y="43320"/>
                  <a:pt x="154762" y="0"/>
                  <a:pt x="86626" y="0"/>
                </a:cubicBezTo>
                <a:cubicBezTo>
                  <a:pt x="58674" y="0"/>
                  <a:pt x="0" y="18123"/>
                  <a:pt x="0" y="52769"/>
                </a:cubicBezTo>
                <a:cubicBezTo>
                  <a:pt x="0" y="67335"/>
                  <a:pt x="12204" y="79527"/>
                  <a:pt x="26771" y="79527"/>
                </a:cubicBezTo>
                <a:cubicBezTo>
                  <a:pt x="42519" y="79527"/>
                  <a:pt x="61430" y="54331"/>
                  <a:pt x="87807" y="54331"/>
                </a:cubicBezTo>
                <a:cubicBezTo>
                  <a:pt x="115366" y="54331"/>
                  <a:pt x="129565" y="81115"/>
                  <a:pt x="129565" y="105918"/>
                </a:cubicBezTo>
                <a:cubicBezTo>
                  <a:pt x="129565" y="129540"/>
                  <a:pt x="116167" y="145682"/>
                  <a:pt x="91757" y="145682"/>
                </a:cubicBezTo>
                <a:cubicBezTo>
                  <a:pt x="68910" y="145682"/>
                  <a:pt x="65367" y="132690"/>
                  <a:pt x="45288" y="132690"/>
                </a:cubicBezTo>
                <a:cubicBezTo>
                  <a:pt x="29934" y="132690"/>
                  <a:pt x="22060" y="144501"/>
                  <a:pt x="22060" y="151194"/>
                </a:cubicBezTo>
                <a:cubicBezTo>
                  <a:pt x="22060" y="156312"/>
                  <a:pt x="22847" y="160249"/>
                  <a:pt x="23241" y="164579"/>
                </a:cubicBezTo>
                <a:lnTo>
                  <a:pt x="33070" y="247688"/>
                </a:lnTo>
                <a:cubicBezTo>
                  <a:pt x="37401" y="278397"/>
                  <a:pt x="44881" y="285090"/>
                  <a:pt x="63779" y="285090"/>
                </a:cubicBezTo>
                <a:lnTo>
                  <a:pt x="158674" y="285090"/>
                </a:lnTo>
                <a:cubicBezTo>
                  <a:pt x="176809" y="285090"/>
                  <a:pt x="187426" y="274460"/>
                  <a:pt x="187426" y="260287"/>
                </a:cubicBezTo>
                <a:cubicBezTo>
                  <a:pt x="187426" y="233109"/>
                  <a:pt x="166967" y="230746"/>
                  <a:pt x="159867" y="230746"/>
                </a:cubicBezTo>
                <a:lnTo>
                  <a:pt x="85839" y="230746"/>
                </a:lnTo>
                <a:lnTo>
                  <a:pt x="79921" y="189014"/>
                </a:lnTo>
                <a:lnTo>
                  <a:pt x="79921" y="189014"/>
                </a:lnTo>
                <a:close/>
                <a:moveTo>
                  <a:pt x="55791" y="373024"/>
                </a:moveTo>
              </a:path>
            </a:pathLst>
          </a:custGeom>
          <a:solidFill>
            <a:srgbClr val="FFFFFF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44" name="Freeform 644"/>
          <p:cNvSpPr/>
          <p:nvPr/>
        </p:nvSpPr>
        <p:spPr>
          <a:xfrm flipV="1">
            <a:off x="1152525" y="4829175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457200" h="457200">
                <a:moveTo>
                  <a:pt x="457200" y="50800"/>
                </a:moveTo>
                <a:cubicBezTo>
                  <a:pt x="457200" y="22746"/>
                  <a:pt x="434454" y="0"/>
                  <a:pt x="406400" y="0"/>
                </a:cubicBezTo>
                <a:lnTo>
                  <a:pt x="50800" y="0"/>
                </a:lnTo>
                <a:cubicBezTo>
                  <a:pt x="22745" y="0"/>
                  <a:pt x="0" y="22746"/>
                  <a:pt x="0" y="50800"/>
                </a:cubicBezTo>
                <a:lnTo>
                  <a:pt x="0" y="406400"/>
                </a:lnTo>
                <a:cubicBezTo>
                  <a:pt x="0" y="434455"/>
                  <a:pt x="22745" y="457200"/>
                  <a:pt x="50800" y="457200"/>
                </a:cubicBezTo>
                <a:lnTo>
                  <a:pt x="406400" y="457200"/>
                </a:lnTo>
                <a:cubicBezTo>
                  <a:pt x="434454" y="457200"/>
                  <a:pt x="457200" y="434455"/>
                  <a:pt x="457200" y="406400"/>
                </a:cubicBezTo>
                <a:lnTo>
                  <a:pt x="457200" y="50800"/>
                </a:lnTo>
                <a:close/>
                <a:moveTo>
                  <a:pt x="406400" y="457200"/>
                </a:moveTo>
              </a:path>
            </a:pathLst>
          </a:custGeom>
          <a:solidFill>
            <a:srgbClr val="3B88C3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45" name="Picture 645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18234" y="4866748"/>
            <a:ext cx="144821" cy="200503"/>
          </a:xfrm>
          <a:prstGeom prst="rect">
            <a:avLst/>
          </a:prstGeom>
          <a:noFill/>
        </p:spPr>
      </p:pic>
      <p:sp>
        <p:nvSpPr>
          <p:cNvPr id="646" name="Rectangle 646"/>
          <p:cNvSpPr/>
          <p:nvPr/>
        </p:nvSpPr>
        <p:spPr>
          <a:xfrm>
            <a:off x="747712" y="845798"/>
            <a:ext cx="9423824" cy="429778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Practica</a:t>
            </a:r>
            <a:r>
              <a:rPr lang="en-GB" sz="3479" b="1" i="0" spc="750" baseline="0" dirty="0">
                <a:solidFill>
                  <a:srgbClr val="224466"/>
                </a:solidFill>
                <a:latin typeface="Arial"/>
              </a:rPr>
              <a:t>l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workflow</a:t>
            </a:r>
            <a:r>
              <a:rPr lang="en-GB" sz="3479" b="1" i="0" spc="749" baseline="0" dirty="0">
                <a:solidFill>
                  <a:srgbClr val="224466"/>
                </a:solidFill>
                <a:latin typeface="Arial"/>
              </a:rPr>
              <a:t>: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settin</a:t>
            </a:r>
            <a:r>
              <a:rPr lang="en-GB" sz="3479" b="1" i="0" spc="749" baseline="0" dirty="0">
                <a:solidFill>
                  <a:srgbClr val="224466"/>
                </a:solidFill>
                <a:latin typeface="Arial"/>
              </a:rPr>
              <a:t>g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u</a:t>
            </a:r>
            <a:r>
              <a:rPr lang="en-GB" sz="3479" b="1" i="0" spc="750" baseline="0" dirty="0">
                <a:solidFill>
                  <a:srgbClr val="224466"/>
                </a:solidFill>
                <a:latin typeface="Arial"/>
              </a:rPr>
              <a:t>p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NotebookLM</a:t>
            </a:r>
          </a:p>
          <a:p>
            <a:pPr marL="1072604">
              <a:lnSpc>
                <a:spcPts val="7409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G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505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  <a:hlinkClick r:id="rId2"/>
              </a:rPr>
              <a:t>notebooklm.google.co</a:t>
            </a:r>
            <a:r>
              <a:rPr lang="en-GB" sz="2174" b="1" i="0" spc="504" baseline="0" dirty="0">
                <a:solidFill>
                  <a:srgbClr val="1F2328"/>
                </a:solidFill>
                <a:latin typeface="Arial"/>
                <a:hlinkClick r:id="rId2"/>
              </a:rPr>
              <a:t>m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creat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ea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ne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w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notebook</a:t>
            </a:r>
          </a:p>
          <a:p>
            <a:pPr marL="1072604">
              <a:lnSpc>
                <a:spcPts val="4424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Giv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ta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meaningfu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l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nam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e—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e.g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.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"5BUSxxx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x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Projec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Literature"</a:t>
            </a:r>
          </a:p>
          <a:p>
            <a:pPr marL="1072604">
              <a:lnSpc>
                <a:spcPts val="4500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Uploa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you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stud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material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Googl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Doc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sources</a:t>
            </a:r>
          </a:p>
          <a:p>
            <a:pPr marL="1072604">
              <a:lnSpc>
                <a:spcPts val="44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Th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too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l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indexe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the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m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automaticall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y—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chec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k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th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sourc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panel</a:t>
            </a:r>
          </a:p>
          <a:p>
            <a:pPr marL="1072604">
              <a:lnSpc>
                <a:spcPts val="4500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Star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askin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g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question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s—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eac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h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respons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cite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th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source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yo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u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supplied</a:t>
            </a:r>
          </a:p>
          <a:p>
            <a:pPr marL="1072604">
              <a:lnSpc>
                <a:spcPts val="44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Com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bac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k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tim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e—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you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noteboo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k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source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persist</a:t>
            </a:r>
          </a:p>
        </p:txBody>
      </p:sp>
      <p:sp>
        <p:nvSpPr>
          <p:cNvPr id="647" name="Rectangle 647"/>
          <p:cNvSpPr/>
          <p:nvPr/>
        </p:nvSpPr>
        <p:spPr>
          <a:xfrm>
            <a:off x="747712" y="5661408"/>
            <a:ext cx="9545990" cy="32990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Thin</a:t>
            </a:r>
            <a:r>
              <a:rPr lang="en-GB" sz="2174" b="1" i="0" spc="494" baseline="0" dirty="0">
                <a:solidFill>
                  <a:srgbClr val="1F2328"/>
                </a:solidFill>
                <a:latin typeface="Arial"/>
              </a:rPr>
              <a:t>k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f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eac</a:t>
            </a:r>
            <a:r>
              <a:rPr lang="en-GB" sz="2174" b="1" i="0" spc="494" baseline="0" dirty="0">
                <a:solidFill>
                  <a:srgbClr val="1F2328"/>
                </a:solidFill>
                <a:latin typeface="Arial"/>
              </a:rPr>
              <a:t>h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noteboo</a:t>
            </a:r>
            <a:r>
              <a:rPr lang="en-GB" sz="2174" b="1" i="0" spc="494" baseline="0" dirty="0">
                <a:solidFill>
                  <a:srgbClr val="1F2328"/>
                </a:solidFill>
                <a:latin typeface="Arial"/>
              </a:rPr>
              <a:t>k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a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1" i="0" spc="494" baseline="0" dirty="0">
                <a:solidFill>
                  <a:srgbClr val="1F2328"/>
                </a:solidFill>
                <a:latin typeface="Arial"/>
              </a:rPr>
              <a:t>a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modul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folde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yo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u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ca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hav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1" i="0" spc="494" baseline="0" dirty="0">
                <a:solidFill>
                  <a:srgbClr val="1F2328"/>
                </a:solidFill>
                <a:latin typeface="Arial"/>
              </a:rPr>
              <a:t>a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conversatio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with.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Freeform 648"/>
          <p:cNvSpPr/>
          <p:nvPr/>
        </p:nvSpPr>
        <p:spPr>
          <a:xfrm flipV="1">
            <a:off x="0" y="-2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49" name="Freeform 649"/>
          <p:cNvSpPr/>
          <p:nvPr/>
        </p:nvSpPr>
        <p:spPr>
          <a:xfrm flipV="1">
            <a:off x="0" y="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50" name="Rectangle 650"/>
          <p:cNvSpPr/>
          <p:nvPr/>
        </p:nvSpPr>
        <p:spPr>
          <a:xfrm>
            <a:off x="747712" y="855323"/>
            <a:ext cx="10607091" cy="512646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Ke</a:t>
            </a:r>
            <a:r>
              <a:rPr lang="en-GB" sz="3479" b="1" i="0" spc="750" baseline="0" dirty="0">
                <a:solidFill>
                  <a:srgbClr val="224466"/>
                </a:solidFill>
                <a:latin typeface="Arial"/>
              </a:rPr>
              <a:t>y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takeaways</a:t>
            </a:r>
            <a:r>
              <a:rPr lang="en-GB" sz="3479" b="1" i="0" spc="749" baseline="0" dirty="0">
                <a:solidFill>
                  <a:srgbClr val="224466"/>
                </a:solidFill>
                <a:latin typeface="Arial"/>
              </a:rPr>
              <a:t>: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workin</a:t>
            </a:r>
            <a:r>
              <a:rPr lang="en-GB" sz="3479" b="1" i="0" spc="749" baseline="0" dirty="0">
                <a:solidFill>
                  <a:srgbClr val="224466"/>
                </a:solidFill>
                <a:latin typeface="Arial"/>
              </a:rPr>
              <a:t>g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wit</a:t>
            </a:r>
            <a:r>
              <a:rPr lang="en-GB" sz="3479" b="1" i="0" spc="750" baseline="0" dirty="0">
                <a:solidFill>
                  <a:srgbClr val="224466"/>
                </a:solidFill>
                <a:latin typeface="Arial"/>
              </a:rPr>
              <a:t>h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documents</a:t>
            </a:r>
          </a:p>
          <a:p>
            <a:pPr marL="271760">
              <a:lnSpc>
                <a:spcPts val="7409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1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.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Us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th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righ</a:t>
            </a:r>
            <a:r>
              <a:rPr lang="en-GB" sz="2174" b="1" i="0" spc="49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too</a:t>
            </a:r>
            <a:r>
              <a:rPr lang="en-GB" sz="2174" b="1" i="0" spc="504" baseline="0" dirty="0">
                <a:solidFill>
                  <a:srgbClr val="1F2328"/>
                </a:solidFill>
                <a:latin typeface="Arial"/>
              </a:rPr>
              <a:t>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—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NotebookL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M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fo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persistent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source-scope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research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;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Claud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or</a:t>
            </a:r>
          </a:p>
          <a:p>
            <a:pPr marL="552449">
              <a:lnSpc>
                <a:spcPts val="3224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ChatGP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fo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cod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creation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execution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interactiv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canvases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;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Gemin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i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fo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image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and</a:t>
            </a:r>
          </a:p>
          <a:p>
            <a:pPr marL="552449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HTML/J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canvases.</a:t>
            </a:r>
          </a:p>
          <a:p>
            <a:pPr marL="271760">
              <a:lnSpc>
                <a:spcPts val="3750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2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.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Verif</a:t>
            </a:r>
            <a:r>
              <a:rPr lang="en-GB" sz="2174" b="1" i="0" spc="494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befor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yo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u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trus</a:t>
            </a:r>
            <a:r>
              <a:rPr lang="en-GB" sz="2174" b="1" i="0" spc="505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—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mak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th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I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prov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rea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th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whol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document</a:t>
            </a:r>
          </a:p>
          <a:p>
            <a:pPr marL="271760">
              <a:lnSpc>
                <a:spcPts val="3824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3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.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Constrai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explicitl</a:t>
            </a:r>
            <a:r>
              <a:rPr lang="en-GB" sz="2174" b="1" i="0" spc="505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—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genera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l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chatbots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tel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l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th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I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us</a:t>
            </a:r>
            <a:r>
              <a:rPr lang="en-GB" sz="2174" b="0" i="0" spc="505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onl</a:t>
            </a:r>
            <a:r>
              <a:rPr lang="en-GB" sz="2174" b="0" i="1" spc="505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you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sources</a:t>
            </a:r>
          </a:p>
          <a:p>
            <a:pPr marL="271760">
              <a:lnSpc>
                <a:spcPts val="38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4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.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Tes</a:t>
            </a:r>
            <a:r>
              <a:rPr lang="en-GB" sz="2174" b="1" i="0" spc="49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th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boundarie</a:t>
            </a:r>
            <a:r>
              <a:rPr lang="en-GB" sz="2174" b="1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—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as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k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question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outsid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th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document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chec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k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compliance</a:t>
            </a:r>
          </a:p>
          <a:p>
            <a:pPr marL="271760">
              <a:lnSpc>
                <a:spcPts val="38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5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.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Reques</a:t>
            </a:r>
            <a:r>
              <a:rPr lang="en-GB" sz="2174" b="1" i="0" spc="49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structure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outpu</a:t>
            </a:r>
            <a:r>
              <a:rPr lang="en-GB" sz="2174" b="1" i="0" spc="505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—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table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comparisons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no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essays</a:t>
            </a:r>
          </a:p>
          <a:p>
            <a:pPr marL="271760">
              <a:lnSpc>
                <a:spcPts val="3749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6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.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Yo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u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ar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th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write</a:t>
            </a:r>
            <a:r>
              <a:rPr lang="en-GB" sz="2174" b="1" i="0" spc="505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—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I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organis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information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bu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critica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l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judgemen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writin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g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is</a:t>
            </a:r>
          </a:p>
          <a:p>
            <a:pPr marL="552449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you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responsibility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.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Us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A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I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a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you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thinkin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g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partner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no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you</a:t>
            </a:r>
            <a:r>
              <a:rPr lang="en-GB" sz="2174" b="0" i="1" spc="580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ghostwriter.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Freeform 651"/>
          <p:cNvSpPr/>
          <p:nvPr/>
        </p:nvSpPr>
        <p:spPr>
          <a:xfrm flipV="1">
            <a:off x="0" y="-3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52" name="Freeform 652"/>
          <p:cNvSpPr/>
          <p:nvPr/>
        </p:nvSpPr>
        <p:spPr>
          <a:xfrm flipV="1">
            <a:off x="0" y="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53" name="Freeform 653"/>
          <p:cNvSpPr/>
          <p:nvPr/>
        </p:nvSpPr>
        <p:spPr>
          <a:xfrm flipV="1">
            <a:off x="9961398" y="2541471"/>
            <a:ext cx="1296170" cy="1546842"/>
          </a:xfrm>
          <a:custGeom>
            <a:avLst/>
            <a:gdLst/>
            <a:ahLst/>
            <a:cxnLst/>
            <a:rect l="0" t="0" r="0" b="0"/>
            <a:pathLst>
              <a:path w="383109" h="457200">
                <a:moveTo>
                  <a:pt x="381267" y="258433"/>
                </a:moveTo>
                <a:cubicBezTo>
                  <a:pt x="379413" y="263398"/>
                  <a:pt x="374663" y="266700"/>
                  <a:pt x="369355" y="266700"/>
                </a:cubicBezTo>
                <a:lnTo>
                  <a:pt x="216002" y="266700"/>
                </a:lnTo>
                <a:lnTo>
                  <a:pt x="304457" y="438684"/>
                </a:lnTo>
                <a:cubicBezTo>
                  <a:pt x="307239" y="444094"/>
                  <a:pt x="305804" y="450711"/>
                  <a:pt x="301016" y="454470"/>
                </a:cubicBezTo>
                <a:cubicBezTo>
                  <a:pt x="298704" y="456299"/>
                  <a:pt x="295923" y="457200"/>
                  <a:pt x="293155" y="457200"/>
                </a:cubicBezTo>
                <a:cubicBezTo>
                  <a:pt x="290195" y="457200"/>
                  <a:pt x="287236" y="456159"/>
                  <a:pt x="284861" y="454114"/>
                </a:cubicBezTo>
                <a:lnTo>
                  <a:pt x="191555" y="373533"/>
                </a:lnTo>
                <a:lnTo>
                  <a:pt x="5461" y="212814"/>
                </a:lnTo>
                <a:cubicBezTo>
                  <a:pt x="1448" y="209347"/>
                  <a:pt x="0" y="203747"/>
                  <a:pt x="1855" y="198781"/>
                </a:cubicBezTo>
                <a:cubicBezTo>
                  <a:pt x="3709" y="193815"/>
                  <a:pt x="8446" y="190500"/>
                  <a:pt x="13755" y="190500"/>
                </a:cubicBezTo>
                <a:lnTo>
                  <a:pt x="167107" y="190500"/>
                </a:lnTo>
                <a:lnTo>
                  <a:pt x="78651" y="18517"/>
                </a:lnTo>
                <a:cubicBezTo>
                  <a:pt x="75870" y="13107"/>
                  <a:pt x="77305" y="6490"/>
                  <a:pt x="82093" y="2731"/>
                </a:cubicBezTo>
                <a:cubicBezTo>
                  <a:pt x="84405" y="902"/>
                  <a:pt x="87186" y="0"/>
                  <a:pt x="89955" y="0"/>
                </a:cubicBezTo>
                <a:cubicBezTo>
                  <a:pt x="92914" y="0"/>
                  <a:pt x="95873" y="1042"/>
                  <a:pt x="98248" y="3087"/>
                </a:cubicBezTo>
                <a:lnTo>
                  <a:pt x="191555" y="83668"/>
                </a:lnTo>
                <a:lnTo>
                  <a:pt x="377648" y="244387"/>
                </a:lnTo>
                <a:cubicBezTo>
                  <a:pt x="381674" y="247854"/>
                  <a:pt x="383109" y="253454"/>
                  <a:pt x="381267" y="258433"/>
                </a:cubicBezTo>
                <a:close/>
                <a:moveTo>
                  <a:pt x="161722" y="457200"/>
                </a:moveTo>
              </a:path>
            </a:pathLst>
          </a:custGeom>
          <a:solidFill>
            <a:srgbClr val="FFAC33">
              <a:alpha val="100000"/>
            </a:srgbClr>
          </a:solidFill>
          <a:ln w="42967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54" name="Rectangle 654"/>
          <p:cNvSpPr/>
          <p:nvPr/>
        </p:nvSpPr>
        <p:spPr>
          <a:xfrm>
            <a:off x="752474" y="2468989"/>
            <a:ext cx="8611280" cy="182386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12024" b="1" i="0" spc="0" baseline="0" dirty="0">
                <a:solidFill>
                  <a:srgbClr val="224466"/>
                </a:solidFill>
                <a:latin typeface="Arial"/>
              </a:rPr>
              <a:t>Powe</a:t>
            </a:r>
            <a:r>
              <a:rPr lang="en-GB" sz="12024" b="1" i="0" spc="2592" baseline="0" dirty="0">
                <a:solidFill>
                  <a:srgbClr val="224466"/>
                </a:solidFill>
                <a:latin typeface="Arial"/>
              </a:rPr>
              <a:t>r</a:t>
            </a:r>
            <a:r>
              <a:rPr lang="en-GB" sz="12024" b="1" i="0" spc="0" baseline="0" dirty="0">
                <a:solidFill>
                  <a:srgbClr val="224466"/>
                </a:solidFill>
                <a:latin typeface="Arial"/>
              </a:rPr>
              <a:t>Users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Freeform 655">
            <a:hlinkClick r:id="rId2"/>
          </p:cNvPr>
          <p:cNvSpPr/>
          <p:nvPr/>
        </p:nvSpPr>
        <p:spPr>
          <a:xfrm flipV="1">
            <a:off x="0" y="-16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56" name="Freeform 656">
            <a:hlinkClick r:id="rId2"/>
          </p:cNvPr>
          <p:cNvSpPr/>
          <p:nvPr/>
        </p:nvSpPr>
        <p:spPr>
          <a:xfrm flipV="1">
            <a:off x="0" y="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57" name="Freeform 657"/>
          <p:cNvSpPr/>
          <p:nvPr/>
        </p:nvSpPr>
        <p:spPr>
          <a:xfrm flipV="1">
            <a:off x="826849" y="1371600"/>
            <a:ext cx="375127" cy="438149"/>
          </a:xfrm>
          <a:custGeom>
            <a:avLst/>
            <a:gdLst/>
            <a:ahLst/>
            <a:cxnLst/>
            <a:rect l="0" t="0" r="0" b="0"/>
            <a:pathLst>
              <a:path w="383109" h="457200">
                <a:moveTo>
                  <a:pt x="381267" y="258433"/>
                </a:moveTo>
                <a:cubicBezTo>
                  <a:pt x="379413" y="263398"/>
                  <a:pt x="374663" y="266700"/>
                  <a:pt x="369355" y="266700"/>
                </a:cubicBezTo>
                <a:lnTo>
                  <a:pt x="216002" y="266700"/>
                </a:lnTo>
                <a:lnTo>
                  <a:pt x="304457" y="438684"/>
                </a:lnTo>
                <a:cubicBezTo>
                  <a:pt x="307239" y="444094"/>
                  <a:pt x="305804" y="450711"/>
                  <a:pt x="301016" y="454470"/>
                </a:cubicBezTo>
                <a:cubicBezTo>
                  <a:pt x="298704" y="456299"/>
                  <a:pt x="295923" y="457200"/>
                  <a:pt x="293155" y="457200"/>
                </a:cubicBezTo>
                <a:cubicBezTo>
                  <a:pt x="290195" y="457200"/>
                  <a:pt x="287236" y="456159"/>
                  <a:pt x="284861" y="454114"/>
                </a:cubicBezTo>
                <a:lnTo>
                  <a:pt x="191555" y="373533"/>
                </a:lnTo>
                <a:lnTo>
                  <a:pt x="5461" y="212814"/>
                </a:lnTo>
                <a:cubicBezTo>
                  <a:pt x="1448" y="209347"/>
                  <a:pt x="0" y="203747"/>
                  <a:pt x="1855" y="198781"/>
                </a:cubicBezTo>
                <a:cubicBezTo>
                  <a:pt x="3709" y="193815"/>
                  <a:pt x="8446" y="190500"/>
                  <a:pt x="13755" y="190500"/>
                </a:cubicBezTo>
                <a:lnTo>
                  <a:pt x="167107" y="190500"/>
                </a:lnTo>
                <a:lnTo>
                  <a:pt x="78651" y="18517"/>
                </a:lnTo>
                <a:cubicBezTo>
                  <a:pt x="75870" y="13107"/>
                  <a:pt x="77305" y="6490"/>
                  <a:pt x="82093" y="2731"/>
                </a:cubicBezTo>
                <a:cubicBezTo>
                  <a:pt x="84405" y="902"/>
                  <a:pt x="87186" y="0"/>
                  <a:pt x="89955" y="0"/>
                </a:cubicBezTo>
                <a:cubicBezTo>
                  <a:pt x="92914" y="0"/>
                  <a:pt x="95873" y="1042"/>
                  <a:pt x="98248" y="3087"/>
                </a:cubicBezTo>
                <a:lnTo>
                  <a:pt x="191555" y="83668"/>
                </a:lnTo>
                <a:lnTo>
                  <a:pt x="377648" y="244387"/>
                </a:lnTo>
                <a:cubicBezTo>
                  <a:pt x="381674" y="247854"/>
                  <a:pt x="383109" y="253454"/>
                  <a:pt x="381267" y="258433"/>
                </a:cubicBezTo>
                <a:close/>
                <a:moveTo>
                  <a:pt x="161722" y="457200"/>
                </a:moveTo>
              </a:path>
            </a:pathLst>
          </a:custGeom>
          <a:solidFill>
            <a:srgbClr val="FFAC33">
              <a:alpha val="100000"/>
            </a:srgbClr>
          </a:solidFill>
          <a:ln w="1217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58" name="Freeform 658"/>
          <p:cNvSpPr/>
          <p:nvPr/>
        </p:nvSpPr>
        <p:spPr>
          <a:xfrm flipV="1">
            <a:off x="6286498" y="2209800"/>
            <a:ext cx="1181100" cy="371474"/>
          </a:xfrm>
          <a:custGeom>
            <a:avLst/>
            <a:gdLst/>
            <a:ahLst/>
            <a:cxnLst/>
            <a:rect l="0" t="0" r="0" b="0"/>
            <a:pathLst>
              <a:path w="1574801" h="495300">
                <a:moveTo>
                  <a:pt x="1" y="76200"/>
                </a:moveTo>
                <a:lnTo>
                  <a:pt x="1" y="419100"/>
                </a:lnTo>
                <a:cubicBezTo>
                  <a:pt x="0" y="424104"/>
                  <a:pt x="488" y="429059"/>
                  <a:pt x="1464" y="433967"/>
                </a:cubicBezTo>
                <a:cubicBezTo>
                  <a:pt x="2440" y="438874"/>
                  <a:pt x="3886" y="443639"/>
                  <a:pt x="5799" y="448261"/>
                </a:cubicBezTo>
                <a:cubicBezTo>
                  <a:pt x="7714" y="452884"/>
                  <a:pt x="10061" y="457275"/>
                  <a:pt x="12842" y="461436"/>
                </a:cubicBezTo>
                <a:cubicBezTo>
                  <a:pt x="15621" y="465596"/>
                  <a:pt x="18780" y="469445"/>
                  <a:pt x="22318" y="472982"/>
                </a:cubicBezTo>
                <a:cubicBezTo>
                  <a:pt x="25856" y="476520"/>
                  <a:pt x="29704" y="479679"/>
                  <a:pt x="33864" y="482459"/>
                </a:cubicBezTo>
                <a:cubicBezTo>
                  <a:pt x="38025" y="485239"/>
                  <a:pt x="42416" y="487586"/>
                  <a:pt x="47039" y="489500"/>
                </a:cubicBezTo>
                <a:cubicBezTo>
                  <a:pt x="51661" y="491415"/>
                  <a:pt x="56426" y="492860"/>
                  <a:pt x="61334" y="493836"/>
                </a:cubicBezTo>
                <a:cubicBezTo>
                  <a:pt x="66241" y="494813"/>
                  <a:pt x="71197" y="495300"/>
                  <a:pt x="76201" y="495300"/>
                </a:cubicBezTo>
                <a:lnTo>
                  <a:pt x="1498601" y="495300"/>
                </a:lnTo>
                <a:cubicBezTo>
                  <a:pt x="1503603" y="495300"/>
                  <a:pt x="1508558" y="494813"/>
                  <a:pt x="1513465" y="493837"/>
                </a:cubicBezTo>
                <a:cubicBezTo>
                  <a:pt x="1518372" y="492860"/>
                  <a:pt x="1523137" y="491415"/>
                  <a:pt x="1527760" y="489500"/>
                </a:cubicBezTo>
                <a:cubicBezTo>
                  <a:pt x="1532382" y="487586"/>
                  <a:pt x="1536773" y="485239"/>
                  <a:pt x="1540934" y="482459"/>
                </a:cubicBezTo>
                <a:cubicBezTo>
                  <a:pt x="1545094" y="479679"/>
                  <a:pt x="1548943" y="476520"/>
                  <a:pt x="1552482" y="472982"/>
                </a:cubicBezTo>
                <a:cubicBezTo>
                  <a:pt x="1556019" y="469445"/>
                  <a:pt x="1559178" y="465596"/>
                  <a:pt x="1561958" y="461436"/>
                </a:cubicBezTo>
                <a:cubicBezTo>
                  <a:pt x="1564738" y="457275"/>
                  <a:pt x="1567085" y="452884"/>
                  <a:pt x="1568999" y="448261"/>
                </a:cubicBezTo>
                <a:cubicBezTo>
                  <a:pt x="1570914" y="443639"/>
                  <a:pt x="1572360" y="438874"/>
                  <a:pt x="1573336" y="433967"/>
                </a:cubicBezTo>
                <a:cubicBezTo>
                  <a:pt x="1574312" y="429059"/>
                  <a:pt x="1574800" y="424104"/>
                  <a:pt x="1574801" y="419100"/>
                </a:cubicBezTo>
                <a:lnTo>
                  <a:pt x="1574801" y="76200"/>
                </a:lnTo>
                <a:cubicBezTo>
                  <a:pt x="1574800" y="71197"/>
                  <a:pt x="1574311" y="66242"/>
                  <a:pt x="1573335" y="61335"/>
                </a:cubicBezTo>
                <a:cubicBezTo>
                  <a:pt x="1572360" y="56428"/>
                  <a:pt x="1570914" y="51663"/>
                  <a:pt x="1568999" y="47040"/>
                </a:cubicBezTo>
                <a:cubicBezTo>
                  <a:pt x="1567085" y="42418"/>
                  <a:pt x="1564738" y="38026"/>
                  <a:pt x="1561958" y="33866"/>
                </a:cubicBezTo>
                <a:cubicBezTo>
                  <a:pt x="1559178" y="29706"/>
                  <a:pt x="1556019" y="25857"/>
                  <a:pt x="1552482" y="22319"/>
                </a:cubicBezTo>
                <a:cubicBezTo>
                  <a:pt x="1548943" y="18781"/>
                  <a:pt x="1545094" y="15622"/>
                  <a:pt x="1540934" y="12843"/>
                </a:cubicBezTo>
                <a:cubicBezTo>
                  <a:pt x="1536773" y="10063"/>
                  <a:pt x="1532382" y="7716"/>
                  <a:pt x="1527760" y="5801"/>
                </a:cubicBezTo>
                <a:cubicBezTo>
                  <a:pt x="1523137" y="3886"/>
                  <a:pt x="1518372" y="2441"/>
                  <a:pt x="1513465" y="1465"/>
                </a:cubicBezTo>
                <a:cubicBezTo>
                  <a:pt x="1508558" y="489"/>
                  <a:pt x="1503603" y="1"/>
                  <a:pt x="1498601" y="0"/>
                </a:cubicBezTo>
                <a:lnTo>
                  <a:pt x="76201" y="0"/>
                </a:lnTo>
                <a:cubicBezTo>
                  <a:pt x="71197" y="1"/>
                  <a:pt x="66241" y="489"/>
                  <a:pt x="61334" y="1465"/>
                </a:cubicBezTo>
                <a:cubicBezTo>
                  <a:pt x="56426" y="2441"/>
                  <a:pt x="51661" y="3886"/>
                  <a:pt x="47039" y="5801"/>
                </a:cubicBezTo>
                <a:cubicBezTo>
                  <a:pt x="42416" y="7716"/>
                  <a:pt x="38025" y="10063"/>
                  <a:pt x="33864" y="12843"/>
                </a:cubicBezTo>
                <a:cubicBezTo>
                  <a:pt x="29704" y="15622"/>
                  <a:pt x="25856" y="18781"/>
                  <a:pt x="22318" y="22319"/>
                </a:cubicBezTo>
                <a:cubicBezTo>
                  <a:pt x="18780" y="25857"/>
                  <a:pt x="15621" y="29706"/>
                  <a:pt x="12842" y="33866"/>
                </a:cubicBezTo>
                <a:cubicBezTo>
                  <a:pt x="10061" y="38026"/>
                  <a:pt x="7714" y="42418"/>
                  <a:pt x="5799" y="47040"/>
                </a:cubicBezTo>
                <a:cubicBezTo>
                  <a:pt x="3886" y="51663"/>
                  <a:pt x="2440" y="56428"/>
                  <a:pt x="1464" y="61335"/>
                </a:cubicBezTo>
                <a:cubicBezTo>
                  <a:pt x="488" y="66242"/>
                  <a:pt x="0" y="71197"/>
                  <a:pt x="1" y="76200"/>
                </a:cubicBezTo>
                <a:close/>
                <a:moveTo>
                  <a:pt x="-5016499" y="3441700"/>
                </a:moveTo>
              </a:path>
            </a:pathLst>
          </a:custGeom>
          <a:solidFill>
            <a:srgbClr val="AFB8C1">
              <a:alpha val="2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59" name="Freeform 659"/>
          <p:cNvSpPr/>
          <p:nvPr/>
        </p:nvSpPr>
        <p:spPr>
          <a:xfrm flipV="1">
            <a:off x="4229099" y="3600450"/>
            <a:ext cx="1181100" cy="371474"/>
          </a:xfrm>
          <a:custGeom>
            <a:avLst/>
            <a:gdLst/>
            <a:ahLst/>
            <a:cxnLst/>
            <a:rect l="0" t="0" r="0" b="0"/>
            <a:pathLst>
              <a:path w="1574801" h="495300">
                <a:moveTo>
                  <a:pt x="1" y="76200"/>
                </a:moveTo>
                <a:lnTo>
                  <a:pt x="1" y="419100"/>
                </a:lnTo>
                <a:cubicBezTo>
                  <a:pt x="0" y="424104"/>
                  <a:pt x="488" y="429060"/>
                  <a:pt x="1464" y="433967"/>
                </a:cubicBezTo>
                <a:cubicBezTo>
                  <a:pt x="2440" y="438874"/>
                  <a:pt x="3886" y="443639"/>
                  <a:pt x="5800" y="448262"/>
                </a:cubicBezTo>
                <a:cubicBezTo>
                  <a:pt x="7715" y="452884"/>
                  <a:pt x="10062" y="457275"/>
                  <a:pt x="12842" y="461436"/>
                </a:cubicBezTo>
                <a:cubicBezTo>
                  <a:pt x="15622" y="465596"/>
                  <a:pt x="18781" y="469445"/>
                  <a:pt x="22319" y="472982"/>
                </a:cubicBezTo>
                <a:cubicBezTo>
                  <a:pt x="25857" y="476520"/>
                  <a:pt x="29706" y="479679"/>
                  <a:pt x="33866" y="482459"/>
                </a:cubicBezTo>
                <a:cubicBezTo>
                  <a:pt x="38026" y="485239"/>
                  <a:pt x="42417" y="487586"/>
                  <a:pt x="47039" y="489500"/>
                </a:cubicBezTo>
                <a:cubicBezTo>
                  <a:pt x="51662" y="491415"/>
                  <a:pt x="56427" y="492860"/>
                  <a:pt x="61334" y="493836"/>
                </a:cubicBezTo>
                <a:cubicBezTo>
                  <a:pt x="66241" y="494813"/>
                  <a:pt x="71197" y="495300"/>
                  <a:pt x="76201" y="495300"/>
                </a:cubicBezTo>
                <a:lnTo>
                  <a:pt x="1498601" y="495300"/>
                </a:lnTo>
                <a:cubicBezTo>
                  <a:pt x="1503604" y="495300"/>
                  <a:pt x="1508559" y="494813"/>
                  <a:pt x="1513465" y="493837"/>
                </a:cubicBezTo>
                <a:cubicBezTo>
                  <a:pt x="1518373" y="492861"/>
                  <a:pt x="1523138" y="491415"/>
                  <a:pt x="1527760" y="489501"/>
                </a:cubicBezTo>
                <a:cubicBezTo>
                  <a:pt x="1532383" y="487586"/>
                  <a:pt x="1536774" y="485239"/>
                  <a:pt x="1540934" y="482459"/>
                </a:cubicBezTo>
                <a:cubicBezTo>
                  <a:pt x="1545095" y="479679"/>
                  <a:pt x="1548944" y="476520"/>
                  <a:pt x="1552482" y="472982"/>
                </a:cubicBezTo>
                <a:cubicBezTo>
                  <a:pt x="1556019" y="469445"/>
                  <a:pt x="1559177" y="465596"/>
                  <a:pt x="1561958" y="461436"/>
                </a:cubicBezTo>
                <a:cubicBezTo>
                  <a:pt x="1564737" y="457275"/>
                  <a:pt x="1567084" y="452884"/>
                  <a:pt x="1568999" y="448262"/>
                </a:cubicBezTo>
                <a:cubicBezTo>
                  <a:pt x="1570914" y="443639"/>
                  <a:pt x="1572360" y="438874"/>
                  <a:pt x="1573336" y="433967"/>
                </a:cubicBezTo>
                <a:cubicBezTo>
                  <a:pt x="1574312" y="429060"/>
                  <a:pt x="1574800" y="424104"/>
                  <a:pt x="1574801" y="419100"/>
                </a:cubicBezTo>
                <a:lnTo>
                  <a:pt x="1574801" y="76200"/>
                </a:lnTo>
                <a:cubicBezTo>
                  <a:pt x="1574800" y="71197"/>
                  <a:pt x="1574312" y="66242"/>
                  <a:pt x="1573336" y="61334"/>
                </a:cubicBezTo>
                <a:cubicBezTo>
                  <a:pt x="1572360" y="56428"/>
                  <a:pt x="1570914" y="51663"/>
                  <a:pt x="1568999" y="47040"/>
                </a:cubicBezTo>
                <a:cubicBezTo>
                  <a:pt x="1567084" y="42418"/>
                  <a:pt x="1564737" y="38027"/>
                  <a:pt x="1561958" y="33867"/>
                </a:cubicBezTo>
                <a:cubicBezTo>
                  <a:pt x="1559177" y="29707"/>
                  <a:pt x="1556019" y="25857"/>
                  <a:pt x="1552482" y="22319"/>
                </a:cubicBezTo>
                <a:cubicBezTo>
                  <a:pt x="1548944" y="18782"/>
                  <a:pt x="1545095" y="15623"/>
                  <a:pt x="1540934" y="12843"/>
                </a:cubicBezTo>
                <a:cubicBezTo>
                  <a:pt x="1536774" y="10063"/>
                  <a:pt x="1532383" y="7716"/>
                  <a:pt x="1527760" y="5802"/>
                </a:cubicBezTo>
                <a:cubicBezTo>
                  <a:pt x="1523138" y="3887"/>
                  <a:pt x="1518373" y="2441"/>
                  <a:pt x="1513465" y="1465"/>
                </a:cubicBezTo>
                <a:cubicBezTo>
                  <a:pt x="1508559" y="489"/>
                  <a:pt x="1503604" y="1"/>
                  <a:pt x="1498601" y="0"/>
                </a:cubicBezTo>
                <a:lnTo>
                  <a:pt x="76201" y="0"/>
                </a:lnTo>
                <a:cubicBezTo>
                  <a:pt x="71197" y="1"/>
                  <a:pt x="66241" y="489"/>
                  <a:pt x="61334" y="1465"/>
                </a:cubicBezTo>
                <a:cubicBezTo>
                  <a:pt x="56427" y="2441"/>
                  <a:pt x="51662" y="3887"/>
                  <a:pt x="47039" y="5802"/>
                </a:cubicBezTo>
                <a:cubicBezTo>
                  <a:pt x="42417" y="7716"/>
                  <a:pt x="38025" y="10063"/>
                  <a:pt x="33865" y="12843"/>
                </a:cubicBezTo>
                <a:cubicBezTo>
                  <a:pt x="29706" y="15623"/>
                  <a:pt x="25857" y="18782"/>
                  <a:pt x="22319" y="22319"/>
                </a:cubicBezTo>
                <a:cubicBezTo>
                  <a:pt x="18781" y="25857"/>
                  <a:pt x="15622" y="29707"/>
                  <a:pt x="12842" y="33867"/>
                </a:cubicBezTo>
                <a:cubicBezTo>
                  <a:pt x="10062" y="38027"/>
                  <a:pt x="7715" y="42418"/>
                  <a:pt x="5800" y="47041"/>
                </a:cubicBezTo>
                <a:cubicBezTo>
                  <a:pt x="3886" y="51663"/>
                  <a:pt x="2440" y="56428"/>
                  <a:pt x="1464" y="61335"/>
                </a:cubicBezTo>
                <a:cubicBezTo>
                  <a:pt x="488" y="66242"/>
                  <a:pt x="0" y="71197"/>
                  <a:pt x="1" y="76200"/>
                </a:cubicBezTo>
                <a:close/>
                <a:moveTo>
                  <a:pt x="-419099" y="5295900"/>
                </a:moveTo>
              </a:path>
            </a:pathLst>
          </a:custGeom>
          <a:solidFill>
            <a:srgbClr val="AFB8C1">
              <a:alpha val="2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60" name="Rectangle 660"/>
          <p:cNvSpPr/>
          <p:nvPr/>
        </p:nvSpPr>
        <p:spPr>
          <a:xfrm>
            <a:off x="747712" y="1350623"/>
            <a:ext cx="10654380" cy="413586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599838"/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Diagram</a:t>
            </a:r>
            <a:r>
              <a:rPr lang="en-GB" sz="3479" b="1" i="0" spc="749" baseline="0" dirty="0">
                <a:solidFill>
                  <a:srgbClr val="224466"/>
                </a:solidFill>
                <a:latin typeface="Arial"/>
              </a:rPr>
              <a:t>s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fro</a:t>
            </a:r>
            <a:r>
              <a:rPr lang="en-GB" sz="3479" b="1" i="0" spc="750" baseline="0" dirty="0">
                <a:solidFill>
                  <a:srgbClr val="224466"/>
                </a:solidFill>
                <a:latin typeface="Arial"/>
              </a:rPr>
              <a:t>m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text</a:t>
            </a:r>
          </a:p>
          <a:p>
            <a:pPr marL="0">
              <a:lnSpc>
                <a:spcPts val="5234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LLM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us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plaintex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drawin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g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language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lik</a:t>
            </a:r>
            <a:r>
              <a:rPr lang="en-GB" sz="2174" b="0" i="0" spc="124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1848" b="0" i="0" spc="0" baseline="0" dirty="0">
                <a:solidFill>
                  <a:srgbClr val="1F2328"/>
                </a:solidFill>
                <a:latin typeface="Menlo"/>
              </a:rPr>
              <a:t>mermai</a:t>
            </a:r>
            <a:r>
              <a:rPr lang="en-GB" sz="1848" b="0" i="0" spc="1215" baseline="0" dirty="0">
                <a:solidFill>
                  <a:srgbClr val="1F2328"/>
                </a:solidFill>
                <a:latin typeface="Menlo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produc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min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maps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timelines,</a:t>
            </a:r>
          </a:p>
          <a:p>
            <a:pPr marL="0">
              <a:lnSpc>
                <a:spcPts val="32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gant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charts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more.</a:t>
            </a:r>
          </a:p>
          <a:p>
            <a:pPr marL="0">
              <a:lnSpc>
                <a:spcPts val="4500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f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you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discussio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involve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obviou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level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categories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neste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information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as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k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th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LLM</a:t>
            </a:r>
          </a:p>
          <a:p>
            <a:pPr marL="0">
              <a:lnSpc>
                <a:spcPts val="32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produc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ea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min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ma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p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usin</a:t>
            </a:r>
            <a:r>
              <a:rPr lang="en-GB" sz="2174" b="0" i="0" spc="1244" baseline="0" dirty="0">
                <a:solidFill>
                  <a:srgbClr val="1F2328"/>
                </a:solidFill>
                <a:latin typeface="Arial"/>
              </a:rPr>
              <a:t>g</a:t>
            </a:r>
            <a:r>
              <a:rPr lang="en-GB" sz="1848" b="0" i="0" spc="0" baseline="0" dirty="0">
                <a:solidFill>
                  <a:srgbClr val="1F2328"/>
                </a:solidFill>
                <a:latin typeface="Menlo"/>
              </a:rPr>
              <a:t>mermai</a:t>
            </a:r>
            <a:r>
              <a:rPr lang="en-GB" sz="1848" b="0" i="0" spc="739" baseline="0" dirty="0">
                <a:solidFill>
                  <a:srgbClr val="1F2328"/>
                </a:solidFill>
                <a:latin typeface="Menlo"/>
              </a:rPr>
              <a:t>d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.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Thi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wil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l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produc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th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cod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fo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ra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diagra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m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tha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may</a:t>
            </a:r>
          </a:p>
          <a:p>
            <a:pPr marL="0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b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rendere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usin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g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Obsidia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thi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website:</a:t>
            </a:r>
          </a:p>
          <a:p>
            <a:pPr marL="0">
              <a:lnSpc>
                <a:spcPts val="4425"/>
              </a:lnSpc>
            </a:pPr>
            <a:r>
              <a:rPr lang="en-GB" sz="2174" b="0" i="0" spc="0" baseline="0" dirty="0">
                <a:solidFill>
                  <a:srgbClr val="0969DA"/>
                </a:solidFill>
                <a:latin typeface="Arial"/>
                <a:hlinkClick r:id="rId2"/>
              </a:rPr>
              <a:t>https://mermaid.live</a:t>
            </a:r>
          </a:p>
          <a:p>
            <a:pPr marL="0">
              <a:lnSpc>
                <a:spcPts val="4499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Thi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insanel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powerfu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l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wa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visualis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comple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x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topics.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Freeform 661">
            <a:hlinkClick r:id="rId2"/>
          </p:cNvPr>
          <p:cNvSpPr/>
          <p:nvPr/>
        </p:nvSpPr>
        <p:spPr>
          <a:xfrm flipV="1">
            <a:off x="0" y="-16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62" name="Freeform 662">
            <a:hlinkClick r:id="rId2"/>
          </p:cNvPr>
          <p:cNvSpPr/>
          <p:nvPr/>
        </p:nvSpPr>
        <p:spPr>
          <a:xfrm flipV="1">
            <a:off x="0" y="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63" name="Freeform 663"/>
          <p:cNvSpPr/>
          <p:nvPr/>
        </p:nvSpPr>
        <p:spPr>
          <a:xfrm flipV="1">
            <a:off x="826849" y="400050"/>
            <a:ext cx="375127" cy="438149"/>
          </a:xfrm>
          <a:custGeom>
            <a:avLst/>
            <a:gdLst/>
            <a:ahLst/>
            <a:cxnLst/>
            <a:rect l="0" t="0" r="0" b="0"/>
            <a:pathLst>
              <a:path w="383109" h="457200">
                <a:moveTo>
                  <a:pt x="381267" y="258433"/>
                </a:moveTo>
                <a:cubicBezTo>
                  <a:pt x="379413" y="263398"/>
                  <a:pt x="374663" y="266700"/>
                  <a:pt x="369355" y="266700"/>
                </a:cubicBezTo>
                <a:lnTo>
                  <a:pt x="216002" y="266700"/>
                </a:lnTo>
                <a:lnTo>
                  <a:pt x="304457" y="438684"/>
                </a:lnTo>
                <a:cubicBezTo>
                  <a:pt x="307239" y="444094"/>
                  <a:pt x="305804" y="450711"/>
                  <a:pt x="301016" y="454470"/>
                </a:cubicBezTo>
                <a:cubicBezTo>
                  <a:pt x="298704" y="456299"/>
                  <a:pt x="295923" y="457200"/>
                  <a:pt x="293155" y="457200"/>
                </a:cubicBezTo>
                <a:cubicBezTo>
                  <a:pt x="290195" y="457200"/>
                  <a:pt x="287236" y="456159"/>
                  <a:pt x="284861" y="454114"/>
                </a:cubicBezTo>
                <a:lnTo>
                  <a:pt x="191555" y="373533"/>
                </a:lnTo>
                <a:lnTo>
                  <a:pt x="5461" y="212814"/>
                </a:lnTo>
                <a:cubicBezTo>
                  <a:pt x="1448" y="209347"/>
                  <a:pt x="0" y="203747"/>
                  <a:pt x="1855" y="198781"/>
                </a:cubicBezTo>
                <a:cubicBezTo>
                  <a:pt x="3709" y="193815"/>
                  <a:pt x="8446" y="190500"/>
                  <a:pt x="13755" y="190500"/>
                </a:cubicBezTo>
                <a:lnTo>
                  <a:pt x="167107" y="190500"/>
                </a:lnTo>
                <a:lnTo>
                  <a:pt x="78651" y="18517"/>
                </a:lnTo>
                <a:cubicBezTo>
                  <a:pt x="75870" y="13107"/>
                  <a:pt x="77305" y="6490"/>
                  <a:pt x="82093" y="2731"/>
                </a:cubicBezTo>
                <a:cubicBezTo>
                  <a:pt x="84405" y="902"/>
                  <a:pt x="87186" y="0"/>
                  <a:pt x="89955" y="0"/>
                </a:cubicBezTo>
                <a:cubicBezTo>
                  <a:pt x="92914" y="0"/>
                  <a:pt x="95873" y="1042"/>
                  <a:pt x="98248" y="3087"/>
                </a:cubicBezTo>
                <a:lnTo>
                  <a:pt x="191555" y="83668"/>
                </a:lnTo>
                <a:lnTo>
                  <a:pt x="377648" y="244387"/>
                </a:lnTo>
                <a:cubicBezTo>
                  <a:pt x="381674" y="247854"/>
                  <a:pt x="383109" y="253454"/>
                  <a:pt x="381267" y="258433"/>
                </a:cubicBezTo>
                <a:close/>
                <a:moveTo>
                  <a:pt x="161722" y="457200"/>
                </a:moveTo>
              </a:path>
            </a:pathLst>
          </a:custGeom>
          <a:solidFill>
            <a:srgbClr val="FFAC33">
              <a:alpha val="100000"/>
            </a:srgbClr>
          </a:solidFill>
          <a:ln w="1217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64" name="Freeform 664"/>
          <p:cNvSpPr/>
          <p:nvPr/>
        </p:nvSpPr>
        <p:spPr>
          <a:xfrm flipV="1">
            <a:off x="757237" y="1890713"/>
            <a:ext cx="5057774" cy="4257674"/>
          </a:xfrm>
          <a:custGeom>
            <a:avLst/>
            <a:gdLst/>
            <a:ahLst/>
            <a:cxnLst/>
            <a:rect l="0" t="0" r="0" b="0"/>
            <a:pathLst>
              <a:path w="6743700" h="5676900">
                <a:moveTo>
                  <a:pt x="0" y="69850"/>
                </a:moveTo>
                <a:lnTo>
                  <a:pt x="0" y="5607050"/>
                </a:lnTo>
                <a:cubicBezTo>
                  <a:pt x="0" y="5611637"/>
                  <a:pt x="447" y="5616180"/>
                  <a:pt x="1342" y="5620678"/>
                </a:cubicBezTo>
                <a:cubicBezTo>
                  <a:pt x="2236" y="5625176"/>
                  <a:pt x="3561" y="5629544"/>
                  <a:pt x="5316" y="5633781"/>
                </a:cubicBezTo>
                <a:cubicBezTo>
                  <a:pt x="7072" y="5638019"/>
                  <a:pt x="9223" y="5642044"/>
                  <a:pt x="11771" y="5645858"/>
                </a:cubicBezTo>
                <a:cubicBezTo>
                  <a:pt x="14319" y="5649671"/>
                  <a:pt x="17215" y="5653199"/>
                  <a:pt x="20458" y="5656442"/>
                </a:cubicBezTo>
                <a:cubicBezTo>
                  <a:pt x="23701" y="5659685"/>
                  <a:pt x="27229" y="5662581"/>
                  <a:pt x="31043" y="5665129"/>
                </a:cubicBezTo>
                <a:cubicBezTo>
                  <a:pt x="34856" y="5667677"/>
                  <a:pt x="38882" y="5669828"/>
                  <a:pt x="43119" y="5671584"/>
                </a:cubicBezTo>
                <a:cubicBezTo>
                  <a:pt x="47356" y="5673339"/>
                  <a:pt x="51724" y="5674664"/>
                  <a:pt x="56222" y="5675559"/>
                </a:cubicBezTo>
                <a:cubicBezTo>
                  <a:pt x="60721" y="5676453"/>
                  <a:pt x="65263" y="5676900"/>
                  <a:pt x="69850" y="5676900"/>
                </a:cubicBezTo>
                <a:lnTo>
                  <a:pt x="6673850" y="5676900"/>
                </a:lnTo>
                <a:cubicBezTo>
                  <a:pt x="6678435" y="5676900"/>
                  <a:pt x="6682978" y="5676453"/>
                  <a:pt x="6687476" y="5675559"/>
                </a:cubicBezTo>
                <a:cubicBezTo>
                  <a:pt x="6691974" y="5674664"/>
                  <a:pt x="6696342" y="5673339"/>
                  <a:pt x="6700579" y="5671584"/>
                </a:cubicBezTo>
                <a:cubicBezTo>
                  <a:pt x="6704817" y="5669829"/>
                  <a:pt x="6708842" y="5667677"/>
                  <a:pt x="6712655" y="5665129"/>
                </a:cubicBezTo>
                <a:cubicBezTo>
                  <a:pt x="6716469" y="5662581"/>
                  <a:pt x="6719997" y="5659685"/>
                  <a:pt x="6723240" y="5656442"/>
                </a:cubicBezTo>
                <a:cubicBezTo>
                  <a:pt x="6726483" y="5653199"/>
                  <a:pt x="6729379" y="5649671"/>
                  <a:pt x="6731927" y="5645858"/>
                </a:cubicBezTo>
                <a:cubicBezTo>
                  <a:pt x="6734475" y="5642044"/>
                  <a:pt x="6736626" y="5638019"/>
                  <a:pt x="6738382" y="5633781"/>
                </a:cubicBezTo>
                <a:cubicBezTo>
                  <a:pt x="6740137" y="5629544"/>
                  <a:pt x="6741462" y="5625176"/>
                  <a:pt x="6742357" y="5620678"/>
                </a:cubicBezTo>
                <a:cubicBezTo>
                  <a:pt x="6743252" y="5616180"/>
                  <a:pt x="6743700" y="5611637"/>
                  <a:pt x="6743700" y="5607050"/>
                </a:cubicBezTo>
                <a:lnTo>
                  <a:pt x="6743700" y="69850"/>
                </a:lnTo>
                <a:cubicBezTo>
                  <a:pt x="6743700" y="65264"/>
                  <a:pt x="6743252" y="60722"/>
                  <a:pt x="6742357" y="56224"/>
                </a:cubicBezTo>
                <a:cubicBezTo>
                  <a:pt x="6741462" y="51726"/>
                  <a:pt x="6740137" y="47358"/>
                  <a:pt x="6738382" y="43121"/>
                </a:cubicBezTo>
                <a:cubicBezTo>
                  <a:pt x="6736626" y="38884"/>
                  <a:pt x="6734475" y="34859"/>
                  <a:pt x="6731927" y="31046"/>
                </a:cubicBezTo>
                <a:cubicBezTo>
                  <a:pt x="6729379" y="27231"/>
                  <a:pt x="6726483" y="23703"/>
                  <a:pt x="6723240" y="20460"/>
                </a:cubicBezTo>
                <a:cubicBezTo>
                  <a:pt x="6719997" y="17217"/>
                  <a:pt x="6716469" y="14321"/>
                  <a:pt x="6712655" y="11773"/>
                </a:cubicBezTo>
                <a:cubicBezTo>
                  <a:pt x="6708842" y="9226"/>
                  <a:pt x="6704817" y="7074"/>
                  <a:pt x="6700579" y="5319"/>
                </a:cubicBezTo>
                <a:cubicBezTo>
                  <a:pt x="6696342" y="3563"/>
                  <a:pt x="6691974" y="2238"/>
                  <a:pt x="6687476" y="1344"/>
                </a:cubicBezTo>
                <a:cubicBezTo>
                  <a:pt x="6682978" y="449"/>
                  <a:pt x="6678435" y="0"/>
                  <a:pt x="6673850" y="0"/>
                </a:cubicBezTo>
                <a:lnTo>
                  <a:pt x="69850" y="0"/>
                </a:lnTo>
                <a:cubicBezTo>
                  <a:pt x="65263" y="0"/>
                  <a:pt x="60721" y="449"/>
                  <a:pt x="56222" y="1344"/>
                </a:cubicBezTo>
                <a:cubicBezTo>
                  <a:pt x="51724" y="2238"/>
                  <a:pt x="47356" y="3563"/>
                  <a:pt x="43119" y="5319"/>
                </a:cubicBezTo>
                <a:cubicBezTo>
                  <a:pt x="38882" y="7074"/>
                  <a:pt x="34856" y="9226"/>
                  <a:pt x="31043" y="11773"/>
                </a:cubicBezTo>
                <a:cubicBezTo>
                  <a:pt x="27229" y="14321"/>
                  <a:pt x="23701" y="17217"/>
                  <a:pt x="20458" y="20460"/>
                </a:cubicBezTo>
                <a:cubicBezTo>
                  <a:pt x="17215" y="23703"/>
                  <a:pt x="14319" y="27231"/>
                  <a:pt x="11771" y="31045"/>
                </a:cubicBezTo>
                <a:cubicBezTo>
                  <a:pt x="9223" y="34859"/>
                  <a:pt x="7072" y="38884"/>
                  <a:pt x="5316" y="43121"/>
                </a:cubicBezTo>
                <a:cubicBezTo>
                  <a:pt x="3561" y="47358"/>
                  <a:pt x="2236" y="51726"/>
                  <a:pt x="1342" y="56224"/>
                </a:cubicBezTo>
                <a:cubicBezTo>
                  <a:pt x="447" y="60722"/>
                  <a:pt x="0" y="65264"/>
                  <a:pt x="0" y="69850"/>
                </a:cubicBezTo>
                <a:close/>
                <a:moveTo>
                  <a:pt x="7118350" y="8197850"/>
                </a:moveTo>
              </a:path>
            </a:pathLst>
          </a:custGeom>
          <a:solidFill>
            <a:srgbClr val="F6F8FA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65" name="Freeform 665"/>
          <p:cNvSpPr/>
          <p:nvPr/>
        </p:nvSpPr>
        <p:spPr>
          <a:xfrm flipV="1">
            <a:off x="757237" y="1890713"/>
            <a:ext cx="5057774" cy="4257674"/>
          </a:xfrm>
          <a:custGeom>
            <a:avLst/>
            <a:gdLst/>
            <a:ahLst/>
            <a:cxnLst/>
            <a:rect l="0" t="0" r="0" b="0"/>
            <a:pathLst>
              <a:path w="6743700" h="5676900">
                <a:moveTo>
                  <a:pt x="0" y="69850"/>
                </a:moveTo>
                <a:lnTo>
                  <a:pt x="0" y="5607050"/>
                </a:lnTo>
                <a:cubicBezTo>
                  <a:pt x="0" y="5611637"/>
                  <a:pt x="447" y="5616180"/>
                  <a:pt x="1342" y="5620678"/>
                </a:cubicBezTo>
                <a:cubicBezTo>
                  <a:pt x="2236" y="5625176"/>
                  <a:pt x="3561" y="5629544"/>
                  <a:pt x="5316" y="5633781"/>
                </a:cubicBezTo>
                <a:cubicBezTo>
                  <a:pt x="7072" y="5638019"/>
                  <a:pt x="9223" y="5642044"/>
                  <a:pt x="11771" y="5645858"/>
                </a:cubicBezTo>
                <a:cubicBezTo>
                  <a:pt x="14319" y="5649671"/>
                  <a:pt x="17215" y="5653199"/>
                  <a:pt x="20458" y="5656442"/>
                </a:cubicBezTo>
                <a:cubicBezTo>
                  <a:pt x="23701" y="5659685"/>
                  <a:pt x="27229" y="5662581"/>
                  <a:pt x="31043" y="5665129"/>
                </a:cubicBezTo>
                <a:cubicBezTo>
                  <a:pt x="34856" y="5667677"/>
                  <a:pt x="38882" y="5669828"/>
                  <a:pt x="43119" y="5671584"/>
                </a:cubicBezTo>
                <a:cubicBezTo>
                  <a:pt x="47356" y="5673339"/>
                  <a:pt x="51724" y="5674664"/>
                  <a:pt x="56222" y="5675559"/>
                </a:cubicBezTo>
                <a:cubicBezTo>
                  <a:pt x="60721" y="5676453"/>
                  <a:pt x="65263" y="5676900"/>
                  <a:pt x="69850" y="5676900"/>
                </a:cubicBezTo>
                <a:lnTo>
                  <a:pt x="6673850" y="5676900"/>
                </a:lnTo>
                <a:cubicBezTo>
                  <a:pt x="6678435" y="5676900"/>
                  <a:pt x="6682978" y="5676453"/>
                  <a:pt x="6687476" y="5675559"/>
                </a:cubicBezTo>
                <a:cubicBezTo>
                  <a:pt x="6691974" y="5674664"/>
                  <a:pt x="6696342" y="5673339"/>
                  <a:pt x="6700579" y="5671584"/>
                </a:cubicBezTo>
                <a:cubicBezTo>
                  <a:pt x="6704817" y="5669829"/>
                  <a:pt x="6708842" y="5667677"/>
                  <a:pt x="6712655" y="5665129"/>
                </a:cubicBezTo>
                <a:cubicBezTo>
                  <a:pt x="6716469" y="5662581"/>
                  <a:pt x="6719997" y="5659685"/>
                  <a:pt x="6723240" y="5656442"/>
                </a:cubicBezTo>
                <a:cubicBezTo>
                  <a:pt x="6726483" y="5653199"/>
                  <a:pt x="6729379" y="5649671"/>
                  <a:pt x="6731927" y="5645858"/>
                </a:cubicBezTo>
                <a:cubicBezTo>
                  <a:pt x="6734475" y="5642044"/>
                  <a:pt x="6736626" y="5638019"/>
                  <a:pt x="6738382" y="5633781"/>
                </a:cubicBezTo>
                <a:cubicBezTo>
                  <a:pt x="6740137" y="5629544"/>
                  <a:pt x="6741462" y="5625176"/>
                  <a:pt x="6742357" y="5620678"/>
                </a:cubicBezTo>
                <a:cubicBezTo>
                  <a:pt x="6743252" y="5616180"/>
                  <a:pt x="6743700" y="5611637"/>
                  <a:pt x="6743700" y="5607050"/>
                </a:cubicBezTo>
                <a:lnTo>
                  <a:pt x="6743700" y="69850"/>
                </a:lnTo>
                <a:cubicBezTo>
                  <a:pt x="6743700" y="65264"/>
                  <a:pt x="6743252" y="60722"/>
                  <a:pt x="6742357" y="56224"/>
                </a:cubicBezTo>
                <a:cubicBezTo>
                  <a:pt x="6741462" y="51726"/>
                  <a:pt x="6740137" y="47358"/>
                  <a:pt x="6738382" y="43121"/>
                </a:cubicBezTo>
                <a:cubicBezTo>
                  <a:pt x="6736626" y="38884"/>
                  <a:pt x="6734475" y="34859"/>
                  <a:pt x="6731927" y="31046"/>
                </a:cubicBezTo>
                <a:cubicBezTo>
                  <a:pt x="6729379" y="27231"/>
                  <a:pt x="6726483" y="23703"/>
                  <a:pt x="6723240" y="20460"/>
                </a:cubicBezTo>
                <a:cubicBezTo>
                  <a:pt x="6719997" y="17217"/>
                  <a:pt x="6716469" y="14321"/>
                  <a:pt x="6712655" y="11773"/>
                </a:cubicBezTo>
                <a:cubicBezTo>
                  <a:pt x="6708842" y="9226"/>
                  <a:pt x="6704817" y="7074"/>
                  <a:pt x="6700579" y="5319"/>
                </a:cubicBezTo>
                <a:cubicBezTo>
                  <a:pt x="6696342" y="3563"/>
                  <a:pt x="6691974" y="2238"/>
                  <a:pt x="6687476" y="1344"/>
                </a:cubicBezTo>
                <a:cubicBezTo>
                  <a:pt x="6682978" y="449"/>
                  <a:pt x="6678435" y="0"/>
                  <a:pt x="6673850" y="0"/>
                </a:cubicBezTo>
                <a:lnTo>
                  <a:pt x="69850" y="0"/>
                </a:lnTo>
                <a:cubicBezTo>
                  <a:pt x="65263" y="0"/>
                  <a:pt x="60721" y="449"/>
                  <a:pt x="56222" y="1344"/>
                </a:cubicBezTo>
                <a:cubicBezTo>
                  <a:pt x="51724" y="2238"/>
                  <a:pt x="47356" y="3563"/>
                  <a:pt x="43119" y="5319"/>
                </a:cubicBezTo>
                <a:cubicBezTo>
                  <a:pt x="38882" y="7074"/>
                  <a:pt x="34856" y="9226"/>
                  <a:pt x="31043" y="11773"/>
                </a:cubicBezTo>
                <a:cubicBezTo>
                  <a:pt x="27229" y="14321"/>
                  <a:pt x="23701" y="17217"/>
                  <a:pt x="20458" y="20460"/>
                </a:cubicBezTo>
                <a:cubicBezTo>
                  <a:pt x="17215" y="23703"/>
                  <a:pt x="14319" y="27231"/>
                  <a:pt x="11771" y="31045"/>
                </a:cubicBezTo>
                <a:cubicBezTo>
                  <a:pt x="9223" y="34859"/>
                  <a:pt x="7072" y="38884"/>
                  <a:pt x="5316" y="43121"/>
                </a:cubicBezTo>
                <a:cubicBezTo>
                  <a:pt x="3561" y="47358"/>
                  <a:pt x="2236" y="51726"/>
                  <a:pt x="1342" y="56224"/>
                </a:cubicBezTo>
                <a:cubicBezTo>
                  <a:pt x="447" y="60722"/>
                  <a:pt x="0" y="65264"/>
                  <a:pt x="0" y="69850"/>
                </a:cubicBezTo>
                <a:close/>
                <a:moveTo>
                  <a:pt x="7118350" y="8197850"/>
                </a:moveTo>
              </a:path>
            </a:pathLst>
          </a:custGeom>
          <a:noFill/>
          <a:ln w="9524" cap="flat" cmpd="sng">
            <a:solidFill>
              <a:srgbClr val="D0D7DE">
                <a:alpha val="100000"/>
              </a:srgbClr>
            </a:solidFill>
            <a:miter lim="508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66" name="Freeform 666"/>
          <p:cNvSpPr/>
          <p:nvPr/>
        </p:nvSpPr>
        <p:spPr>
          <a:xfrm flipV="1">
            <a:off x="6372224" y="1885950"/>
            <a:ext cx="4762499" cy="3781424"/>
          </a:xfrm>
          <a:custGeom>
            <a:avLst/>
            <a:gdLst/>
            <a:ahLst/>
            <a:cxnLst/>
            <a:rect l="0" t="0" r="0" b="0"/>
            <a:pathLst>
              <a:path w="6350000" h="5041900">
                <a:moveTo>
                  <a:pt x="0" y="5041900"/>
                </a:moveTo>
                <a:lnTo>
                  <a:pt x="6350000" y="5041900"/>
                </a:lnTo>
                <a:lnTo>
                  <a:pt x="6350000" y="0"/>
                </a:lnTo>
                <a:lnTo>
                  <a:pt x="0" y="0"/>
                </a:lnTo>
                <a:lnTo>
                  <a:pt x="0" y="50419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67" name="Picture 667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72224" y="1885950"/>
            <a:ext cx="4762499" cy="3781425"/>
          </a:xfrm>
          <a:prstGeom prst="rect">
            <a:avLst/>
          </a:prstGeom>
          <a:noFill/>
        </p:spPr>
      </p:pic>
      <p:sp>
        <p:nvSpPr>
          <p:cNvPr id="668" name="Rectangle 668"/>
          <p:cNvSpPr/>
          <p:nvPr/>
        </p:nvSpPr>
        <p:spPr>
          <a:xfrm>
            <a:off x="747712" y="379073"/>
            <a:ext cx="7303137" cy="560921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599838"/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Example</a:t>
            </a:r>
            <a:r>
              <a:rPr lang="en-GB" sz="3479" b="1" i="0" spc="749" baseline="0" dirty="0">
                <a:solidFill>
                  <a:srgbClr val="224466"/>
                </a:solidFill>
                <a:latin typeface="Arial"/>
              </a:rPr>
              <a:t>: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Diagra</a:t>
            </a:r>
            <a:r>
              <a:rPr lang="en-GB" sz="3479" b="1" i="0" spc="750" baseline="0" dirty="0">
                <a:solidFill>
                  <a:srgbClr val="224466"/>
                </a:solidFill>
                <a:latin typeface="Arial"/>
              </a:rPr>
              <a:t>m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you</a:t>
            </a:r>
            <a:r>
              <a:rPr lang="en-GB" sz="3479" b="1" i="0" spc="750" baseline="0" dirty="0">
                <a:solidFill>
                  <a:srgbClr val="224466"/>
                </a:solidFill>
                <a:latin typeface="Arial"/>
              </a:rPr>
              <a:t>r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stud</a:t>
            </a:r>
            <a:r>
              <a:rPr lang="en-GB" sz="3479" b="1" i="0" spc="750" baseline="0" dirty="0">
                <a:solidFill>
                  <a:srgbClr val="224466"/>
                </a:solidFill>
                <a:latin typeface="Arial"/>
              </a:rPr>
              <a:t>y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plan</a:t>
            </a:r>
          </a:p>
          <a:p>
            <a:pPr marL="0">
              <a:lnSpc>
                <a:spcPts val="6457"/>
              </a:lnSpc>
            </a:pPr>
            <a:r>
              <a:rPr lang="en-GB" sz="1957" b="1" i="0" spc="0" baseline="0" dirty="0">
                <a:solidFill>
                  <a:srgbClr val="656D76"/>
                </a:solidFill>
                <a:latin typeface="Arial"/>
              </a:rPr>
              <a:t>Diagra</a:t>
            </a:r>
            <a:r>
              <a:rPr lang="en-GB" sz="1957" b="1" i="0" spc="436" baseline="0" dirty="0">
                <a:solidFill>
                  <a:srgbClr val="656D76"/>
                </a:solidFill>
                <a:latin typeface="Arial"/>
              </a:rPr>
              <a:t>m</a:t>
            </a:r>
            <a:r>
              <a:rPr lang="en-GB" sz="1957" b="1" i="0" spc="0" baseline="0" dirty="0">
                <a:solidFill>
                  <a:srgbClr val="656D76"/>
                </a:solidFill>
                <a:latin typeface="Arial"/>
              </a:rPr>
              <a:t>Cod</a:t>
            </a:r>
            <a:r>
              <a:rPr lang="en-GB" sz="1957" b="1" i="0" spc="436" baseline="0" dirty="0">
                <a:solidFill>
                  <a:srgbClr val="656D76"/>
                </a:solidFill>
                <a:latin typeface="Arial"/>
              </a:rPr>
              <a:t>e</a:t>
            </a:r>
            <a:r>
              <a:rPr lang="en-GB" sz="1957" b="1" i="0" spc="0" baseline="0" dirty="0">
                <a:solidFill>
                  <a:srgbClr val="656D76"/>
                </a:solidFill>
                <a:latin typeface="Arial"/>
              </a:rPr>
              <a:t>(provide</a:t>
            </a:r>
            <a:r>
              <a:rPr lang="en-GB" sz="1957" b="1" i="0" spc="436" baseline="0" dirty="0">
                <a:solidFill>
                  <a:srgbClr val="656D76"/>
                </a:solidFill>
                <a:latin typeface="Arial"/>
              </a:rPr>
              <a:t>d</a:t>
            </a:r>
            <a:r>
              <a:rPr lang="en-GB" sz="1957" b="1" i="0" spc="0" baseline="0" dirty="0">
                <a:solidFill>
                  <a:srgbClr val="656D76"/>
                </a:solidFill>
                <a:latin typeface="Arial"/>
              </a:rPr>
              <a:t>b</a:t>
            </a:r>
            <a:r>
              <a:rPr lang="en-GB" sz="1957" b="1" i="0" spc="437" baseline="0" dirty="0">
                <a:solidFill>
                  <a:srgbClr val="656D76"/>
                </a:solidFill>
                <a:latin typeface="Arial"/>
              </a:rPr>
              <a:t>y</a:t>
            </a:r>
            <a:r>
              <a:rPr lang="en-GB" sz="1957" b="1" i="0" spc="0" baseline="0" dirty="0">
                <a:solidFill>
                  <a:srgbClr val="656D76"/>
                </a:solidFill>
                <a:latin typeface="Arial"/>
              </a:rPr>
              <a:t>LLM)</a:t>
            </a:r>
          </a:p>
          <a:p>
            <a:pPr marL="166687">
              <a:lnSpc>
                <a:spcPts val="4049"/>
              </a:lnSpc>
            </a:pPr>
            <a:r>
              <a:rPr lang="en-GB" sz="1349" b="0" i="0" spc="0" baseline="0" dirty="0">
                <a:solidFill>
                  <a:srgbClr val="1F2328"/>
                </a:solidFill>
                <a:latin typeface="Menlo"/>
              </a:rPr>
              <a:t>```mermaid</a:t>
            </a:r>
          </a:p>
          <a:p>
            <a:pPr marL="166687">
              <a:lnSpc>
                <a:spcPts val="1532"/>
              </a:lnSpc>
            </a:pPr>
            <a:r>
              <a:rPr lang="en-GB" sz="1349" b="0" i="0" spc="0" baseline="0" dirty="0">
                <a:solidFill>
                  <a:srgbClr val="1F2328"/>
                </a:solidFill>
                <a:latin typeface="Menlo"/>
              </a:rPr>
              <a:t>gantt</a:t>
            </a:r>
          </a:p>
          <a:p>
            <a:pPr marL="166687">
              <a:lnSpc>
                <a:spcPts val="1587"/>
              </a:lnSpc>
            </a:pPr>
            <a:r>
              <a:rPr lang="en-GB" sz="1349" b="0" i="0" spc="0" baseline="0" dirty="0">
                <a:solidFill>
                  <a:srgbClr val="1F2328"/>
                </a:solidFill>
                <a:latin typeface="Menlo"/>
              </a:rPr>
              <a:t> dateForma</a:t>
            </a:r>
            <a:r>
              <a:rPr lang="en-GB" sz="1349" b="0" i="0" spc="1624" baseline="0" dirty="0">
                <a:solidFill>
                  <a:srgbClr val="1F2328"/>
                </a:solidFill>
                <a:latin typeface="Menlo"/>
              </a:rPr>
              <a:t>t</a:t>
            </a:r>
            <a:r>
              <a:rPr lang="en-GB" sz="1349" b="0" i="0" spc="0" baseline="0" dirty="0">
                <a:solidFill>
                  <a:srgbClr val="1F2328"/>
                </a:solidFill>
                <a:latin typeface="Menlo"/>
              </a:rPr>
              <a:t>YYYY-MM-DD</a:t>
            </a:r>
          </a:p>
          <a:p>
            <a:pPr marL="166687">
              <a:lnSpc>
                <a:spcPts val="1532"/>
              </a:lnSpc>
            </a:pPr>
            <a:r>
              <a:rPr lang="en-GB" sz="1349" b="0" i="0" spc="0" baseline="0" dirty="0">
                <a:solidFill>
                  <a:srgbClr val="1F2328"/>
                </a:solidFill>
                <a:latin typeface="Menlo"/>
              </a:rPr>
              <a:t> axisForma</a:t>
            </a:r>
            <a:r>
              <a:rPr lang="en-GB" sz="1349" b="0" i="0" spc="1624" baseline="0" dirty="0">
                <a:solidFill>
                  <a:srgbClr val="1F2328"/>
                </a:solidFill>
                <a:latin typeface="Menlo"/>
              </a:rPr>
              <a:t>t</a:t>
            </a:r>
            <a:r>
              <a:rPr lang="en-GB" sz="1349" b="0" i="0" spc="0" baseline="0" dirty="0">
                <a:solidFill>
                  <a:srgbClr val="1F2328"/>
                </a:solidFill>
                <a:latin typeface="Menlo"/>
              </a:rPr>
              <a:t>%d %b</a:t>
            </a:r>
          </a:p>
          <a:p>
            <a:pPr marL="166687">
              <a:lnSpc>
                <a:spcPts val="1532"/>
              </a:lnSpc>
            </a:pPr>
            <a:r>
              <a:rPr lang="en-GB" sz="1349" b="0" i="0" spc="0" baseline="0" dirty="0">
                <a:solidFill>
                  <a:srgbClr val="1F2328"/>
                </a:solidFill>
                <a:latin typeface="Menlo"/>
              </a:rPr>
              <a:t> tickInterval 1week</a:t>
            </a:r>
          </a:p>
          <a:p>
            <a:pPr marL="166687">
              <a:lnSpc>
                <a:spcPts val="1587"/>
              </a:lnSpc>
            </a:pPr>
            <a:r>
              <a:rPr lang="en-GB" sz="1349" b="0" i="0" spc="0" baseline="0" dirty="0">
                <a:solidFill>
                  <a:srgbClr val="1F2328"/>
                </a:solidFill>
                <a:latin typeface="Menlo"/>
              </a:rPr>
              <a:t> section Foundations</a:t>
            </a:r>
          </a:p>
          <a:p>
            <a:pPr marL="166687">
              <a:lnSpc>
                <a:spcPts val="1532"/>
              </a:lnSpc>
              <a:tabLst>
                <a:tab pos="2230079" algn="l"/>
              </a:tabLst>
            </a:pPr>
            <a:r>
              <a:rPr lang="en-GB" sz="1349" b="0" i="0" spc="0" baseline="0" dirty="0">
                <a:solidFill>
                  <a:srgbClr val="1F2328"/>
                </a:solidFill>
                <a:latin typeface="Menlo"/>
              </a:rPr>
              <a:t> Read Ch.1–2	:a1, 2025-03-01, 3d</a:t>
            </a:r>
          </a:p>
          <a:p>
            <a:pPr marL="166687">
              <a:lnSpc>
                <a:spcPts val="1532"/>
              </a:lnSpc>
              <a:tabLst>
                <a:tab pos="2230079" algn="l"/>
              </a:tabLst>
            </a:pPr>
            <a:r>
              <a:rPr lang="en-GB" sz="1349" b="0" i="0" spc="0" baseline="0" dirty="0">
                <a:solidFill>
                  <a:srgbClr val="1F2328"/>
                </a:solidFill>
                <a:latin typeface="Menlo"/>
              </a:rPr>
              <a:t> Watch lectures	:a2, after a1, 2d</a:t>
            </a:r>
          </a:p>
          <a:p>
            <a:pPr marL="166687">
              <a:lnSpc>
                <a:spcPts val="1587"/>
              </a:lnSpc>
            </a:pPr>
            <a:r>
              <a:rPr lang="en-GB" sz="1349" b="0" i="0" spc="0" baseline="0" dirty="0">
                <a:solidFill>
                  <a:srgbClr val="1F2328"/>
                </a:solidFill>
                <a:latin typeface="Menlo"/>
              </a:rPr>
              <a:t> section Analysis</a:t>
            </a:r>
          </a:p>
          <a:p>
            <a:pPr marL="166687">
              <a:lnSpc>
                <a:spcPts val="1532"/>
              </a:lnSpc>
              <a:tabLst>
                <a:tab pos="2230079" algn="l"/>
              </a:tabLst>
            </a:pPr>
            <a:r>
              <a:rPr lang="en-GB" sz="1349" b="0" i="0" spc="0" baseline="0" dirty="0">
                <a:solidFill>
                  <a:srgbClr val="1F2328"/>
                </a:solidFill>
                <a:latin typeface="Menlo"/>
              </a:rPr>
              <a:t> Case study draft	:b1, 2025-03-06, 4d</a:t>
            </a:r>
          </a:p>
          <a:p>
            <a:pPr marL="166687">
              <a:lnSpc>
                <a:spcPts val="1532"/>
              </a:lnSpc>
              <a:tabLst>
                <a:tab pos="2230079" algn="l"/>
              </a:tabLst>
            </a:pPr>
            <a:r>
              <a:rPr lang="en-GB" sz="1349" b="0" i="0" spc="0" baseline="0" dirty="0">
                <a:solidFill>
                  <a:srgbClr val="1F2328"/>
                </a:solidFill>
                <a:latin typeface="Menlo"/>
              </a:rPr>
              <a:t> Peer feedback	:b2, after b1, 2d</a:t>
            </a:r>
          </a:p>
          <a:p>
            <a:pPr marL="166687">
              <a:lnSpc>
                <a:spcPts val="1587"/>
              </a:lnSpc>
            </a:pPr>
            <a:r>
              <a:rPr lang="en-GB" sz="1349" b="0" i="0" spc="0" baseline="0" dirty="0">
                <a:solidFill>
                  <a:srgbClr val="1F2328"/>
                </a:solidFill>
                <a:latin typeface="Menlo"/>
              </a:rPr>
              <a:t> section Writing</a:t>
            </a:r>
          </a:p>
          <a:p>
            <a:pPr marL="166687">
              <a:lnSpc>
                <a:spcPts val="1532"/>
              </a:lnSpc>
              <a:tabLst>
                <a:tab pos="2230079" algn="l"/>
              </a:tabLst>
            </a:pPr>
            <a:r>
              <a:rPr lang="en-GB" sz="1349" b="0" i="0" spc="0" baseline="0" dirty="0">
                <a:solidFill>
                  <a:srgbClr val="1F2328"/>
                </a:solidFill>
                <a:latin typeface="Menlo"/>
              </a:rPr>
              <a:t> Essay outline	:c1, 2025-03-12, 2d</a:t>
            </a:r>
          </a:p>
          <a:p>
            <a:pPr marL="166687">
              <a:lnSpc>
                <a:spcPts val="1532"/>
              </a:lnSpc>
              <a:tabLst>
                <a:tab pos="2230079" algn="l"/>
              </a:tabLst>
            </a:pPr>
            <a:r>
              <a:rPr lang="en-GB" sz="1349" b="0" i="0" spc="0" baseline="0" dirty="0">
                <a:solidFill>
                  <a:srgbClr val="1F2328"/>
                </a:solidFill>
                <a:latin typeface="Menlo"/>
              </a:rPr>
              <a:t> First draft	:c2, after c1, 4d</a:t>
            </a:r>
          </a:p>
          <a:p>
            <a:pPr marL="166687">
              <a:lnSpc>
                <a:spcPts val="1587"/>
              </a:lnSpc>
              <a:tabLst>
                <a:tab pos="2230079" algn="l"/>
              </a:tabLst>
            </a:pPr>
            <a:r>
              <a:rPr lang="en-GB" sz="1349" b="0" i="0" spc="0" baseline="0" dirty="0">
                <a:solidFill>
                  <a:srgbClr val="1F2328"/>
                </a:solidFill>
                <a:latin typeface="Menlo"/>
              </a:rPr>
              <a:t> Revision	:c3, after c2, 2d</a:t>
            </a:r>
          </a:p>
          <a:p>
            <a:pPr marL="166687">
              <a:lnSpc>
                <a:spcPts val="1532"/>
              </a:lnSpc>
            </a:pPr>
            <a:r>
              <a:rPr lang="en-GB" sz="1349" b="0" i="0" spc="0" baseline="0" dirty="0">
                <a:solidFill>
                  <a:srgbClr val="1F2328"/>
                </a:solidFill>
                <a:latin typeface="Menlo"/>
              </a:rPr>
              <a:t> section Exam Prep</a:t>
            </a:r>
          </a:p>
          <a:p>
            <a:pPr marL="166687">
              <a:lnSpc>
                <a:spcPts val="1587"/>
              </a:lnSpc>
              <a:tabLst>
                <a:tab pos="2230079" algn="l"/>
              </a:tabLst>
            </a:pPr>
            <a:r>
              <a:rPr lang="en-GB" sz="1349" b="0" i="0" spc="0" baseline="0" dirty="0">
                <a:solidFill>
                  <a:srgbClr val="1F2328"/>
                </a:solidFill>
                <a:latin typeface="Menlo"/>
              </a:rPr>
              <a:t> Past papers	:d1, 2025-03-20, 3d</a:t>
            </a:r>
          </a:p>
          <a:p>
            <a:pPr marL="166687">
              <a:lnSpc>
                <a:spcPts val="1532"/>
              </a:lnSpc>
              <a:tabLst>
                <a:tab pos="2230079" algn="l"/>
              </a:tabLst>
            </a:pPr>
            <a:r>
              <a:rPr lang="en-GB" sz="1349" b="0" i="0" spc="0" baseline="0" dirty="0">
                <a:solidFill>
                  <a:srgbClr val="1F2328"/>
                </a:solidFill>
                <a:latin typeface="Menlo"/>
              </a:rPr>
              <a:t> Flashcard review	:d2, after d1, 2d</a:t>
            </a:r>
          </a:p>
          <a:p>
            <a:pPr marL="166687">
              <a:lnSpc>
                <a:spcPts val="1532"/>
              </a:lnSpc>
              <a:tabLst>
                <a:tab pos="2230079" algn="l"/>
              </a:tabLst>
            </a:pPr>
            <a:r>
              <a:rPr lang="en-GB" sz="1349" b="0" i="0" spc="0" baseline="0" dirty="0">
                <a:solidFill>
                  <a:srgbClr val="1F2328"/>
                </a:solidFill>
                <a:latin typeface="Menlo"/>
              </a:rPr>
              <a:t> Mock exam	:milestone, 2025-03-26, 0d</a:t>
            </a:r>
          </a:p>
          <a:p>
            <a:pPr marL="166687">
              <a:lnSpc>
                <a:spcPts val="1587"/>
              </a:lnSpc>
            </a:pPr>
            <a:r>
              <a:rPr lang="en-GB" sz="1349" b="0" i="0" spc="0" baseline="0" dirty="0">
                <a:solidFill>
                  <a:srgbClr val="1F2328"/>
                </a:solidFill>
                <a:latin typeface="Menlo"/>
              </a:rPr>
              <a:t>```</a:t>
            </a:r>
          </a:p>
        </p:txBody>
      </p:sp>
      <p:sp>
        <p:nvSpPr>
          <p:cNvPr id="669" name="Rectangle 669"/>
          <p:cNvSpPr/>
          <p:nvPr/>
        </p:nvSpPr>
        <p:spPr>
          <a:xfrm>
            <a:off x="6372224" y="1430048"/>
            <a:ext cx="2284691" cy="29691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1957" b="1" i="0" spc="0" baseline="0" dirty="0">
                <a:solidFill>
                  <a:srgbClr val="656D76"/>
                </a:solidFill>
                <a:latin typeface="Arial"/>
              </a:rPr>
              <a:t>Diagra</a:t>
            </a:r>
            <a:r>
              <a:rPr lang="en-GB" sz="1957" b="1" i="0" spc="436" baseline="0" dirty="0">
                <a:solidFill>
                  <a:srgbClr val="656D76"/>
                </a:solidFill>
                <a:latin typeface="Arial"/>
              </a:rPr>
              <a:t>m</a:t>
            </a:r>
            <a:r>
              <a:rPr lang="en-GB" sz="1957" b="1" i="0" spc="0" baseline="0" dirty="0">
                <a:solidFill>
                  <a:srgbClr val="656D76"/>
                </a:solidFill>
                <a:latin typeface="Arial"/>
              </a:rPr>
              <a:t>(Rendered)</a:t>
            </a:r>
          </a:p>
        </p:txBody>
      </p:sp>
      <p:sp>
        <p:nvSpPr>
          <p:cNvPr id="670" name="Rectangle 670"/>
          <p:cNvSpPr/>
          <p:nvPr/>
        </p:nvSpPr>
        <p:spPr>
          <a:xfrm>
            <a:off x="6372224" y="5975733"/>
            <a:ext cx="4257602" cy="32990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Rendere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usin</a:t>
            </a:r>
            <a:r>
              <a:rPr lang="en-GB" sz="2174" b="0" i="0" spc="505" baseline="0" dirty="0">
                <a:solidFill>
                  <a:srgbClr val="1F2328"/>
                </a:solidFill>
                <a:latin typeface="Arial"/>
              </a:rPr>
              <a:t>g</a:t>
            </a:r>
            <a:r>
              <a:rPr lang="en-GB" sz="2174" b="0" i="0" spc="0" baseline="0" dirty="0">
                <a:solidFill>
                  <a:srgbClr val="0969DA"/>
                </a:solidFill>
                <a:latin typeface="Arial"/>
                <a:hlinkClick r:id="rId2"/>
              </a:rPr>
              <a:t>https://mermaid.live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Freeform 671"/>
          <p:cNvSpPr/>
          <p:nvPr/>
        </p:nvSpPr>
        <p:spPr>
          <a:xfrm flipV="1">
            <a:off x="0" y="-17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72" name="Freeform 672"/>
          <p:cNvSpPr/>
          <p:nvPr/>
        </p:nvSpPr>
        <p:spPr>
          <a:xfrm flipV="1">
            <a:off x="0" y="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73" name="Freeform 673"/>
          <p:cNvSpPr/>
          <p:nvPr/>
        </p:nvSpPr>
        <p:spPr>
          <a:xfrm flipV="1">
            <a:off x="757237" y="681038"/>
            <a:ext cx="5057774" cy="5353049"/>
          </a:xfrm>
          <a:custGeom>
            <a:avLst/>
            <a:gdLst/>
            <a:ahLst/>
            <a:cxnLst/>
            <a:rect l="0" t="0" r="0" b="0"/>
            <a:pathLst>
              <a:path w="6743700" h="7137400">
                <a:moveTo>
                  <a:pt x="0" y="69850"/>
                </a:moveTo>
                <a:lnTo>
                  <a:pt x="0" y="7067550"/>
                </a:lnTo>
                <a:cubicBezTo>
                  <a:pt x="0" y="7072137"/>
                  <a:pt x="447" y="7076679"/>
                  <a:pt x="1342" y="7081178"/>
                </a:cubicBezTo>
                <a:cubicBezTo>
                  <a:pt x="2236" y="7085676"/>
                  <a:pt x="3561" y="7090044"/>
                  <a:pt x="5316" y="7094281"/>
                </a:cubicBezTo>
                <a:cubicBezTo>
                  <a:pt x="7072" y="7098518"/>
                  <a:pt x="9223" y="7102544"/>
                  <a:pt x="11771" y="7106357"/>
                </a:cubicBezTo>
                <a:cubicBezTo>
                  <a:pt x="14319" y="7110171"/>
                  <a:pt x="17215" y="7113699"/>
                  <a:pt x="20458" y="7116942"/>
                </a:cubicBezTo>
                <a:cubicBezTo>
                  <a:pt x="23701" y="7120185"/>
                  <a:pt x="27229" y="7123081"/>
                  <a:pt x="31043" y="7125629"/>
                </a:cubicBezTo>
                <a:cubicBezTo>
                  <a:pt x="34856" y="7128177"/>
                  <a:pt x="38882" y="7130328"/>
                  <a:pt x="43119" y="7132084"/>
                </a:cubicBezTo>
                <a:cubicBezTo>
                  <a:pt x="47356" y="7133839"/>
                  <a:pt x="51724" y="7135164"/>
                  <a:pt x="56222" y="7136058"/>
                </a:cubicBezTo>
                <a:cubicBezTo>
                  <a:pt x="60721" y="7136953"/>
                  <a:pt x="65263" y="7137400"/>
                  <a:pt x="69850" y="7137400"/>
                </a:cubicBezTo>
                <a:lnTo>
                  <a:pt x="6673850" y="7137400"/>
                </a:lnTo>
                <a:cubicBezTo>
                  <a:pt x="6678435" y="7137400"/>
                  <a:pt x="6682978" y="7136953"/>
                  <a:pt x="6687476" y="7136058"/>
                </a:cubicBezTo>
                <a:cubicBezTo>
                  <a:pt x="6691974" y="7135164"/>
                  <a:pt x="6696342" y="7133839"/>
                  <a:pt x="6700579" y="7132084"/>
                </a:cubicBezTo>
                <a:cubicBezTo>
                  <a:pt x="6704817" y="7130328"/>
                  <a:pt x="6708842" y="7128177"/>
                  <a:pt x="6712655" y="7125629"/>
                </a:cubicBezTo>
                <a:cubicBezTo>
                  <a:pt x="6716469" y="7123081"/>
                  <a:pt x="6719997" y="7120185"/>
                  <a:pt x="6723240" y="7116942"/>
                </a:cubicBezTo>
                <a:cubicBezTo>
                  <a:pt x="6726483" y="7113699"/>
                  <a:pt x="6729379" y="7110171"/>
                  <a:pt x="6731927" y="7106357"/>
                </a:cubicBezTo>
                <a:cubicBezTo>
                  <a:pt x="6734475" y="7102544"/>
                  <a:pt x="6736626" y="7098518"/>
                  <a:pt x="6738382" y="7094281"/>
                </a:cubicBezTo>
                <a:cubicBezTo>
                  <a:pt x="6740137" y="7090044"/>
                  <a:pt x="6741462" y="7085676"/>
                  <a:pt x="6742357" y="7081178"/>
                </a:cubicBezTo>
                <a:cubicBezTo>
                  <a:pt x="6743252" y="7076679"/>
                  <a:pt x="6743700" y="7072137"/>
                  <a:pt x="6743700" y="7067550"/>
                </a:cubicBezTo>
                <a:lnTo>
                  <a:pt x="6743700" y="69850"/>
                </a:lnTo>
                <a:cubicBezTo>
                  <a:pt x="6743700" y="65264"/>
                  <a:pt x="6743252" y="60722"/>
                  <a:pt x="6742357" y="56224"/>
                </a:cubicBezTo>
                <a:cubicBezTo>
                  <a:pt x="6741462" y="51726"/>
                  <a:pt x="6740137" y="47358"/>
                  <a:pt x="6738382" y="43121"/>
                </a:cubicBezTo>
                <a:cubicBezTo>
                  <a:pt x="6736626" y="38884"/>
                  <a:pt x="6734475" y="34859"/>
                  <a:pt x="6731927" y="31045"/>
                </a:cubicBezTo>
                <a:cubicBezTo>
                  <a:pt x="6729379" y="27232"/>
                  <a:pt x="6726483" y="23704"/>
                  <a:pt x="6723240" y="20460"/>
                </a:cubicBezTo>
                <a:cubicBezTo>
                  <a:pt x="6719997" y="17217"/>
                  <a:pt x="6716469" y="14321"/>
                  <a:pt x="6712655" y="11773"/>
                </a:cubicBezTo>
                <a:cubicBezTo>
                  <a:pt x="6708842" y="9226"/>
                  <a:pt x="6704817" y="7074"/>
                  <a:pt x="6700579" y="5319"/>
                </a:cubicBezTo>
                <a:cubicBezTo>
                  <a:pt x="6696342" y="3563"/>
                  <a:pt x="6691974" y="2238"/>
                  <a:pt x="6687476" y="1344"/>
                </a:cubicBezTo>
                <a:cubicBezTo>
                  <a:pt x="6682978" y="449"/>
                  <a:pt x="6678435" y="1"/>
                  <a:pt x="6673850" y="0"/>
                </a:cubicBezTo>
                <a:lnTo>
                  <a:pt x="69850" y="0"/>
                </a:lnTo>
                <a:cubicBezTo>
                  <a:pt x="65263" y="1"/>
                  <a:pt x="60721" y="449"/>
                  <a:pt x="56222" y="1344"/>
                </a:cubicBezTo>
                <a:cubicBezTo>
                  <a:pt x="51724" y="2238"/>
                  <a:pt x="47356" y="3563"/>
                  <a:pt x="43119" y="5319"/>
                </a:cubicBezTo>
                <a:cubicBezTo>
                  <a:pt x="38882" y="7074"/>
                  <a:pt x="34856" y="9226"/>
                  <a:pt x="31043" y="11774"/>
                </a:cubicBezTo>
                <a:cubicBezTo>
                  <a:pt x="27229" y="14321"/>
                  <a:pt x="23701" y="17217"/>
                  <a:pt x="20458" y="20460"/>
                </a:cubicBezTo>
                <a:cubicBezTo>
                  <a:pt x="17215" y="23704"/>
                  <a:pt x="14319" y="27232"/>
                  <a:pt x="11771" y="31045"/>
                </a:cubicBezTo>
                <a:cubicBezTo>
                  <a:pt x="9223" y="34859"/>
                  <a:pt x="7072" y="38884"/>
                  <a:pt x="5316" y="43121"/>
                </a:cubicBezTo>
                <a:cubicBezTo>
                  <a:pt x="3561" y="47358"/>
                  <a:pt x="2236" y="51726"/>
                  <a:pt x="1342" y="56224"/>
                </a:cubicBezTo>
                <a:cubicBezTo>
                  <a:pt x="447" y="60722"/>
                  <a:pt x="0" y="65264"/>
                  <a:pt x="0" y="69850"/>
                </a:cubicBezTo>
                <a:close/>
                <a:moveTo>
                  <a:pt x="6965950" y="8045450"/>
                </a:moveTo>
              </a:path>
            </a:pathLst>
          </a:custGeom>
          <a:solidFill>
            <a:srgbClr val="F6F8FA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74" name="Freeform 674"/>
          <p:cNvSpPr/>
          <p:nvPr/>
        </p:nvSpPr>
        <p:spPr>
          <a:xfrm flipV="1">
            <a:off x="757237" y="681038"/>
            <a:ext cx="5057774" cy="5353049"/>
          </a:xfrm>
          <a:custGeom>
            <a:avLst/>
            <a:gdLst/>
            <a:ahLst/>
            <a:cxnLst/>
            <a:rect l="0" t="0" r="0" b="0"/>
            <a:pathLst>
              <a:path w="6743700" h="7137400">
                <a:moveTo>
                  <a:pt x="0" y="69850"/>
                </a:moveTo>
                <a:lnTo>
                  <a:pt x="0" y="7067550"/>
                </a:lnTo>
                <a:cubicBezTo>
                  <a:pt x="0" y="7072137"/>
                  <a:pt x="447" y="7076679"/>
                  <a:pt x="1342" y="7081178"/>
                </a:cubicBezTo>
                <a:cubicBezTo>
                  <a:pt x="2236" y="7085676"/>
                  <a:pt x="3561" y="7090044"/>
                  <a:pt x="5316" y="7094281"/>
                </a:cubicBezTo>
                <a:cubicBezTo>
                  <a:pt x="7072" y="7098518"/>
                  <a:pt x="9223" y="7102544"/>
                  <a:pt x="11771" y="7106357"/>
                </a:cubicBezTo>
                <a:cubicBezTo>
                  <a:pt x="14319" y="7110171"/>
                  <a:pt x="17215" y="7113699"/>
                  <a:pt x="20458" y="7116942"/>
                </a:cubicBezTo>
                <a:cubicBezTo>
                  <a:pt x="23701" y="7120185"/>
                  <a:pt x="27229" y="7123081"/>
                  <a:pt x="31043" y="7125629"/>
                </a:cubicBezTo>
                <a:cubicBezTo>
                  <a:pt x="34856" y="7128177"/>
                  <a:pt x="38882" y="7130328"/>
                  <a:pt x="43119" y="7132084"/>
                </a:cubicBezTo>
                <a:cubicBezTo>
                  <a:pt x="47356" y="7133839"/>
                  <a:pt x="51724" y="7135164"/>
                  <a:pt x="56222" y="7136058"/>
                </a:cubicBezTo>
                <a:cubicBezTo>
                  <a:pt x="60721" y="7136953"/>
                  <a:pt x="65263" y="7137400"/>
                  <a:pt x="69850" y="7137400"/>
                </a:cubicBezTo>
                <a:lnTo>
                  <a:pt x="6673850" y="7137400"/>
                </a:lnTo>
                <a:cubicBezTo>
                  <a:pt x="6678435" y="7137400"/>
                  <a:pt x="6682978" y="7136953"/>
                  <a:pt x="6687476" y="7136058"/>
                </a:cubicBezTo>
                <a:cubicBezTo>
                  <a:pt x="6691974" y="7135164"/>
                  <a:pt x="6696342" y="7133839"/>
                  <a:pt x="6700579" y="7132084"/>
                </a:cubicBezTo>
                <a:cubicBezTo>
                  <a:pt x="6704817" y="7130328"/>
                  <a:pt x="6708842" y="7128177"/>
                  <a:pt x="6712655" y="7125629"/>
                </a:cubicBezTo>
                <a:cubicBezTo>
                  <a:pt x="6716469" y="7123081"/>
                  <a:pt x="6719997" y="7120185"/>
                  <a:pt x="6723240" y="7116942"/>
                </a:cubicBezTo>
                <a:cubicBezTo>
                  <a:pt x="6726483" y="7113699"/>
                  <a:pt x="6729379" y="7110171"/>
                  <a:pt x="6731927" y="7106357"/>
                </a:cubicBezTo>
                <a:cubicBezTo>
                  <a:pt x="6734475" y="7102544"/>
                  <a:pt x="6736626" y="7098518"/>
                  <a:pt x="6738382" y="7094281"/>
                </a:cubicBezTo>
                <a:cubicBezTo>
                  <a:pt x="6740137" y="7090044"/>
                  <a:pt x="6741462" y="7085676"/>
                  <a:pt x="6742357" y="7081178"/>
                </a:cubicBezTo>
                <a:cubicBezTo>
                  <a:pt x="6743252" y="7076679"/>
                  <a:pt x="6743700" y="7072137"/>
                  <a:pt x="6743700" y="7067550"/>
                </a:cubicBezTo>
                <a:lnTo>
                  <a:pt x="6743700" y="69850"/>
                </a:lnTo>
                <a:cubicBezTo>
                  <a:pt x="6743700" y="65264"/>
                  <a:pt x="6743252" y="60722"/>
                  <a:pt x="6742357" y="56224"/>
                </a:cubicBezTo>
                <a:cubicBezTo>
                  <a:pt x="6741462" y="51726"/>
                  <a:pt x="6740137" y="47358"/>
                  <a:pt x="6738382" y="43121"/>
                </a:cubicBezTo>
                <a:cubicBezTo>
                  <a:pt x="6736626" y="38884"/>
                  <a:pt x="6734475" y="34859"/>
                  <a:pt x="6731927" y="31045"/>
                </a:cubicBezTo>
                <a:cubicBezTo>
                  <a:pt x="6729379" y="27232"/>
                  <a:pt x="6726483" y="23704"/>
                  <a:pt x="6723240" y="20460"/>
                </a:cubicBezTo>
                <a:cubicBezTo>
                  <a:pt x="6719997" y="17217"/>
                  <a:pt x="6716469" y="14321"/>
                  <a:pt x="6712655" y="11773"/>
                </a:cubicBezTo>
                <a:cubicBezTo>
                  <a:pt x="6708842" y="9226"/>
                  <a:pt x="6704817" y="7074"/>
                  <a:pt x="6700579" y="5319"/>
                </a:cubicBezTo>
                <a:cubicBezTo>
                  <a:pt x="6696342" y="3563"/>
                  <a:pt x="6691974" y="2238"/>
                  <a:pt x="6687476" y="1344"/>
                </a:cubicBezTo>
                <a:cubicBezTo>
                  <a:pt x="6682978" y="449"/>
                  <a:pt x="6678435" y="1"/>
                  <a:pt x="6673850" y="0"/>
                </a:cubicBezTo>
                <a:lnTo>
                  <a:pt x="69850" y="0"/>
                </a:lnTo>
                <a:cubicBezTo>
                  <a:pt x="65263" y="1"/>
                  <a:pt x="60721" y="449"/>
                  <a:pt x="56222" y="1344"/>
                </a:cubicBezTo>
                <a:cubicBezTo>
                  <a:pt x="51724" y="2238"/>
                  <a:pt x="47356" y="3563"/>
                  <a:pt x="43119" y="5319"/>
                </a:cubicBezTo>
                <a:cubicBezTo>
                  <a:pt x="38882" y="7074"/>
                  <a:pt x="34856" y="9226"/>
                  <a:pt x="31043" y="11774"/>
                </a:cubicBezTo>
                <a:cubicBezTo>
                  <a:pt x="27229" y="14321"/>
                  <a:pt x="23701" y="17217"/>
                  <a:pt x="20458" y="20460"/>
                </a:cubicBezTo>
                <a:cubicBezTo>
                  <a:pt x="17215" y="23704"/>
                  <a:pt x="14319" y="27232"/>
                  <a:pt x="11771" y="31045"/>
                </a:cubicBezTo>
                <a:cubicBezTo>
                  <a:pt x="9223" y="34859"/>
                  <a:pt x="7072" y="38884"/>
                  <a:pt x="5316" y="43121"/>
                </a:cubicBezTo>
                <a:cubicBezTo>
                  <a:pt x="3561" y="47358"/>
                  <a:pt x="2236" y="51726"/>
                  <a:pt x="1342" y="56224"/>
                </a:cubicBezTo>
                <a:cubicBezTo>
                  <a:pt x="447" y="60722"/>
                  <a:pt x="0" y="65264"/>
                  <a:pt x="0" y="69850"/>
                </a:cubicBezTo>
                <a:close/>
                <a:moveTo>
                  <a:pt x="6965950" y="8045450"/>
                </a:moveTo>
              </a:path>
            </a:pathLst>
          </a:custGeom>
          <a:noFill/>
          <a:ln w="9524" cap="flat" cmpd="sng">
            <a:solidFill>
              <a:srgbClr val="D0D7DE">
                <a:alpha val="100000"/>
              </a:srgbClr>
            </a:solidFill>
            <a:miter lim="508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75" name="Freeform 675"/>
          <p:cNvSpPr/>
          <p:nvPr/>
        </p:nvSpPr>
        <p:spPr>
          <a:xfrm flipV="1">
            <a:off x="6376986" y="1243013"/>
            <a:ext cx="5067299" cy="2019299"/>
          </a:xfrm>
          <a:custGeom>
            <a:avLst/>
            <a:gdLst/>
            <a:ahLst/>
            <a:cxnLst/>
            <a:rect l="0" t="0" r="0" b="0"/>
            <a:pathLst>
              <a:path w="6756400" h="2692400">
                <a:moveTo>
                  <a:pt x="0" y="69850"/>
                </a:moveTo>
                <a:lnTo>
                  <a:pt x="0" y="2622550"/>
                </a:lnTo>
                <a:cubicBezTo>
                  <a:pt x="0" y="2627137"/>
                  <a:pt x="447" y="2631679"/>
                  <a:pt x="1341" y="2636178"/>
                </a:cubicBezTo>
                <a:cubicBezTo>
                  <a:pt x="2235" y="2640676"/>
                  <a:pt x="3560" y="2645044"/>
                  <a:pt x="5315" y="2649281"/>
                </a:cubicBezTo>
                <a:cubicBezTo>
                  <a:pt x="7070" y="2653518"/>
                  <a:pt x="9222" y="2657544"/>
                  <a:pt x="11771" y="2661357"/>
                </a:cubicBezTo>
                <a:cubicBezTo>
                  <a:pt x="14319" y="2665171"/>
                  <a:pt x="17214" y="2668699"/>
                  <a:pt x="20457" y="2671942"/>
                </a:cubicBezTo>
                <a:cubicBezTo>
                  <a:pt x="23700" y="2675185"/>
                  <a:pt x="27229" y="2678081"/>
                  <a:pt x="31042" y="2680629"/>
                </a:cubicBezTo>
                <a:cubicBezTo>
                  <a:pt x="34855" y="2683177"/>
                  <a:pt x="38880" y="2685328"/>
                  <a:pt x="43118" y="2687084"/>
                </a:cubicBezTo>
                <a:cubicBezTo>
                  <a:pt x="47356" y="2688839"/>
                  <a:pt x="51723" y="2690164"/>
                  <a:pt x="56222" y="2691058"/>
                </a:cubicBezTo>
                <a:cubicBezTo>
                  <a:pt x="60720" y="2691953"/>
                  <a:pt x="65263" y="2692400"/>
                  <a:pt x="69850" y="2692400"/>
                </a:cubicBezTo>
                <a:lnTo>
                  <a:pt x="6686550" y="2692400"/>
                </a:lnTo>
                <a:cubicBezTo>
                  <a:pt x="6691135" y="2692400"/>
                  <a:pt x="6695678" y="2691953"/>
                  <a:pt x="6700177" y="2691058"/>
                </a:cubicBezTo>
                <a:cubicBezTo>
                  <a:pt x="6704674" y="2690164"/>
                  <a:pt x="6709041" y="2688839"/>
                  <a:pt x="6713280" y="2687084"/>
                </a:cubicBezTo>
                <a:cubicBezTo>
                  <a:pt x="6717517" y="2685328"/>
                  <a:pt x="6721541" y="2683177"/>
                  <a:pt x="6725355" y="2680629"/>
                </a:cubicBezTo>
                <a:cubicBezTo>
                  <a:pt x="6729169" y="2678081"/>
                  <a:pt x="6732697" y="2675185"/>
                  <a:pt x="6735940" y="2671942"/>
                </a:cubicBezTo>
                <a:cubicBezTo>
                  <a:pt x="6739182" y="2668699"/>
                  <a:pt x="6742078" y="2665171"/>
                  <a:pt x="6744625" y="2661357"/>
                </a:cubicBezTo>
                <a:cubicBezTo>
                  <a:pt x="6747174" y="2657544"/>
                  <a:pt x="6749326" y="2653518"/>
                  <a:pt x="6751082" y="2649281"/>
                </a:cubicBezTo>
                <a:cubicBezTo>
                  <a:pt x="6752835" y="2645044"/>
                  <a:pt x="6754161" y="2640676"/>
                  <a:pt x="6755057" y="2636178"/>
                </a:cubicBezTo>
                <a:cubicBezTo>
                  <a:pt x="6755951" y="2631679"/>
                  <a:pt x="6756400" y="2627137"/>
                  <a:pt x="6756400" y="2622550"/>
                </a:cubicBezTo>
                <a:lnTo>
                  <a:pt x="6756400" y="69850"/>
                </a:lnTo>
                <a:cubicBezTo>
                  <a:pt x="6756400" y="65264"/>
                  <a:pt x="6755951" y="60722"/>
                  <a:pt x="6755057" y="56223"/>
                </a:cubicBezTo>
                <a:cubicBezTo>
                  <a:pt x="6754161" y="51725"/>
                  <a:pt x="6752835" y="47358"/>
                  <a:pt x="6751082" y="43120"/>
                </a:cubicBezTo>
                <a:cubicBezTo>
                  <a:pt x="6749326" y="38883"/>
                  <a:pt x="6747174" y="34858"/>
                  <a:pt x="6744627" y="31044"/>
                </a:cubicBezTo>
                <a:cubicBezTo>
                  <a:pt x="6742078" y="27231"/>
                  <a:pt x="6739182" y="23702"/>
                  <a:pt x="6735940" y="20459"/>
                </a:cubicBezTo>
                <a:cubicBezTo>
                  <a:pt x="6732697" y="17217"/>
                  <a:pt x="6729169" y="14321"/>
                  <a:pt x="6725356" y="11773"/>
                </a:cubicBezTo>
                <a:cubicBezTo>
                  <a:pt x="6721541" y="9225"/>
                  <a:pt x="6717517" y="7073"/>
                  <a:pt x="6713280" y="5318"/>
                </a:cubicBezTo>
                <a:cubicBezTo>
                  <a:pt x="6709041" y="3563"/>
                  <a:pt x="6704674" y="2238"/>
                  <a:pt x="6700177" y="1343"/>
                </a:cubicBezTo>
                <a:cubicBezTo>
                  <a:pt x="6695678" y="448"/>
                  <a:pt x="6691135" y="0"/>
                  <a:pt x="6686550" y="0"/>
                </a:cubicBezTo>
                <a:lnTo>
                  <a:pt x="69850" y="0"/>
                </a:lnTo>
                <a:cubicBezTo>
                  <a:pt x="65263" y="0"/>
                  <a:pt x="60720" y="448"/>
                  <a:pt x="56222" y="1343"/>
                </a:cubicBezTo>
                <a:cubicBezTo>
                  <a:pt x="51723" y="2238"/>
                  <a:pt x="47356" y="3563"/>
                  <a:pt x="43118" y="5318"/>
                </a:cubicBezTo>
                <a:cubicBezTo>
                  <a:pt x="38880" y="7073"/>
                  <a:pt x="34855" y="9225"/>
                  <a:pt x="31042" y="11773"/>
                </a:cubicBezTo>
                <a:cubicBezTo>
                  <a:pt x="27229" y="14321"/>
                  <a:pt x="23700" y="17217"/>
                  <a:pt x="20457" y="20459"/>
                </a:cubicBezTo>
                <a:cubicBezTo>
                  <a:pt x="17214" y="23702"/>
                  <a:pt x="14319" y="27231"/>
                  <a:pt x="11771" y="31044"/>
                </a:cubicBezTo>
                <a:cubicBezTo>
                  <a:pt x="9222" y="34858"/>
                  <a:pt x="7070" y="38883"/>
                  <a:pt x="5315" y="43120"/>
                </a:cubicBezTo>
                <a:cubicBezTo>
                  <a:pt x="3560" y="47358"/>
                  <a:pt x="2235" y="51725"/>
                  <a:pt x="1341" y="56223"/>
                </a:cubicBezTo>
                <a:cubicBezTo>
                  <a:pt x="447" y="60722"/>
                  <a:pt x="0" y="65264"/>
                  <a:pt x="0" y="69850"/>
                </a:cubicBezTo>
                <a:close/>
                <a:moveTo>
                  <a:pt x="-4222750" y="4349750"/>
                </a:moveTo>
              </a:path>
            </a:pathLst>
          </a:custGeom>
          <a:solidFill>
            <a:srgbClr val="F6F8FA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76" name="Freeform 676"/>
          <p:cNvSpPr/>
          <p:nvPr/>
        </p:nvSpPr>
        <p:spPr>
          <a:xfrm flipV="1">
            <a:off x="6376986" y="1243013"/>
            <a:ext cx="5067299" cy="2019299"/>
          </a:xfrm>
          <a:custGeom>
            <a:avLst/>
            <a:gdLst/>
            <a:ahLst/>
            <a:cxnLst/>
            <a:rect l="0" t="0" r="0" b="0"/>
            <a:pathLst>
              <a:path w="6756400" h="2692400">
                <a:moveTo>
                  <a:pt x="0" y="69850"/>
                </a:moveTo>
                <a:lnTo>
                  <a:pt x="0" y="2622550"/>
                </a:lnTo>
                <a:cubicBezTo>
                  <a:pt x="0" y="2627137"/>
                  <a:pt x="447" y="2631679"/>
                  <a:pt x="1341" y="2636178"/>
                </a:cubicBezTo>
                <a:cubicBezTo>
                  <a:pt x="2235" y="2640676"/>
                  <a:pt x="3560" y="2645044"/>
                  <a:pt x="5315" y="2649281"/>
                </a:cubicBezTo>
                <a:cubicBezTo>
                  <a:pt x="7070" y="2653518"/>
                  <a:pt x="9222" y="2657544"/>
                  <a:pt x="11771" y="2661357"/>
                </a:cubicBezTo>
                <a:cubicBezTo>
                  <a:pt x="14319" y="2665171"/>
                  <a:pt x="17214" y="2668699"/>
                  <a:pt x="20457" y="2671942"/>
                </a:cubicBezTo>
                <a:cubicBezTo>
                  <a:pt x="23700" y="2675185"/>
                  <a:pt x="27229" y="2678081"/>
                  <a:pt x="31042" y="2680629"/>
                </a:cubicBezTo>
                <a:cubicBezTo>
                  <a:pt x="34855" y="2683177"/>
                  <a:pt x="38880" y="2685328"/>
                  <a:pt x="43118" y="2687084"/>
                </a:cubicBezTo>
                <a:cubicBezTo>
                  <a:pt x="47356" y="2688839"/>
                  <a:pt x="51723" y="2690164"/>
                  <a:pt x="56222" y="2691058"/>
                </a:cubicBezTo>
                <a:cubicBezTo>
                  <a:pt x="60720" y="2691953"/>
                  <a:pt x="65263" y="2692400"/>
                  <a:pt x="69850" y="2692400"/>
                </a:cubicBezTo>
                <a:lnTo>
                  <a:pt x="6686550" y="2692400"/>
                </a:lnTo>
                <a:cubicBezTo>
                  <a:pt x="6691135" y="2692400"/>
                  <a:pt x="6695678" y="2691953"/>
                  <a:pt x="6700177" y="2691058"/>
                </a:cubicBezTo>
                <a:cubicBezTo>
                  <a:pt x="6704674" y="2690164"/>
                  <a:pt x="6709041" y="2688839"/>
                  <a:pt x="6713280" y="2687084"/>
                </a:cubicBezTo>
                <a:cubicBezTo>
                  <a:pt x="6717517" y="2685328"/>
                  <a:pt x="6721541" y="2683177"/>
                  <a:pt x="6725355" y="2680629"/>
                </a:cubicBezTo>
                <a:cubicBezTo>
                  <a:pt x="6729169" y="2678081"/>
                  <a:pt x="6732697" y="2675185"/>
                  <a:pt x="6735940" y="2671942"/>
                </a:cubicBezTo>
                <a:cubicBezTo>
                  <a:pt x="6739182" y="2668699"/>
                  <a:pt x="6742078" y="2665171"/>
                  <a:pt x="6744625" y="2661357"/>
                </a:cubicBezTo>
                <a:cubicBezTo>
                  <a:pt x="6747174" y="2657544"/>
                  <a:pt x="6749326" y="2653518"/>
                  <a:pt x="6751082" y="2649281"/>
                </a:cubicBezTo>
                <a:cubicBezTo>
                  <a:pt x="6752835" y="2645044"/>
                  <a:pt x="6754161" y="2640676"/>
                  <a:pt x="6755057" y="2636178"/>
                </a:cubicBezTo>
                <a:cubicBezTo>
                  <a:pt x="6755951" y="2631679"/>
                  <a:pt x="6756400" y="2627137"/>
                  <a:pt x="6756400" y="2622550"/>
                </a:cubicBezTo>
                <a:lnTo>
                  <a:pt x="6756400" y="69850"/>
                </a:lnTo>
                <a:cubicBezTo>
                  <a:pt x="6756400" y="65264"/>
                  <a:pt x="6755951" y="60722"/>
                  <a:pt x="6755057" y="56223"/>
                </a:cubicBezTo>
                <a:cubicBezTo>
                  <a:pt x="6754161" y="51725"/>
                  <a:pt x="6752835" y="47358"/>
                  <a:pt x="6751082" y="43120"/>
                </a:cubicBezTo>
                <a:cubicBezTo>
                  <a:pt x="6749326" y="38883"/>
                  <a:pt x="6747174" y="34858"/>
                  <a:pt x="6744627" y="31044"/>
                </a:cubicBezTo>
                <a:cubicBezTo>
                  <a:pt x="6742078" y="27231"/>
                  <a:pt x="6739182" y="23702"/>
                  <a:pt x="6735940" y="20459"/>
                </a:cubicBezTo>
                <a:cubicBezTo>
                  <a:pt x="6732697" y="17217"/>
                  <a:pt x="6729169" y="14321"/>
                  <a:pt x="6725356" y="11773"/>
                </a:cubicBezTo>
                <a:cubicBezTo>
                  <a:pt x="6721541" y="9225"/>
                  <a:pt x="6717517" y="7073"/>
                  <a:pt x="6713280" y="5318"/>
                </a:cubicBezTo>
                <a:cubicBezTo>
                  <a:pt x="6709041" y="3563"/>
                  <a:pt x="6704674" y="2238"/>
                  <a:pt x="6700177" y="1343"/>
                </a:cubicBezTo>
                <a:cubicBezTo>
                  <a:pt x="6695678" y="448"/>
                  <a:pt x="6691135" y="0"/>
                  <a:pt x="6686550" y="0"/>
                </a:cubicBezTo>
                <a:lnTo>
                  <a:pt x="69850" y="0"/>
                </a:lnTo>
                <a:cubicBezTo>
                  <a:pt x="65263" y="0"/>
                  <a:pt x="60720" y="448"/>
                  <a:pt x="56222" y="1343"/>
                </a:cubicBezTo>
                <a:cubicBezTo>
                  <a:pt x="51723" y="2238"/>
                  <a:pt x="47356" y="3563"/>
                  <a:pt x="43118" y="5318"/>
                </a:cubicBezTo>
                <a:cubicBezTo>
                  <a:pt x="38880" y="7073"/>
                  <a:pt x="34855" y="9225"/>
                  <a:pt x="31042" y="11773"/>
                </a:cubicBezTo>
                <a:cubicBezTo>
                  <a:pt x="27229" y="14321"/>
                  <a:pt x="23700" y="17217"/>
                  <a:pt x="20457" y="20459"/>
                </a:cubicBezTo>
                <a:cubicBezTo>
                  <a:pt x="17214" y="23702"/>
                  <a:pt x="14319" y="27231"/>
                  <a:pt x="11771" y="31044"/>
                </a:cubicBezTo>
                <a:cubicBezTo>
                  <a:pt x="9222" y="34858"/>
                  <a:pt x="7070" y="38883"/>
                  <a:pt x="5315" y="43120"/>
                </a:cubicBezTo>
                <a:cubicBezTo>
                  <a:pt x="3560" y="47358"/>
                  <a:pt x="2235" y="51725"/>
                  <a:pt x="1341" y="56223"/>
                </a:cubicBezTo>
                <a:cubicBezTo>
                  <a:pt x="447" y="60722"/>
                  <a:pt x="0" y="65264"/>
                  <a:pt x="0" y="69850"/>
                </a:cubicBezTo>
                <a:close/>
                <a:moveTo>
                  <a:pt x="-4222750" y="4349750"/>
                </a:moveTo>
              </a:path>
            </a:pathLst>
          </a:custGeom>
          <a:noFill/>
          <a:ln w="9524" cap="flat" cmpd="sng">
            <a:solidFill>
              <a:srgbClr val="D0D7DE">
                <a:alpha val="100000"/>
              </a:srgbClr>
            </a:solidFill>
            <a:miter lim="508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77" name="Rectangle 677"/>
          <p:cNvSpPr/>
          <p:nvPr/>
        </p:nvSpPr>
        <p:spPr>
          <a:xfrm>
            <a:off x="914400" y="830755"/>
            <a:ext cx="4516756" cy="503613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1640" b="0" i="0" spc="0" baseline="0" dirty="0">
                <a:solidFill>
                  <a:srgbClr val="1F2328"/>
                </a:solidFill>
                <a:latin typeface="Menlo"/>
              </a:rPr>
              <a:t>Context: </a:t>
            </a:r>
          </a:p>
          <a:p>
            <a:pPr marL="0">
              <a:lnSpc>
                <a:spcPts val="1863"/>
              </a:lnSpc>
            </a:pPr>
            <a:r>
              <a:rPr lang="en-GB" sz="1640" b="0" i="0" spc="0" baseline="0" dirty="0">
                <a:solidFill>
                  <a:srgbClr val="1F2328"/>
                </a:solidFill>
                <a:latin typeface="Menlo"/>
              </a:rPr>
              <a:t>A 4-week university study plan </a:t>
            </a:r>
          </a:p>
          <a:p>
            <a:pPr marL="0">
              <a:lnSpc>
                <a:spcPts val="1930"/>
              </a:lnSpc>
            </a:pPr>
            <a:r>
              <a:rPr lang="en-GB" sz="1640" b="0" i="0" spc="0" baseline="0" dirty="0">
                <a:solidFill>
                  <a:srgbClr val="1F2328"/>
                </a:solidFill>
                <a:latin typeface="Menlo"/>
              </a:rPr>
              <a:t> with tasks organised into sections,</a:t>
            </a:r>
          </a:p>
          <a:p>
            <a:pPr marL="0">
              <a:lnSpc>
                <a:spcPts val="1863"/>
              </a:lnSpc>
            </a:pPr>
            <a:r>
              <a:rPr lang="en-GB" sz="1640" b="0" i="0" spc="0" baseline="0" dirty="0">
                <a:solidFill>
                  <a:srgbClr val="1F2328"/>
                </a:solidFill>
                <a:latin typeface="Menlo"/>
              </a:rPr>
              <a:t> provided below</a:t>
            </a:r>
          </a:p>
          <a:p>
            <a:pPr marL="0">
              <a:lnSpc>
                <a:spcPts val="3794"/>
              </a:lnSpc>
            </a:pPr>
            <a:r>
              <a:rPr lang="en-GB" sz="1640" b="0" i="0" spc="0" baseline="0" dirty="0">
                <a:solidFill>
                  <a:srgbClr val="1F2328"/>
                </a:solidFill>
                <a:latin typeface="Menlo"/>
              </a:rPr>
              <a:t>Role: </a:t>
            </a:r>
          </a:p>
          <a:p>
            <a:pPr marL="0">
              <a:lnSpc>
                <a:spcPts val="1863"/>
              </a:lnSpc>
            </a:pPr>
            <a:r>
              <a:rPr lang="en-GB" sz="1640" b="0" i="0" spc="0" baseline="0" dirty="0">
                <a:solidFill>
                  <a:srgbClr val="1F2328"/>
                </a:solidFill>
                <a:latin typeface="Menlo"/>
              </a:rPr>
              <a:t>Act as a Mermaid diagram expert</a:t>
            </a:r>
          </a:p>
          <a:p>
            <a:pPr marL="0">
              <a:lnSpc>
                <a:spcPts val="3794"/>
              </a:lnSpc>
            </a:pPr>
            <a:r>
              <a:rPr lang="en-GB" sz="1640" b="0" i="0" spc="0" baseline="0" dirty="0">
                <a:solidFill>
                  <a:srgbClr val="1F2328"/>
                </a:solidFill>
                <a:latin typeface="Menlo"/>
              </a:rPr>
              <a:t>Action: </a:t>
            </a:r>
          </a:p>
          <a:p>
            <a:pPr marL="0">
              <a:lnSpc>
                <a:spcPts val="1863"/>
              </a:lnSpc>
            </a:pPr>
            <a:r>
              <a:rPr lang="en-GB" sz="1640" b="0" i="0" spc="0" baseline="0" dirty="0">
                <a:solidFill>
                  <a:srgbClr val="1F2328"/>
                </a:solidFill>
                <a:latin typeface="Menlo"/>
              </a:rPr>
              <a:t>Generate Mermaid gantt chart code</a:t>
            </a:r>
          </a:p>
          <a:p>
            <a:pPr marL="0">
              <a:lnSpc>
                <a:spcPts val="1863"/>
              </a:lnSpc>
            </a:pPr>
            <a:r>
              <a:rPr lang="en-GB" sz="1640" b="0" i="0" spc="0" baseline="0" dirty="0">
                <a:solidFill>
                  <a:srgbClr val="1F2328"/>
                </a:solidFill>
                <a:latin typeface="Menlo"/>
              </a:rPr>
              <a:t> for my study plan.</a:t>
            </a:r>
          </a:p>
          <a:p>
            <a:pPr marL="0">
              <a:lnSpc>
                <a:spcPts val="3794"/>
              </a:lnSpc>
            </a:pPr>
            <a:r>
              <a:rPr lang="en-GB" sz="1640" b="0" i="0" spc="0" baseline="0" dirty="0">
                <a:solidFill>
                  <a:srgbClr val="1F2328"/>
                </a:solidFill>
                <a:latin typeface="Menlo"/>
              </a:rPr>
              <a:t>Format: </a:t>
            </a:r>
          </a:p>
          <a:p>
            <a:pPr marL="0">
              <a:lnSpc>
                <a:spcPts val="1863"/>
              </a:lnSpc>
            </a:pPr>
            <a:r>
              <a:rPr lang="en-GB" sz="1640" b="0" i="0" spc="0" baseline="0" dirty="0">
                <a:solidFill>
                  <a:srgbClr val="1F2328"/>
                </a:solidFill>
                <a:latin typeface="Menlo"/>
              </a:rPr>
              <a:t>- Bare Mermaid code only. </a:t>
            </a:r>
          </a:p>
          <a:p>
            <a:pPr marL="0">
              <a:lnSpc>
                <a:spcPts val="1930"/>
              </a:lnSpc>
            </a:pPr>
            <a:r>
              <a:rPr lang="en-GB" sz="1640" b="0" i="0" spc="0" baseline="0" dirty="0">
                <a:solidFill>
                  <a:srgbClr val="1F2328"/>
                </a:solidFill>
                <a:latin typeface="Menlo"/>
              </a:rPr>
              <a:t>- Use `dateFormat YYYY-MM-DD` </a:t>
            </a:r>
          </a:p>
          <a:p>
            <a:pPr marL="0">
              <a:lnSpc>
                <a:spcPts val="1863"/>
              </a:lnSpc>
            </a:pPr>
            <a:r>
              <a:rPr lang="en-GB" sz="1640" b="0" i="0" spc="0" baseline="0" dirty="0">
                <a:solidFill>
                  <a:srgbClr val="1F2328"/>
                </a:solidFill>
                <a:latin typeface="Menlo"/>
              </a:rPr>
              <a:t>  as the only directive</a:t>
            </a:r>
          </a:p>
          <a:p>
            <a:pPr marL="0">
              <a:lnSpc>
                <a:spcPts val="3794"/>
              </a:lnSpc>
            </a:pPr>
            <a:r>
              <a:rPr lang="en-GB" sz="1640" b="0" i="0" spc="0" baseline="0" dirty="0">
                <a:solidFill>
                  <a:srgbClr val="1F2328"/>
                </a:solidFill>
                <a:latin typeface="Menlo"/>
              </a:rPr>
              <a:t>Target: </a:t>
            </a:r>
          </a:p>
          <a:p>
            <a:pPr marL="0">
              <a:lnSpc>
                <a:spcPts val="1863"/>
              </a:lnSpc>
            </a:pPr>
            <a:r>
              <a:rPr lang="en-GB" sz="1640" b="0" i="0" spc="0" baseline="0" dirty="0">
                <a:solidFill>
                  <a:srgbClr val="1F2328"/>
                </a:solidFill>
                <a:latin typeface="Menlo"/>
              </a:rPr>
              <a:t>- Simple and readable</a:t>
            </a:r>
          </a:p>
          <a:p>
            <a:pPr marL="0">
              <a:lnSpc>
                <a:spcPts val="1930"/>
              </a:lnSpc>
            </a:pPr>
            <a:r>
              <a:rPr lang="en-GB" sz="1640" b="0" i="0" spc="0" baseline="0" dirty="0">
                <a:solidFill>
                  <a:srgbClr val="1F2328"/>
                </a:solidFill>
                <a:latin typeface="Menlo"/>
              </a:rPr>
              <a:t>- Minimal syntax</a:t>
            </a:r>
          </a:p>
          <a:p>
            <a:pPr marL="0">
              <a:lnSpc>
                <a:spcPts val="1863"/>
              </a:lnSpc>
            </a:pPr>
            <a:r>
              <a:rPr lang="en-GB" sz="1640" b="0" i="0" spc="0" baseline="0" dirty="0">
                <a:solidFill>
                  <a:srgbClr val="1F2328"/>
                </a:solidFill>
                <a:latin typeface="Menlo"/>
              </a:rPr>
              <a:t>- Suitable for a beginner</a:t>
            </a:r>
          </a:p>
        </p:txBody>
      </p:sp>
      <p:sp>
        <p:nvSpPr>
          <p:cNvPr id="678" name="Rectangle 678"/>
          <p:cNvSpPr/>
          <p:nvPr/>
        </p:nvSpPr>
        <p:spPr>
          <a:xfrm>
            <a:off x="6372224" y="717933"/>
            <a:ext cx="4908756" cy="238054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2174" b="0" i="1" spc="0" baseline="0" dirty="0">
                <a:solidFill>
                  <a:srgbClr val="1F2328"/>
                </a:solidFill>
                <a:latin typeface="Arial"/>
              </a:rPr>
              <a:t>...continued</a:t>
            </a:r>
          </a:p>
          <a:p>
            <a:pPr marL="161925">
              <a:lnSpc>
                <a:spcPts val="3868"/>
              </a:lnSpc>
              <a:tabLst>
                <a:tab pos="1274463" algn="l"/>
                <a:tab pos="2683679" algn="l"/>
                <a:tab pos="3944556" algn="l"/>
              </a:tabLst>
            </a:pPr>
            <a:r>
              <a:rPr lang="en-GB" sz="970" b="0" i="0" spc="0" baseline="0" dirty="0">
                <a:solidFill>
                  <a:srgbClr val="1F2328"/>
                </a:solidFill>
                <a:latin typeface="Menlo"/>
              </a:rPr>
              <a:t>| Section	| Task	| Start	| Duratio</a:t>
            </a:r>
            <a:r>
              <a:rPr lang="en-GB" sz="970" b="0" i="0" spc="1168" baseline="0" dirty="0">
                <a:solidFill>
                  <a:srgbClr val="1F2328"/>
                </a:solidFill>
                <a:latin typeface="Menlo"/>
              </a:rPr>
              <a:t>n|</a:t>
            </a:r>
          </a:p>
          <a:p>
            <a:pPr marL="161925">
              <a:lnSpc>
                <a:spcPts val="1101"/>
              </a:lnSpc>
            </a:pPr>
            <a:r>
              <a:rPr lang="en-GB" sz="970" b="0" i="0" spc="0" baseline="0" dirty="0">
                <a:solidFill>
                  <a:srgbClr val="1F2328"/>
                </a:solidFill>
                <a:latin typeface="Menlo"/>
              </a:rPr>
              <a:t>|--------------|------------------|----------------|-----------|</a:t>
            </a:r>
          </a:p>
          <a:p>
            <a:pPr marL="161925">
              <a:lnSpc>
                <a:spcPts val="1141"/>
              </a:lnSpc>
              <a:tabLst>
                <a:tab pos="2683679" algn="l"/>
                <a:tab pos="3944556" algn="l"/>
                <a:tab pos="4834587" algn="l"/>
                <a:tab pos="4834587" algn="l"/>
              </a:tabLst>
            </a:pPr>
            <a:r>
              <a:rPr lang="en-GB" sz="970" b="0" i="0" spc="0" baseline="0" dirty="0">
                <a:solidFill>
                  <a:srgbClr val="1F2328"/>
                </a:solidFill>
                <a:latin typeface="Menlo"/>
              </a:rPr>
              <a:t>| Foundation</a:t>
            </a:r>
            <a:r>
              <a:rPr lang="en-GB" sz="970" b="0" i="0" spc="1168" baseline="0" dirty="0">
                <a:solidFill>
                  <a:srgbClr val="1F2328"/>
                </a:solidFill>
                <a:latin typeface="Menlo"/>
              </a:rPr>
              <a:t>s</a:t>
            </a:r>
            <a:r>
              <a:rPr lang="en-GB" sz="970" b="0" i="0" spc="0" baseline="0" dirty="0">
                <a:solidFill>
                  <a:srgbClr val="1F2328"/>
                </a:solidFill>
                <a:latin typeface="Menlo"/>
              </a:rPr>
              <a:t>| Read Ch.1-2	| 2025-03-01	| 3d	|	</a:t>
            </a:r>
          </a:p>
          <a:p>
            <a:pPr marL="161925">
              <a:lnSpc>
                <a:spcPts val="1101"/>
              </a:lnSpc>
              <a:tabLst>
                <a:tab pos="2683679" algn="l"/>
                <a:tab pos="4834587" algn="l"/>
                <a:tab pos="4834587" algn="l"/>
              </a:tabLst>
            </a:pPr>
            <a:r>
              <a:rPr lang="en-GB" sz="970" b="0" i="0" spc="0" baseline="0" dirty="0">
                <a:solidFill>
                  <a:srgbClr val="1F2328"/>
                </a:solidFill>
                <a:latin typeface="Menlo"/>
              </a:rPr>
              <a:t>| Foundation</a:t>
            </a:r>
            <a:r>
              <a:rPr lang="en-GB" sz="970" b="0" i="0" spc="1168" baseline="0" dirty="0">
                <a:solidFill>
                  <a:srgbClr val="1F2328"/>
                </a:solidFill>
                <a:latin typeface="Menlo"/>
              </a:rPr>
              <a:t>s</a:t>
            </a:r>
            <a:r>
              <a:rPr lang="en-GB" sz="970" b="0" i="0" spc="0" baseline="0" dirty="0">
                <a:solidFill>
                  <a:srgbClr val="1F2328"/>
                </a:solidFill>
                <a:latin typeface="Menlo"/>
              </a:rPr>
              <a:t>| Watch lectures	| after previous | 2d	|	</a:t>
            </a:r>
          </a:p>
          <a:p>
            <a:pPr marL="161925">
              <a:lnSpc>
                <a:spcPts val="1101"/>
              </a:lnSpc>
              <a:tabLst>
                <a:tab pos="1274463" algn="l"/>
                <a:tab pos="3944556" algn="l"/>
                <a:tab pos="4834587" algn="l"/>
                <a:tab pos="4834587" algn="l"/>
              </a:tabLst>
            </a:pPr>
            <a:r>
              <a:rPr lang="en-GB" sz="970" b="0" i="0" spc="0" baseline="0" dirty="0">
                <a:solidFill>
                  <a:srgbClr val="1F2328"/>
                </a:solidFill>
                <a:latin typeface="Menlo"/>
              </a:rPr>
              <a:t>| Analysis	| Case study draft | 2025-03-06	| 4d	|	</a:t>
            </a:r>
          </a:p>
          <a:p>
            <a:pPr marL="161925">
              <a:lnSpc>
                <a:spcPts val="1141"/>
              </a:lnSpc>
              <a:tabLst>
                <a:tab pos="1274463" algn="l"/>
                <a:tab pos="2683679" algn="l"/>
                <a:tab pos="4834587" algn="l"/>
                <a:tab pos="4834587" algn="l"/>
              </a:tabLst>
            </a:pPr>
            <a:r>
              <a:rPr lang="en-GB" sz="970" b="0" i="0" spc="0" baseline="0" dirty="0">
                <a:solidFill>
                  <a:srgbClr val="1F2328"/>
                </a:solidFill>
                <a:latin typeface="Menlo"/>
              </a:rPr>
              <a:t>| Analysis	| Peer feedback	| after previous | 2d	|	</a:t>
            </a:r>
          </a:p>
          <a:p>
            <a:pPr marL="161925">
              <a:lnSpc>
                <a:spcPts val="1101"/>
              </a:lnSpc>
              <a:tabLst>
                <a:tab pos="1274463" algn="l"/>
                <a:tab pos="2683679" algn="l"/>
                <a:tab pos="3944556" algn="l"/>
                <a:tab pos="4834587" algn="l"/>
                <a:tab pos="4834587" algn="l"/>
              </a:tabLst>
            </a:pPr>
            <a:r>
              <a:rPr lang="en-GB" sz="970" b="0" i="0" spc="0" baseline="0" dirty="0">
                <a:solidFill>
                  <a:srgbClr val="1F2328"/>
                </a:solidFill>
                <a:latin typeface="Menlo"/>
              </a:rPr>
              <a:t>| Writing	| Essay outline	| 2025-03-12	| 2d	|	</a:t>
            </a:r>
          </a:p>
          <a:p>
            <a:pPr marL="161925">
              <a:lnSpc>
                <a:spcPts val="1101"/>
              </a:lnSpc>
              <a:tabLst>
                <a:tab pos="1274463" algn="l"/>
                <a:tab pos="2683679" algn="l"/>
                <a:tab pos="4834587" algn="l"/>
                <a:tab pos="4834587" algn="l"/>
              </a:tabLst>
            </a:pPr>
            <a:r>
              <a:rPr lang="en-GB" sz="970" b="0" i="0" spc="0" baseline="0" dirty="0">
                <a:solidFill>
                  <a:srgbClr val="1F2328"/>
                </a:solidFill>
                <a:latin typeface="Menlo"/>
              </a:rPr>
              <a:t>| Writing	| First draft	| after previous | 4d	|	</a:t>
            </a:r>
          </a:p>
          <a:p>
            <a:pPr marL="161925">
              <a:lnSpc>
                <a:spcPts val="1141"/>
              </a:lnSpc>
              <a:tabLst>
                <a:tab pos="1274463" algn="l"/>
                <a:tab pos="2683679" algn="l"/>
                <a:tab pos="4834587" algn="l"/>
                <a:tab pos="4834587" algn="l"/>
              </a:tabLst>
            </a:pPr>
            <a:r>
              <a:rPr lang="en-GB" sz="970" b="0" i="0" spc="0" baseline="0" dirty="0">
                <a:solidFill>
                  <a:srgbClr val="1F2328"/>
                </a:solidFill>
                <a:latin typeface="Menlo"/>
              </a:rPr>
              <a:t>| Writing	| Revision	| after previous | 2d	|	</a:t>
            </a:r>
          </a:p>
          <a:p>
            <a:pPr marL="161925">
              <a:lnSpc>
                <a:spcPts val="1101"/>
              </a:lnSpc>
              <a:tabLst>
                <a:tab pos="1274463" algn="l"/>
                <a:tab pos="2683679" algn="l"/>
                <a:tab pos="3944556" algn="l"/>
                <a:tab pos="4834587" algn="l"/>
                <a:tab pos="4834587" algn="l"/>
              </a:tabLst>
            </a:pPr>
            <a:r>
              <a:rPr lang="en-GB" sz="970" b="0" i="0" spc="0" baseline="0" dirty="0">
                <a:solidFill>
                  <a:srgbClr val="1F2328"/>
                </a:solidFill>
                <a:latin typeface="Menlo"/>
              </a:rPr>
              <a:t>| Exam Prep	| Past papers	| 2025-03-20	| 3d	|	</a:t>
            </a:r>
          </a:p>
          <a:p>
            <a:pPr marL="161925">
              <a:lnSpc>
                <a:spcPts val="1101"/>
              </a:lnSpc>
              <a:tabLst>
                <a:tab pos="1274463" algn="l"/>
                <a:tab pos="4834587" algn="l"/>
                <a:tab pos="4834587" algn="l"/>
              </a:tabLst>
            </a:pPr>
            <a:r>
              <a:rPr lang="en-GB" sz="970" b="0" i="0" spc="0" baseline="0" dirty="0">
                <a:solidFill>
                  <a:srgbClr val="1F2328"/>
                </a:solidFill>
                <a:latin typeface="Menlo"/>
              </a:rPr>
              <a:t>| Exam Prep	| Flashcard review | after previous | 2d	|	</a:t>
            </a:r>
          </a:p>
          <a:p>
            <a:pPr marL="161925">
              <a:lnSpc>
                <a:spcPts val="1141"/>
              </a:lnSpc>
              <a:tabLst>
                <a:tab pos="1274463" algn="l"/>
                <a:tab pos="2683679" algn="l"/>
                <a:tab pos="3944556" algn="l"/>
              </a:tabLst>
            </a:pPr>
            <a:r>
              <a:rPr lang="en-GB" sz="970" b="0" i="0" spc="0" baseline="0" dirty="0">
                <a:solidFill>
                  <a:srgbClr val="1F2328"/>
                </a:solidFill>
                <a:latin typeface="Menlo"/>
              </a:rPr>
              <a:t>| Exam Prep	| Mock exam	| 2025-03-26	| milestone |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Freeform 679"/>
          <p:cNvSpPr/>
          <p:nvPr/>
        </p:nvSpPr>
        <p:spPr>
          <a:xfrm flipV="1">
            <a:off x="0" y="-17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80" name="Freeform 680"/>
          <p:cNvSpPr/>
          <p:nvPr/>
        </p:nvSpPr>
        <p:spPr>
          <a:xfrm flipV="1">
            <a:off x="0" y="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81" name="Freeform 681"/>
          <p:cNvSpPr/>
          <p:nvPr/>
        </p:nvSpPr>
        <p:spPr>
          <a:xfrm flipV="1">
            <a:off x="826849" y="1571625"/>
            <a:ext cx="375127" cy="438149"/>
          </a:xfrm>
          <a:custGeom>
            <a:avLst/>
            <a:gdLst/>
            <a:ahLst/>
            <a:cxnLst/>
            <a:rect l="0" t="0" r="0" b="0"/>
            <a:pathLst>
              <a:path w="383109" h="457200">
                <a:moveTo>
                  <a:pt x="381267" y="258433"/>
                </a:moveTo>
                <a:cubicBezTo>
                  <a:pt x="379413" y="263398"/>
                  <a:pt x="374663" y="266700"/>
                  <a:pt x="369355" y="266700"/>
                </a:cubicBezTo>
                <a:lnTo>
                  <a:pt x="216002" y="266700"/>
                </a:lnTo>
                <a:lnTo>
                  <a:pt x="304457" y="438684"/>
                </a:lnTo>
                <a:cubicBezTo>
                  <a:pt x="307239" y="444094"/>
                  <a:pt x="305804" y="450711"/>
                  <a:pt x="301016" y="454470"/>
                </a:cubicBezTo>
                <a:cubicBezTo>
                  <a:pt x="298704" y="456299"/>
                  <a:pt x="295923" y="457200"/>
                  <a:pt x="293155" y="457200"/>
                </a:cubicBezTo>
                <a:cubicBezTo>
                  <a:pt x="290195" y="457200"/>
                  <a:pt x="287236" y="456159"/>
                  <a:pt x="284861" y="454114"/>
                </a:cubicBezTo>
                <a:lnTo>
                  <a:pt x="191555" y="373533"/>
                </a:lnTo>
                <a:lnTo>
                  <a:pt x="5461" y="212814"/>
                </a:lnTo>
                <a:cubicBezTo>
                  <a:pt x="1448" y="209347"/>
                  <a:pt x="0" y="203747"/>
                  <a:pt x="1855" y="198781"/>
                </a:cubicBezTo>
                <a:cubicBezTo>
                  <a:pt x="3709" y="193815"/>
                  <a:pt x="8446" y="190500"/>
                  <a:pt x="13755" y="190500"/>
                </a:cubicBezTo>
                <a:lnTo>
                  <a:pt x="167107" y="190500"/>
                </a:lnTo>
                <a:lnTo>
                  <a:pt x="78651" y="18517"/>
                </a:lnTo>
                <a:cubicBezTo>
                  <a:pt x="75870" y="13107"/>
                  <a:pt x="77305" y="6490"/>
                  <a:pt x="82093" y="2731"/>
                </a:cubicBezTo>
                <a:cubicBezTo>
                  <a:pt x="84405" y="902"/>
                  <a:pt x="87186" y="0"/>
                  <a:pt x="89955" y="0"/>
                </a:cubicBezTo>
                <a:cubicBezTo>
                  <a:pt x="92914" y="0"/>
                  <a:pt x="95873" y="1042"/>
                  <a:pt x="98248" y="3087"/>
                </a:cubicBezTo>
                <a:lnTo>
                  <a:pt x="191555" y="83668"/>
                </a:lnTo>
                <a:lnTo>
                  <a:pt x="377648" y="244387"/>
                </a:lnTo>
                <a:cubicBezTo>
                  <a:pt x="381674" y="247854"/>
                  <a:pt x="383109" y="253454"/>
                  <a:pt x="381267" y="258433"/>
                </a:cubicBezTo>
                <a:close/>
                <a:moveTo>
                  <a:pt x="161722" y="457200"/>
                </a:moveTo>
              </a:path>
            </a:pathLst>
          </a:custGeom>
          <a:solidFill>
            <a:srgbClr val="FFAC33">
              <a:alpha val="100000"/>
            </a:srgbClr>
          </a:solidFill>
          <a:ln w="1217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82" name="Freeform 682"/>
          <p:cNvSpPr/>
          <p:nvPr/>
        </p:nvSpPr>
        <p:spPr>
          <a:xfrm flipV="1">
            <a:off x="7439023" y="2409825"/>
            <a:ext cx="609600" cy="371474"/>
          </a:xfrm>
          <a:custGeom>
            <a:avLst/>
            <a:gdLst/>
            <a:ahLst/>
            <a:cxnLst/>
            <a:rect l="0" t="0" r="0" b="0"/>
            <a:pathLst>
              <a:path w="812801" h="495300">
                <a:moveTo>
                  <a:pt x="1" y="76200"/>
                </a:moveTo>
                <a:lnTo>
                  <a:pt x="1" y="419100"/>
                </a:lnTo>
                <a:cubicBezTo>
                  <a:pt x="0" y="424104"/>
                  <a:pt x="487" y="429059"/>
                  <a:pt x="1463" y="433967"/>
                </a:cubicBezTo>
                <a:cubicBezTo>
                  <a:pt x="2439" y="438874"/>
                  <a:pt x="3885" y="443639"/>
                  <a:pt x="5799" y="448261"/>
                </a:cubicBezTo>
                <a:cubicBezTo>
                  <a:pt x="7714" y="452884"/>
                  <a:pt x="10061" y="457275"/>
                  <a:pt x="12842" y="461436"/>
                </a:cubicBezTo>
                <a:cubicBezTo>
                  <a:pt x="15621" y="465596"/>
                  <a:pt x="18780" y="469445"/>
                  <a:pt x="22319" y="472982"/>
                </a:cubicBezTo>
                <a:cubicBezTo>
                  <a:pt x="25856" y="476520"/>
                  <a:pt x="29705" y="479679"/>
                  <a:pt x="33865" y="482459"/>
                </a:cubicBezTo>
                <a:cubicBezTo>
                  <a:pt x="38025" y="485239"/>
                  <a:pt x="42417" y="487586"/>
                  <a:pt x="47039" y="489500"/>
                </a:cubicBezTo>
                <a:cubicBezTo>
                  <a:pt x="51662" y="491415"/>
                  <a:pt x="56427" y="492860"/>
                  <a:pt x="61334" y="493836"/>
                </a:cubicBezTo>
                <a:cubicBezTo>
                  <a:pt x="66241" y="494813"/>
                  <a:pt x="71197" y="495300"/>
                  <a:pt x="76201" y="495300"/>
                </a:cubicBezTo>
                <a:lnTo>
                  <a:pt x="736601" y="495300"/>
                </a:lnTo>
                <a:cubicBezTo>
                  <a:pt x="741603" y="495300"/>
                  <a:pt x="746558" y="494813"/>
                  <a:pt x="751465" y="493837"/>
                </a:cubicBezTo>
                <a:cubicBezTo>
                  <a:pt x="756373" y="492860"/>
                  <a:pt x="761138" y="491415"/>
                  <a:pt x="765760" y="489500"/>
                </a:cubicBezTo>
                <a:cubicBezTo>
                  <a:pt x="770383" y="487586"/>
                  <a:pt x="774774" y="485239"/>
                  <a:pt x="778934" y="482459"/>
                </a:cubicBezTo>
                <a:cubicBezTo>
                  <a:pt x="783095" y="479679"/>
                  <a:pt x="786943" y="476520"/>
                  <a:pt x="790482" y="472982"/>
                </a:cubicBezTo>
                <a:cubicBezTo>
                  <a:pt x="794019" y="469445"/>
                  <a:pt x="797177" y="465596"/>
                  <a:pt x="799957" y="461436"/>
                </a:cubicBezTo>
                <a:cubicBezTo>
                  <a:pt x="802736" y="457275"/>
                  <a:pt x="805083" y="452884"/>
                  <a:pt x="806999" y="448261"/>
                </a:cubicBezTo>
                <a:cubicBezTo>
                  <a:pt x="808913" y="443639"/>
                  <a:pt x="810359" y="438874"/>
                  <a:pt x="811335" y="433967"/>
                </a:cubicBezTo>
                <a:cubicBezTo>
                  <a:pt x="812312" y="429059"/>
                  <a:pt x="812801" y="424104"/>
                  <a:pt x="812801" y="419100"/>
                </a:cubicBezTo>
                <a:lnTo>
                  <a:pt x="812801" y="76200"/>
                </a:lnTo>
                <a:cubicBezTo>
                  <a:pt x="812801" y="71197"/>
                  <a:pt x="812312" y="66242"/>
                  <a:pt x="811335" y="61335"/>
                </a:cubicBezTo>
                <a:cubicBezTo>
                  <a:pt x="810360" y="56428"/>
                  <a:pt x="808914" y="51663"/>
                  <a:pt x="806999" y="47040"/>
                </a:cubicBezTo>
                <a:cubicBezTo>
                  <a:pt x="805084" y="42418"/>
                  <a:pt x="802737" y="38027"/>
                  <a:pt x="799957" y="33867"/>
                </a:cubicBezTo>
                <a:cubicBezTo>
                  <a:pt x="797177" y="29706"/>
                  <a:pt x="794019" y="25857"/>
                  <a:pt x="790482" y="22319"/>
                </a:cubicBezTo>
                <a:cubicBezTo>
                  <a:pt x="786943" y="18782"/>
                  <a:pt x="783094" y="15623"/>
                  <a:pt x="778934" y="12843"/>
                </a:cubicBezTo>
                <a:cubicBezTo>
                  <a:pt x="774774" y="10063"/>
                  <a:pt x="770383" y="7716"/>
                  <a:pt x="765760" y="5801"/>
                </a:cubicBezTo>
                <a:cubicBezTo>
                  <a:pt x="761138" y="3887"/>
                  <a:pt x="756373" y="2441"/>
                  <a:pt x="751465" y="1465"/>
                </a:cubicBezTo>
                <a:cubicBezTo>
                  <a:pt x="746558" y="489"/>
                  <a:pt x="741603" y="1"/>
                  <a:pt x="736601" y="0"/>
                </a:cubicBezTo>
                <a:lnTo>
                  <a:pt x="76201" y="0"/>
                </a:lnTo>
                <a:cubicBezTo>
                  <a:pt x="71197" y="1"/>
                  <a:pt x="66242" y="489"/>
                  <a:pt x="61335" y="1465"/>
                </a:cubicBezTo>
                <a:cubicBezTo>
                  <a:pt x="56427" y="2441"/>
                  <a:pt x="51662" y="3887"/>
                  <a:pt x="47039" y="5801"/>
                </a:cubicBezTo>
                <a:cubicBezTo>
                  <a:pt x="42417" y="7716"/>
                  <a:pt x="38025" y="10063"/>
                  <a:pt x="33865" y="12844"/>
                </a:cubicBezTo>
                <a:cubicBezTo>
                  <a:pt x="29705" y="15623"/>
                  <a:pt x="25856" y="18782"/>
                  <a:pt x="22319" y="22319"/>
                </a:cubicBezTo>
                <a:cubicBezTo>
                  <a:pt x="18780" y="25857"/>
                  <a:pt x="15621" y="29706"/>
                  <a:pt x="12842" y="33867"/>
                </a:cubicBezTo>
                <a:cubicBezTo>
                  <a:pt x="10061" y="38027"/>
                  <a:pt x="7714" y="42418"/>
                  <a:pt x="5799" y="47040"/>
                </a:cubicBezTo>
                <a:cubicBezTo>
                  <a:pt x="3885" y="51663"/>
                  <a:pt x="2440" y="56428"/>
                  <a:pt x="1464" y="61335"/>
                </a:cubicBezTo>
                <a:cubicBezTo>
                  <a:pt x="488" y="66242"/>
                  <a:pt x="0" y="71197"/>
                  <a:pt x="1" y="76200"/>
                </a:cubicBezTo>
                <a:close/>
                <a:moveTo>
                  <a:pt x="-6286499" y="3708400"/>
                </a:moveTo>
              </a:path>
            </a:pathLst>
          </a:custGeom>
          <a:solidFill>
            <a:srgbClr val="AFB8C1">
              <a:alpha val="2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83" name="Freeform 683"/>
          <p:cNvSpPr/>
          <p:nvPr/>
        </p:nvSpPr>
        <p:spPr>
          <a:xfrm flipV="1">
            <a:off x="5762623" y="2971800"/>
            <a:ext cx="333375" cy="371474"/>
          </a:xfrm>
          <a:custGeom>
            <a:avLst/>
            <a:gdLst/>
            <a:ahLst/>
            <a:cxnLst/>
            <a:rect l="0" t="0" r="0" b="0"/>
            <a:pathLst>
              <a:path w="444501" h="495300">
                <a:moveTo>
                  <a:pt x="1" y="76200"/>
                </a:moveTo>
                <a:lnTo>
                  <a:pt x="1" y="419100"/>
                </a:lnTo>
                <a:cubicBezTo>
                  <a:pt x="0" y="424104"/>
                  <a:pt x="487" y="429060"/>
                  <a:pt x="1463" y="433967"/>
                </a:cubicBezTo>
                <a:cubicBezTo>
                  <a:pt x="2439" y="438874"/>
                  <a:pt x="3884" y="443639"/>
                  <a:pt x="5799" y="448262"/>
                </a:cubicBezTo>
                <a:cubicBezTo>
                  <a:pt x="7715" y="452884"/>
                  <a:pt x="10062" y="457275"/>
                  <a:pt x="12841" y="461436"/>
                </a:cubicBezTo>
                <a:cubicBezTo>
                  <a:pt x="15621" y="465595"/>
                  <a:pt x="18780" y="469444"/>
                  <a:pt x="22319" y="472982"/>
                </a:cubicBezTo>
                <a:cubicBezTo>
                  <a:pt x="25856" y="476521"/>
                  <a:pt x="29705" y="479679"/>
                  <a:pt x="33866" y="482459"/>
                </a:cubicBezTo>
                <a:cubicBezTo>
                  <a:pt x="38025" y="485239"/>
                  <a:pt x="42417" y="487586"/>
                  <a:pt x="47039" y="489500"/>
                </a:cubicBezTo>
                <a:cubicBezTo>
                  <a:pt x="51662" y="491415"/>
                  <a:pt x="56427" y="492861"/>
                  <a:pt x="61334" y="493837"/>
                </a:cubicBezTo>
                <a:cubicBezTo>
                  <a:pt x="66241" y="494813"/>
                  <a:pt x="71197" y="495300"/>
                  <a:pt x="76201" y="495300"/>
                </a:cubicBezTo>
                <a:lnTo>
                  <a:pt x="368301" y="495300"/>
                </a:lnTo>
                <a:cubicBezTo>
                  <a:pt x="373303" y="495300"/>
                  <a:pt x="378258" y="494813"/>
                  <a:pt x="383165" y="493837"/>
                </a:cubicBezTo>
                <a:cubicBezTo>
                  <a:pt x="388073" y="492861"/>
                  <a:pt x="392838" y="491415"/>
                  <a:pt x="397460" y="489500"/>
                </a:cubicBezTo>
                <a:cubicBezTo>
                  <a:pt x="402082" y="487586"/>
                  <a:pt x="406474" y="485239"/>
                  <a:pt x="410634" y="482459"/>
                </a:cubicBezTo>
                <a:cubicBezTo>
                  <a:pt x="414795" y="479679"/>
                  <a:pt x="418643" y="476521"/>
                  <a:pt x="422182" y="472982"/>
                </a:cubicBezTo>
                <a:cubicBezTo>
                  <a:pt x="425719" y="469444"/>
                  <a:pt x="428877" y="465595"/>
                  <a:pt x="431657" y="461436"/>
                </a:cubicBezTo>
                <a:cubicBezTo>
                  <a:pt x="434438" y="457275"/>
                  <a:pt x="436785" y="452884"/>
                  <a:pt x="438699" y="448262"/>
                </a:cubicBezTo>
                <a:cubicBezTo>
                  <a:pt x="440614" y="443639"/>
                  <a:pt x="442060" y="438874"/>
                  <a:pt x="443035" y="433967"/>
                </a:cubicBezTo>
                <a:cubicBezTo>
                  <a:pt x="444011" y="429060"/>
                  <a:pt x="444500" y="424104"/>
                  <a:pt x="444501" y="419100"/>
                </a:cubicBezTo>
                <a:lnTo>
                  <a:pt x="444501" y="76200"/>
                </a:lnTo>
                <a:cubicBezTo>
                  <a:pt x="444500" y="71197"/>
                  <a:pt x="444011" y="66242"/>
                  <a:pt x="443035" y="61335"/>
                </a:cubicBezTo>
                <a:cubicBezTo>
                  <a:pt x="442060" y="56428"/>
                  <a:pt x="440614" y="51663"/>
                  <a:pt x="438699" y="47041"/>
                </a:cubicBezTo>
                <a:cubicBezTo>
                  <a:pt x="436785" y="42418"/>
                  <a:pt x="434438" y="38027"/>
                  <a:pt x="431657" y="33867"/>
                </a:cubicBezTo>
                <a:cubicBezTo>
                  <a:pt x="428877" y="29706"/>
                  <a:pt x="425719" y="25857"/>
                  <a:pt x="422182" y="22319"/>
                </a:cubicBezTo>
                <a:cubicBezTo>
                  <a:pt x="418643" y="18782"/>
                  <a:pt x="414794" y="15623"/>
                  <a:pt x="410634" y="12844"/>
                </a:cubicBezTo>
                <a:cubicBezTo>
                  <a:pt x="406473" y="10063"/>
                  <a:pt x="402082" y="7716"/>
                  <a:pt x="397460" y="5801"/>
                </a:cubicBezTo>
                <a:cubicBezTo>
                  <a:pt x="392838" y="3887"/>
                  <a:pt x="388073" y="2441"/>
                  <a:pt x="383165" y="1465"/>
                </a:cubicBezTo>
                <a:cubicBezTo>
                  <a:pt x="378258" y="489"/>
                  <a:pt x="373303" y="1"/>
                  <a:pt x="368301" y="0"/>
                </a:cubicBezTo>
                <a:lnTo>
                  <a:pt x="76201" y="0"/>
                </a:lnTo>
                <a:cubicBezTo>
                  <a:pt x="71197" y="1"/>
                  <a:pt x="66241" y="489"/>
                  <a:pt x="61334" y="1465"/>
                </a:cubicBezTo>
                <a:cubicBezTo>
                  <a:pt x="56427" y="2441"/>
                  <a:pt x="51662" y="3887"/>
                  <a:pt x="47039" y="5801"/>
                </a:cubicBezTo>
                <a:cubicBezTo>
                  <a:pt x="42417" y="7716"/>
                  <a:pt x="38025" y="10063"/>
                  <a:pt x="33866" y="12844"/>
                </a:cubicBezTo>
                <a:cubicBezTo>
                  <a:pt x="29705" y="15623"/>
                  <a:pt x="25856" y="18782"/>
                  <a:pt x="22319" y="22319"/>
                </a:cubicBezTo>
                <a:cubicBezTo>
                  <a:pt x="18780" y="25857"/>
                  <a:pt x="15621" y="29706"/>
                  <a:pt x="12841" y="33867"/>
                </a:cubicBezTo>
                <a:cubicBezTo>
                  <a:pt x="10062" y="38027"/>
                  <a:pt x="7715" y="42418"/>
                  <a:pt x="5799" y="47041"/>
                </a:cubicBezTo>
                <a:cubicBezTo>
                  <a:pt x="3884" y="51663"/>
                  <a:pt x="2439" y="56428"/>
                  <a:pt x="1463" y="61335"/>
                </a:cubicBezTo>
                <a:cubicBezTo>
                  <a:pt x="487" y="66242"/>
                  <a:pt x="0" y="71197"/>
                  <a:pt x="1" y="76200"/>
                </a:cubicBezTo>
                <a:close/>
                <a:moveTo>
                  <a:pt x="-3301999" y="4457700"/>
                </a:moveTo>
              </a:path>
            </a:pathLst>
          </a:custGeom>
          <a:solidFill>
            <a:srgbClr val="AFB8C1">
              <a:alpha val="2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84" name="Freeform 684"/>
          <p:cNvSpPr/>
          <p:nvPr/>
        </p:nvSpPr>
        <p:spPr>
          <a:xfrm flipV="1">
            <a:off x="757237" y="3919538"/>
            <a:ext cx="10687049" cy="1400174"/>
          </a:xfrm>
          <a:custGeom>
            <a:avLst/>
            <a:gdLst/>
            <a:ahLst/>
            <a:cxnLst/>
            <a:rect l="0" t="0" r="0" b="0"/>
            <a:pathLst>
              <a:path w="14249400" h="1866900">
                <a:moveTo>
                  <a:pt x="0" y="69850"/>
                </a:moveTo>
                <a:lnTo>
                  <a:pt x="0" y="1797050"/>
                </a:lnTo>
                <a:cubicBezTo>
                  <a:pt x="0" y="1801637"/>
                  <a:pt x="447" y="1806180"/>
                  <a:pt x="1342" y="1810678"/>
                </a:cubicBezTo>
                <a:cubicBezTo>
                  <a:pt x="2236" y="1815177"/>
                  <a:pt x="3561" y="1819544"/>
                  <a:pt x="5316" y="1823782"/>
                </a:cubicBezTo>
                <a:cubicBezTo>
                  <a:pt x="7072" y="1828019"/>
                  <a:pt x="9223" y="1832045"/>
                  <a:pt x="11771" y="1835858"/>
                </a:cubicBezTo>
                <a:cubicBezTo>
                  <a:pt x="14319" y="1839672"/>
                  <a:pt x="17215" y="1843200"/>
                  <a:pt x="20458" y="1846442"/>
                </a:cubicBezTo>
                <a:cubicBezTo>
                  <a:pt x="23701" y="1849685"/>
                  <a:pt x="27229" y="1852581"/>
                  <a:pt x="31043" y="1855130"/>
                </a:cubicBezTo>
                <a:cubicBezTo>
                  <a:pt x="34856" y="1857677"/>
                  <a:pt x="38882" y="1859829"/>
                  <a:pt x="43119" y="1861584"/>
                </a:cubicBezTo>
                <a:cubicBezTo>
                  <a:pt x="47356" y="1863339"/>
                  <a:pt x="51724" y="1864664"/>
                  <a:pt x="56222" y="1865558"/>
                </a:cubicBezTo>
                <a:cubicBezTo>
                  <a:pt x="60721" y="1866453"/>
                  <a:pt x="65263" y="1866900"/>
                  <a:pt x="69850" y="1866900"/>
                </a:cubicBezTo>
                <a:lnTo>
                  <a:pt x="14179550" y="1866900"/>
                </a:lnTo>
                <a:cubicBezTo>
                  <a:pt x="14184135" y="1866900"/>
                  <a:pt x="14188678" y="1866453"/>
                  <a:pt x="14193177" y="1865559"/>
                </a:cubicBezTo>
                <a:cubicBezTo>
                  <a:pt x="14197674" y="1864664"/>
                  <a:pt x="14202041" y="1863339"/>
                  <a:pt x="14206280" y="1861584"/>
                </a:cubicBezTo>
                <a:cubicBezTo>
                  <a:pt x="14210517" y="1859829"/>
                  <a:pt x="14214541" y="1857677"/>
                  <a:pt x="14218355" y="1855130"/>
                </a:cubicBezTo>
                <a:cubicBezTo>
                  <a:pt x="14222169" y="1852581"/>
                  <a:pt x="14225697" y="1849685"/>
                  <a:pt x="14228940" y="1846442"/>
                </a:cubicBezTo>
                <a:cubicBezTo>
                  <a:pt x="14232182" y="1843200"/>
                  <a:pt x="14235078" y="1839672"/>
                  <a:pt x="14237625" y="1835858"/>
                </a:cubicBezTo>
                <a:cubicBezTo>
                  <a:pt x="14240174" y="1832044"/>
                  <a:pt x="14242326" y="1828019"/>
                  <a:pt x="14244082" y="1823781"/>
                </a:cubicBezTo>
                <a:cubicBezTo>
                  <a:pt x="14245835" y="1819544"/>
                  <a:pt x="14247161" y="1815177"/>
                  <a:pt x="14248057" y="1810678"/>
                </a:cubicBezTo>
                <a:cubicBezTo>
                  <a:pt x="14248951" y="1806180"/>
                  <a:pt x="14249400" y="1801637"/>
                  <a:pt x="14249400" y="1797050"/>
                </a:cubicBezTo>
                <a:lnTo>
                  <a:pt x="14249400" y="69850"/>
                </a:lnTo>
                <a:cubicBezTo>
                  <a:pt x="14249400" y="65264"/>
                  <a:pt x="14248951" y="60722"/>
                  <a:pt x="14248057" y="56223"/>
                </a:cubicBezTo>
                <a:cubicBezTo>
                  <a:pt x="14247161" y="51725"/>
                  <a:pt x="14245835" y="47358"/>
                  <a:pt x="14244082" y="43121"/>
                </a:cubicBezTo>
                <a:cubicBezTo>
                  <a:pt x="14242326" y="38884"/>
                  <a:pt x="14240174" y="34859"/>
                  <a:pt x="14237627" y="31044"/>
                </a:cubicBezTo>
                <a:cubicBezTo>
                  <a:pt x="14235078" y="27231"/>
                  <a:pt x="14232182" y="23703"/>
                  <a:pt x="14228940" y="20460"/>
                </a:cubicBezTo>
                <a:cubicBezTo>
                  <a:pt x="14225697" y="17217"/>
                  <a:pt x="14222169" y="14321"/>
                  <a:pt x="14218356" y="11773"/>
                </a:cubicBezTo>
                <a:cubicBezTo>
                  <a:pt x="14214541" y="9226"/>
                  <a:pt x="14210517" y="7074"/>
                  <a:pt x="14206280" y="5319"/>
                </a:cubicBezTo>
                <a:cubicBezTo>
                  <a:pt x="14202041" y="3563"/>
                  <a:pt x="14197674" y="2238"/>
                  <a:pt x="14193177" y="1343"/>
                </a:cubicBezTo>
                <a:cubicBezTo>
                  <a:pt x="14188678" y="448"/>
                  <a:pt x="14184135" y="0"/>
                  <a:pt x="14179550" y="0"/>
                </a:cubicBezTo>
                <a:lnTo>
                  <a:pt x="69850" y="0"/>
                </a:lnTo>
                <a:cubicBezTo>
                  <a:pt x="65263" y="0"/>
                  <a:pt x="60721" y="448"/>
                  <a:pt x="56222" y="1343"/>
                </a:cubicBezTo>
                <a:cubicBezTo>
                  <a:pt x="51724" y="2238"/>
                  <a:pt x="47356" y="3563"/>
                  <a:pt x="43119" y="5319"/>
                </a:cubicBezTo>
                <a:cubicBezTo>
                  <a:pt x="38882" y="7074"/>
                  <a:pt x="34856" y="9226"/>
                  <a:pt x="31043" y="11773"/>
                </a:cubicBezTo>
                <a:cubicBezTo>
                  <a:pt x="27229" y="14321"/>
                  <a:pt x="23701" y="17217"/>
                  <a:pt x="20458" y="20460"/>
                </a:cubicBezTo>
                <a:cubicBezTo>
                  <a:pt x="17215" y="23703"/>
                  <a:pt x="14319" y="27231"/>
                  <a:pt x="11771" y="31045"/>
                </a:cubicBezTo>
                <a:cubicBezTo>
                  <a:pt x="9223" y="34859"/>
                  <a:pt x="7072" y="38884"/>
                  <a:pt x="5316" y="43121"/>
                </a:cubicBezTo>
                <a:cubicBezTo>
                  <a:pt x="3561" y="47358"/>
                  <a:pt x="2236" y="51725"/>
                  <a:pt x="1342" y="56223"/>
                </a:cubicBezTo>
                <a:cubicBezTo>
                  <a:pt x="447" y="60722"/>
                  <a:pt x="0" y="65264"/>
                  <a:pt x="0" y="69850"/>
                </a:cubicBezTo>
                <a:close/>
                <a:moveTo>
                  <a:pt x="6013450" y="7092950"/>
                </a:moveTo>
              </a:path>
            </a:pathLst>
          </a:custGeom>
          <a:solidFill>
            <a:srgbClr val="F6F8FA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85" name="Freeform 685"/>
          <p:cNvSpPr/>
          <p:nvPr/>
        </p:nvSpPr>
        <p:spPr>
          <a:xfrm flipV="1">
            <a:off x="757237" y="3919538"/>
            <a:ext cx="10687049" cy="1400174"/>
          </a:xfrm>
          <a:custGeom>
            <a:avLst/>
            <a:gdLst/>
            <a:ahLst/>
            <a:cxnLst/>
            <a:rect l="0" t="0" r="0" b="0"/>
            <a:pathLst>
              <a:path w="14249400" h="1866900">
                <a:moveTo>
                  <a:pt x="0" y="69850"/>
                </a:moveTo>
                <a:lnTo>
                  <a:pt x="0" y="1797050"/>
                </a:lnTo>
                <a:cubicBezTo>
                  <a:pt x="0" y="1801637"/>
                  <a:pt x="447" y="1806180"/>
                  <a:pt x="1342" y="1810678"/>
                </a:cubicBezTo>
                <a:cubicBezTo>
                  <a:pt x="2236" y="1815177"/>
                  <a:pt x="3561" y="1819544"/>
                  <a:pt x="5316" y="1823782"/>
                </a:cubicBezTo>
                <a:cubicBezTo>
                  <a:pt x="7072" y="1828019"/>
                  <a:pt x="9223" y="1832045"/>
                  <a:pt x="11771" y="1835858"/>
                </a:cubicBezTo>
                <a:cubicBezTo>
                  <a:pt x="14319" y="1839672"/>
                  <a:pt x="17215" y="1843200"/>
                  <a:pt x="20458" y="1846442"/>
                </a:cubicBezTo>
                <a:cubicBezTo>
                  <a:pt x="23701" y="1849685"/>
                  <a:pt x="27229" y="1852581"/>
                  <a:pt x="31043" y="1855130"/>
                </a:cubicBezTo>
                <a:cubicBezTo>
                  <a:pt x="34856" y="1857677"/>
                  <a:pt x="38882" y="1859829"/>
                  <a:pt x="43119" y="1861584"/>
                </a:cubicBezTo>
                <a:cubicBezTo>
                  <a:pt x="47356" y="1863339"/>
                  <a:pt x="51724" y="1864664"/>
                  <a:pt x="56222" y="1865558"/>
                </a:cubicBezTo>
                <a:cubicBezTo>
                  <a:pt x="60721" y="1866453"/>
                  <a:pt x="65263" y="1866900"/>
                  <a:pt x="69850" y="1866900"/>
                </a:cubicBezTo>
                <a:lnTo>
                  <a:pt x="14179550" y="1866900"/>
                </a:lnTo>
                <a:cubicBezTo>
                  <a:pt x="14184135" y="1866900"/>
                  <a:pt x="14188678" y="1866453"/>
                  <a:pt x="14193177" y="1865559"/>
                </a:cubicBezTo>
                <a:cubicBezTo>
                  <a:pt x="14197674" y="1864664"/>
                  <a:pt x="14202041" y="1863339"/>
                  <a:pt x="14206280" y="1861584"/>
                </a:cubicBezTo>
                <a:cubicBezTo>
                  <a:pt x="14210517" y="1859829"/>
                  <a:pt x="14214541" y="1857677"/>
                  <a:pt x="14218355" y="1855130"/>
                </a:cubicBezTo>
                <a:cubicBezTo>
                  <a:pt x="14222169" y="1852581"/>
                  <a:pt x="14225697" y="1849685"/>
                  <a:pt x="14228940" y="1846442"/>
                </a:cubicBezTo>
                <a:cubicBezTo>
                  <a:pt x="14232182" y="1843200"/>
                  <a:pt x="14235078" y="1839672"/>
                  <a:pt x="14237625" y="1835858"/>
                </a:cubicBezTo>
                <a:cubicBezTo>
                  <a:pt x="14240174" y="1832044"/>
                  <a:pt x="14242326" y="1828019"/>
                  <a:pt x="14244082" y="1823781"/>
                </a:cubicBezTo>
                <a:cubicBezTo>
                  <a:pt x="14245835" y="1819544"/>
                  <a:pt x="14247161" y="1815177"/>
                  <a:pt x="14248057" y="1810678"/>
                </a:cubicBezTo>
                <a:cubicBezTo>
                  <a:pt x="14248951" y="1806180"/>
                  <a:pt x="14249400" y="1801637"/>
                  <a:pt x="14249400" y="1797050"/>
                </a:cubicBezTo>
                <a:lnTo>
                  <a:pt x="14249400" y="69850"/>
                </a:lnTo>
                <a:cubicBezTo>
                  <a:pt x="14249400" y="65264"/>
                  <a:pt x="14248951" y="60722"/>
                  <a:pt x="14248057" y="56223"/>
                </a:cubicBezTo>
                <a:cubicBezTo>
                  <a:pt x="14247161" y="51725"/>
                  <a:pt x="14245835" y="47358"/>
                  <a:pt x="14244082" y="43121"/>
                </a:cubicBezTo>
                <a:cubicBezTo>
                  <a:pt x="14242326" y="38884"/>
                  <a:pt x="14240174" y="34859"/>
                  <a:pt x="14237627" y="31044"/>
                </a:cubicBezTo>
                <a:cubicBezTo>
                  <a:pt x="14235078" y="27231"/>
                  <a:pt x="14232182" y="23703"/>
                  <a:pt x="14228940" y="20460"/>
                </a:cubicBezTo>
                <a:cubicBezTo>
                  <a:pt x="14225697" y="17217"/>
                  <a:pt x="14222169" y="14321"/>
                  <a:pt x="14218356" y="11773"/>
                </a:cubicBezTo>
                <a:cubicBezTo>
                  <a:pt x="14214541" y="9226"/>
                  <a:pt x="14210517" y="7074"/>
                  <a:pt x="14206280" y="5319"/>
                </a:cubicBezTo>
                <a:cubicBezTo>
                  <a:pt x="14202041" y="3563"/>
                  <a:pt x="14197674" y="2238"/>
                  <a:pt x="14193177" y="1343"/>
                </a:cubicBezTo>
                <a:cubicBezTo>
                  <a:pt x="14188678" y="448"/>
                  <a:pt x="14184135" y="0"/>
                  <a:pt x="14179550" y="0"/>
                </a:cubicBezTo>
                <a:lnTo>
                  <a:pt x="69850" y="0"/>
                </a:lnTo>
                <a:cubicBezTo>
                  <a:pt x="65263" y="0"/>
                  <a:pt x="60721" y="448"/>
                  <a:pt x="56222" y="1343"/>
                </a:cubicBezTo>
                <a:cubicBezTo>
                  <a:pt x="51724" y="2238"/>
                  <a:pt x="47356" y="3563"/>
                  <a:pt x="43119" y="5319"/>
                </a:cubicBezTo>
                <a:cubicBezTo>
                  <a:pt x="38882" y="7074"/>
                  <a:pt x="34856" y="9226"/>
                  <a:pt x="31043" y="11773"/>
                </a:cubicBezTo>
                <a:cubicBezTo>
                  <a:pt x="27229" y="14321"/>
                  <a:pt x="23701" y="17217"/>
                  <a:pt x="20458" y="20460"/>
                </a:cubicBezTo>
                <a:cubicBezTo>
                  <a:pt x="17215" y="23703"/>
                  <a:pt x="14319" y="27231"/>
                  <a:pt x="11771" y="31045"/>
                </a:cubicBezTo>
                <a:cubicBezTo>
                  <a:pt x="9223" y="34859"/>
                  <a:pt x="7072" y="38884"/>
                  <a:pt x="5316" y="43121"/>
                </a:cubicBezTo>
                <a:cubicBezTo>
                  <a:pt x="3561" y="47358"/>
                  <a:pt x="2236" y="51725"/>
                  <a:pt x="1342" y="56223"/>
                </a:cubicBezTo>
                <a:cubicBezTo>
                  <a:pt x="447" y="60722"/>
                  <a:pt x="0" y="65264"/>
                  <a:pt x="0" y="69850"/>
                </a:cubicBezTo>
                <a:close/>
                <a:moveTo>
                  <a:pt x="6013450" y="7092950"/>
                </a:moveTo>
              </a:path>
            </a:pathLst>
          </a:custGeom>
          <a:noFill/>
          <a:ln w="9524" cap="flat" cmpd="sng">
            <a:solidFill>
              <a:srgbClr val="D0D7DE">
                <a:alpha val="100000"/>
              </a:srgbClr>
            </a:solidFill>
            <a:miter lim="508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86" name="Rectangle 686"/>
          <p:cNvSpPr/>
          <p:nvPr/>
        </p:nvSpPr>
        <p:spPr>
          <a:xfrm>
            <a:off x="747712" y="1550648"/>
            <a:ext cx="8734932" cy="175461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599838"/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Cod</a:t>
            </a:r>
            <a:r>
              <a:rPr lang="en-GB" sz="3479" b="1" i="0" spc="749" baseline="0" dirty="0">
                <a:solidFill>
                  <a:srgbClr val="224466"/>
                </a:solidFill>
                <a:latin typeface="Arial"/>
              </a:rPr>
              <a:t>e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Chunks</a:t>
            </a:r>
          </a:p>
          <a:p>
            <a:pPr marL="0">
              <a:lnSpc>
                <a:spcPts val="5234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Submi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cod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chunk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LL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M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b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surroundin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g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the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m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0" i="0" spc="1245" baseline="0" dirty="0">
                <a:solidFill>
                  <a:srgbClr val="1F2328"/>
                </a:solidFill>
                <a:latin typeface="Arial"/>
              </a:rPr>
              <a:t>a</a:t>
            </a:r>
            <a:r>
              <a:rPr lang="en-GB" sz="1848" b="0" i="0" spc="0" baseline="0" dirty="0">
                <a:solidFill>
                  <a:srgbClr val="1F2328"/>
                </a:solidFill>
                <a:latin typeface="Menlo"/>
              </a:rPr>
              <a:t>``</a:t>
            </a:r>
            <a:r>
              <a:rPr lang="en-GB" sz="1848" b="0" i="0" spc="1215" baseline="0" dirty="0">
                <a:solidFill>
                  <a:srgbClr val="1F2328"/>
                </a:solidFill>
                <a:latin typeface="Menlo"/>
              </a:rPr>
              <a:t>`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cod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fence.</a:t>
            </a:r>
          </a:p>
          <a:p>
            <a:pPr marL="0">
              <a:lnSpc>
                <a:spcPts val="44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You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keyboar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contain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sa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backtic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k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symbo</a:t>
            </a:r>
            <a:r>
              <a:rPr lang="en-GB" sz="2174" b="0" i="0" spc="1244" baseline="0" dirty="0">
                <a:solidFill>
                  <a:srgbClr val="1F2328"/>
                </a:solidFill>
                <a:latin typeface="Arial"/>
              </a:rPr>
              <a:t>l</a:t>
            </a:r>
            <a:r>
              <a:rPr lang="en-GB" sz="1848" b="0" i="0" spc="1214" baseline="0" dirty="0">
                <a:solidFill>
                  <a:srgbClr val="1F2328"/>
                </a:solidFill>
                <a:latin typeface="Menlo"/>
              </a:rPr>
              <a:t>`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whic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h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no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apostrophe.</a:t>
            </a:r>
          </a:p>
        </p:txBody>
      </p:sp>
      <p:sp>
        <p:nvSpPr>
          <p:cNvPr id="687" name="Rectangle 687"/>
          <p:cNvSpPr/>
          <p:nvPr/>
        </p:nvSpPr>
        <p:spPr>
          <a:xfrm>
            <a:off x="914400" y="4068312"/>
            <a:ext cx="3533903" cy="108293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1848" b="0" i="0" spc="0" baseline="0" dirty="0">
                <a:solidFill>
                  <a:srgbClr val="1F2328"/>
                </a:solidFill>
                <a:latin typeface="Menlo"/>
              </a:rPr>
              <a:t>```r</a:t>
            </a:r>
          </a:p>
          <a:p>
            <a:pPr marL="0">
              <a:lnSpc>
                <a:spcPts val="2100"/>
              </a:lnSpc>
            </a:pPr>
            <a:r>
              <a:rPr lang="en-GB" sz="1848" b="0" i="0" spc="0" baseline="0" dirty="0">
                <a:solidFill>
                  <a:srgbClr val="1F2328"/>
                </a:solidFill>
                <a:latin typeface="Menlo"/>
              </a:rPr>
              <a:t># this is my R code chunk</a:t>
            </a:r>
          </a:p>
          <a:p>
            <a:pPr marL="0">
              <a:lnSpc>
                <a:spcPts val="2175"/>
              </a:lnSpc>
            </a:pPr>
            <a:r>
              <a:rPr lang="en-GB" sz="1848" b="0" i="0" spc="0" baseline="0" dirty="0">
                <a:solidFill>
                  <a:srgbClr val="1F2328"/>
                </a:solidFill>
                <a:latin typeface="Menlo"/>
              </a:rPr>
              <a:t>read.csv(data/mydata.csv)</a:t>
            </a:r>
          </a:p>
          <a:p>
            <a:pPr marL="0">
              <a:lnSpc>
                <a:spcPts val="2100"/>
              </a:lnSpc>
            </a:pPr>
            <a:r>
              <a:rPr lang="en-GB" sz="1848" b="0" i="0" spc="0" baseline="0" dirty="0">
                <a:solidFill>
                  <a:srgbClr val="1F2328"/>
                </a:solidFill>
                <a:latin typeface="Menlo"/>
              </a:rPr>
              <a:t>```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Freeform 688">
            <a:hlinkClick r:id="rId2"/>
          </p:cNvPr>
          <p:cNvSpPr/>
          <p:nvPr/>
        </p:nvSpPr>
        <p:spPr>
          <a:xfrm flipV="1">
            <a:off x="0" y="-18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89" name="Freeform 689">
            <a:hlinkClick r:id="rId2"/>
          </p:cNvPr>
          <p:cNvSpPr/>
          <p:nvPr/>
        </p:nvSpPr>
        <p:spPr>
          <a:xfrm flipV="1">
            <a:off x="0" y="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90" name="Freeform 690"/>
          <p:cNvSpPr/>
          <p:nvPr/>
        </p:nvSpPr>
        <p:spPr>
          <a:xfrm flipV="1">
            <a:off x="826849" y="1285875"/>
            <a:ext cx="375127" cy="447674"/>
          </a:xfrm>
          <a:custGeom>
            <a:avLst/>
            <a:gdLst/>
            <a:ahLst/>
            <a:cxnLst/>
            <a:rect l="0" t="0" r="0" b="0"/>
            <a:pathLst>
              <a:path w="383109" h="457200">
                <a:moveTo>
                  <a:pt x="381267" y="258433"/>
                </a:moveTo>
                <a:cubicBezTo>
                  <a:pt x="379413" y="263398"/>
                  <a:pt x="374663" y="266700"/>
                  <a:pt x="369355" y="266700"/>
                </a:cubicBezTo>
                <a:lnTo>
                  <a:pt x="216002" y="266700"/>
                </a:lnTo>
                <a:lnTo>
                  <a:pt x="304457" y="438684"/>
                </a:lnTo>
                <a:cubicBezTo>
                  <a:pt x="307239" y="444094"/>
                  <a:pt x="305804" y="450711"/>
                  <a:pt x="301016" y="454470"/>
                </a:cubicBezTo>
                <a:cubicBezTo>
                  <a:pt x="298704" y="456299"/>
                  <a:pt x="295923" y="457200"/>
                  <a:pt x="293155" y="457200"/>
                </a:cubicBezTo>
                <a:cubicBezTo>
                  <a:pt x="290195" y="457200"/>
                  <a:pt x="287236" y="456159"/>
                  <a:pt x="284861" y="454114"/>
                </a:cubicBezTo>
                <a:lnTo>
                  <a:pt x="191555" y="373533"/>
                </a:lnTo>
                <a:lnTo>
                  <a:pt x="5461" y="212814"/>
                </a:lnTo>
                <a:cubicBezTo>
                  <a:pt x="1448" y="209347"/>
                  <a:pt x="0" y="203747"/>
                  <a:pt x="1855" y="198781"/>
                </a:cubicBezTo>
                <a:cubicBezTo>
                  <a:pt x="3709" y="193815"/>
                  <a:pt x="8446" y="190500"/>
                  <a:pt x="13755" y="190500"/>
                </a:cubicBezTo>
                <a:lnTo>
                  <a:pt x="167107" y="190500"/>
                </a:lnTo>
                <a:lnTo>
                  <a:pt x="78651" y="18517"/>
                </a:lnTo>
                <a:cubicBezTo>
                  <a:pt x="75870" y="13107"/>
                  <a:pt x="77305" y="6490"/>
                  <a:pt x="82093" y="2731"/>
                </a:cubicBezTo>
                <a:cubicBezTo>
                  <a:pt x="84405" y="902"/>
                  <a:pt x="87186" y="0"/>
                  <a:pt x="89955" y="0"/>
                </a:cubicBezTo>
                <a:cubicBezTo>
                  <a:pt x="92914" y="0"/>
                  <a:pt x="95873" y="1042"/>
                  <a:pt x="98248" y="3087"/>
                </a:cubicBezTo>
                <a:lnTo>
                  <a:pt x="191555" y="83668"/>
                </a:lnTo>
                <a:lnTo>
                  <a:pt x="377648" y="244387"/>
                </a:lnTo>
                <a:cubicBezTo>
                  <a:pt x="381674" y="247854"/>
                  <a:pt x="383109" y="253454"/>
                  <a:pt x="381267" y="258433"/>
                </a:cubicBezTo>
                <a:close/>
                <a:moveTo>
                  <a:pt x="161722" y="457200"/>
                </a:moveTo>
              </a:path>
            </a:pathLst>
          </a:custGeom>
          <a:solidFill>
            <a:srgbClr val="FFAC33">
              <a:alpha val="100000"/>
            </a:srgbClr>
          </a:solidFill>
          <a:ln w="1243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91" name="Freeform 691"/>
          <p:cNvSpPr/>
          <p:nvPr/>
        </p:nvSpPr>
        <p:spPr>
          <a:xfrm flipV="1">
            <a:off x="8000999" y="2124075"/>
            <a:ext cx="1314449" cy="371474"/>
          </a:xfrm>
          <a:custGeom>
            <a:avLst/>
            <a:gdLst/>
            <a:ahLst/>
            <a:cxnLst/>
            <a:rect l="0" t="0" r="0" b="0"/>
            <a:pathLst>
              <a:path w="1752600" h="495300">
                <a:moveTo>
                  <a:pt x="0" y="76200"/>
                </a:moveTo>
                <a:lnTo>
                  <a:pt x="0" y="419100"/>
                </a:lnTo>
                <a:cubicBezTo>
                  <a:pt x="0" y="424104"/>
                  <a:pt x="487" y="429060"/>
                  <a:pt x="1463" y="433967"/>
                </a:cubicBezTo>
                <a:cubicBezTo>
                  <a:pt x="2439" y="438874"/>
                  <a:pt x="3885" y="443639"/>
                  <a:pt x="5799" y="448261"/>
                </a:cubicBezTo>
                <a:cubicBezTo>
                  <a:pt x="7714" y="452884"/>
                  <a:pt x="10061" y="457275"/>
                  <a:pt x="12841" y="461435"/>
                </a:cubicBezTo>
                <a:cubicBezTo>
                  <a:pt x="15620" y="465595"/>
                  <a:pt x="18779" y="469444"/>
                  <a:pt x="22318" y="472982"/>
                </a:cubicBezTo>
                <a:cubicBezTo>
                  <a:pt x="25855" y="476520"/>
                  <a:pt x="29704" y="479679"/>
                  <a:pt x="33864" y="482459"/>
                </a:cubicBezTo>
                <a:cubicBezTo>
                  <a:pt x="38024" y="485239"/>
                  <a:pt x="42416" y="487586"/>
                  <a:pt x="47038" y="489500"/>
                </a:cubicBezTo>
                <a:cubicBezTo>
                  <a:pt x="51661" y="491415"/>
                  <a:pt x="56426" y="492860"/>
                  <a:pt x="61334" y="493836"/>
                </a:cubicBezTo>
                <a:cubicBezTo>
                  <a:pt x="66240" y="494813"/>
                  <a:pt x="71196" y="495300"/>
                  <a:pt x="76200" y="495300"/>
                </a:cubicBezTo>
                <a:lnTo>
                  <a:pt x="1676400" y="495300"/>
                </a:lnTo>
                <a:cubicBezTo>
                  <a:pt x="1681403" y="495300"/>
                  <a:pt x="1686358" y="494813"/>
                  <a:pt x="1691265" y="493836"/>
                </a:cubicBezTo>
                <a:cubicBezTo>
                  <a:pt x="1696172" y="492860"/>
                  <a:pt x="1700936" y="491415"/>
                  <a:pt x="1705558" y="489500"/>
                </a:cubicBezTo>
                <a:cubicBezTo>
                  <a:pt x="1710181" y="487586"/>
                  <a:pt x="1714572" y="485239"/>
                  <a:pt x="1718732" y="482459"/>
                </a:cubicBezTo>
                <a:cubicBezTo>
                  <a:pt x="1722892" y="479679"/>
                  <a:pt x="1726741" y="476520"/>
                  <a:pt x="1730280" y="472982"/>
                </a:cubicBezTo>
                <a:cubicBezTo>
                  <a:pt x="1733817" y="469444"/>
                  <a:pt x="1736976" y="465595"/>
                  <a:pt x="1739756" y="461435"/>
                </a:cubicBezTo>
                <a:cubicBezTo>
                  <a:pt x="1742535" y="457275"/>
                  <a:pt x="1744882" y="452884"/>
                  <a:pt x="1746798" y="448261"/>
                </a:cubicBezTo>
                <a:cubicBezTo>
                  <a:pt x="1748712" y="443639"/>
                  <a:pt x="1750158" y="438874"/>
                  <a:pt x="1751134" y="433967"/>
                </a:cubicBezTo>
                <a:cubicBezTo>
                  <a:pt x="1752111" y="429059"/>
                  <a:pt x="1752600" y="424104"/>
                  <a:pt x="1752600" y="419100"/>
                </a:cubicBezTo>
                <a:lnTo>
                  <a:pt x="1752600" y="76200"/>
                </a:lnTo>
                <a:cubicBezTo>
                  <a:pt x="1752600" y="71197"/>
                  <a:pt x="1752111" y="66242"/>
                  <a:pt x="1751135" y="61335"/>
                </a:cubicBezTo>
                <a:cubicBezTo>
                  <a:pt x="1750159" y="56428"/>
                  <a:pt x="1748713" y="51663"/>
                  <a:pt x="1746798" y="47040"/>
                </a:cubicBezTo>
                <a:cubicBezTo>
                  <a:pt x="1744883" y="42418"/>
                  <a:pt x="1742536" y="38026"/>
                  <a:pt x="1739756" y="33867"/>
                </a:cubicBezTo>
                <a:cubicBezTo>
                  <a:pt x="1736976" y="29706"/>
                  <a:pt x="1733817" y="25857"/>
                  <a:pt x="1730280" y="22319"/>
                </a:cubicBezTo>
                <a:cubicBezTo>
                  <a:pt x="1726741" y="18782"/>
                  <a:pt x="1722892" y="15623"/>
                  <a:pt x="1718732" y="12843"/>
                </a:cubicBezTo>
                <a:cubicBezTo>
                  <a:pt x="1714572" y="10063"/>
                  <a:pt x="1710181" y="7716"/>
                  <a:pt x="1705558" y="5801"/>
                </a:cubicBezTo>
                <a:cubicBezTo>
                  <a:pt x="1700936" y="3887"/>
                  <a:pt x="1696172" y="2441"/>
                  <a:pt x="1691265" y="1465"/>
                </a:cubicBezTo>
                <a:cubicBezTo>
                  <a:pt x="1686358" y="489"/>
                  <a:pt x="1681403" y="1"/>
                  <a:pt x="1676400" y="0"/>
                </a:cubicBezTo>
                <a:lnTo>
                  <a:pt x="76200" y="0"/>
                </a:lnTo>
                <a:cubicBezTo>
                  <a:pt x="71196" y="1"/>
                  <a:pt x="66240" y="489"/>
                  <a:pt x="61333" y="1465"/>
                </a:cubicBezTo>
                <a:cubicBezTo>
                  <a:pt x="56426" y="2441"/>
                  <a:pt x="51661" y="3887"/>
                  <a:pt x="47038" y="5802"/>
                </a:cubicBezTo>
                <a:cubicBezTo>
                  <a:pt x="42416" y="7716"/>
                  <a:pt x="38024" y="10063"/>
                  <a:pt x="33864" y="12843"/>
                </a:cubicBezTo>
                <a:cubicBezTo>
                  <a:pt x="29704" y="15623"/>
                  <a:pt x="25855" y="18782"/>
                  <a:pt x="22318" y="22319"/>
                </a:cubicBezTo>
                <a:cubicBezTo>
                  <a:pt x="18779" y="25857"/>
                  <a:pt x="15620" y="29706"/>
                  <a:pt x="12841" y="33867"/>
                </a:cubicBezTo>
                <a:cubicBezTo>
                  <a:pt x="10061" y="38027"/>
                  <a:pt x="7714" y="42418"/>
                  <a:pt x="5799" y="47041"/>
                </a:cubicBezTo>
                <a:cubicBezTo>
                  <a:pt x="3885" y="51663"/>
                  <a:pt x="2439" y="56428"/>
                  <a:pt x="1463" y="61335"/>
                </a:cubicBezTo>
                <a:cubicBezTo>
                  <a:pt x="487" y="66242"/>
                  <a:pt x="0" y="71197"/>
                  <a:pt x="0" y="76200"/>
                </a:cubicBezTo>
                <a:close/>
                <a:moveTo>
                  <a:pt x="-7416800" y="3327400"/>
                </a:moveTo>
              </a:path>
            </a:pathLst>
          </a:custGeom>
          <a:solidFill>
            <a:srgbClr val="AFB8C1">
              <a:alpha val="2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92" name="Freeform 692"/>
          <p:cNvSpPr/>
          <p:nvPr/>
        </p:nvSpPr>
        <p:spPr>
          <a:xfrm flipV="1">
            <a:off x="10353673" y="2695575"/>
            <a:ext cx="323851" cy="361949"/>
          </a:xfrm>
          <a:custGeom>
            <a:avLst/>
            <a:gdLst/>
            <a:ahLst/>
            <a:cxnLst/>
            <a:rect l="0" t="0" r="0" b="0"/>
            <a:pathLst>
              <a:path w="431802" h="482600">
                <a:moveTo>
                  <a:pt x="2" y="76200"/>
                </a:moveTo>
                <a:lnTo>
                  <a:pt x="2" y="406400"/>
                </a:lnTo>
                <a:cubicBezTo>
                  <a:pt x="0" y="411404"/>
                  <a:pt x="488" y="416360"/>
                  <a:pt x="1465" y="421267"/>
                </a:cubicBezTo>
                <a:cubicBezTo>
                  <a:pt x="2440" y="426174"/>
                  <a:pt x="3885" y="430939"/>
                  <a:pt x="5800" y="435562"/>
                </a:cubicBezTo>
                <a:cubicBezTo>
                  <a:pt x="7714" y="440184"/>
                  <a:pt x="10061" y="444575"/>
                  <a:pt x="12841" y="448735"/>
                </a:cubicBezTo>
                <a:cubicBezTo>
                  <a:pt x="15621" y="452895"/>
                  <a:pt x="18780" y="456744"/>
                  <a:pt x="22318" y="460282"/>
                </a:cubicBezTo>
                <a:cubicBezTo>
                  <a:pt x="25856" y="463821"/>
                  <a:pt x="29704" y="466979"/>
                  <a:pt x="33863" y="469759"/>
                </a:cubicBezTo>
                <a:cubicBezTo>
                  <a:pt x="38024" y="472539"/>
                  <a:pt x="42416" y="474886"/>
                  <a:pt x="47039" y="476801"/>
                </a:cubicBezTo>
                <a:cubicBezTo>
                  <a:pt x="51660" y="478715"/>
                  <a:pt x="56426" y="480160"/>
                  <a:pt x="61334" y="481137"/>
                </a:cubicBezTo>
                <a:cubicBezTo>
                  <a:pt x="66241" y="482113"/>
                  <a:pt x="71197" y="482600"/>
                  <a:pt x="76202" y="482600"/>
                </a:cubicBezTo>
                <a:lnTo>
                  <a:pt x="355602" y="482600"/>
                </a:lnTo>
                <a:cubicBezTo>
                  <a:pt x="360604" y="482600"/>
                  <a:pt x="365559" y="482113"/>
                  <a:pt x="370466" y="481137"/>
                </a:cubicBezTo>
                <a:cubicBezTo>
                  <a:pt x="375372" y="480160"/>
                  <a:pt x="380138" y="478715"/>
                  <a:pt x="384759" y="476801"/>
                </a:cubicBezTo>
                <a:cubicBezTo>
                  <a:pt x="389382" y="474886"/>
                  <a:pt x="393774" y="472539"/>
                  <a:pt x="397935" y="469759"/>
                </a:cubicBezTo>
                <a:cubicBezTo>
                  <a:pt x="402095" y="466979"/>
                  <a:pt x="405943" y="463821"/>
                  <a:pt x="409482" y="460282"/>
                </a:cubicBezTo>
                <a:cubicBezTo>
                  <a:pt x="413020" y="456744"/>
                  <a:pt x="416178" y="452895"/>
                  <a:pt x="418957" y="448735"/>
                </a:cubicBezTo>
                <a:cubicBezTo>
                  <a:pt x="421737" y="444575"/>
                  <a:pt x="424086" y="440184"/>
                  <a:pt x="426000" y="435562"/>
                </a:cubicBezTo>
                <a:cubicBezTo>
                  <a:pt x="427915" y="430939"/>
                  <a:pt x="429360" y="426174"/>
                  <a:pt x="430336" y="421267"/>
                </a:cubicBezTo>
                <a:cubicBezTo>
                  <a:pt x="431312" y="416360"/>
                  <a:pt x="431800" y="411404"/>
                  <a:pt x="431802" y="406400"/>
                </a:cubicBezTo>
                <a:lnTo>
                  <a:pt x="431802" y="76200"/>
                </a:lnTo>
                <a:cubicBezTo>
                  <a:pt x="431800" y="71197"/>
                  <a:pt x="431312" y="66242"/>
                  <a:pt x="430336" y="61335"/>
                </a:cubicBezTo>
                <a:cubicBezTo>
                  <a:pt x="429360" y="56428"/>
                  <a:pt x="427915" y="51663"/>
                  <a:pt x="426000" y="47041"/>
                </a:cubicBezTo>
                <a:cubicBezTo>
                  <a:pt x="424086" y="42418"/>
                  <a:pt x="421739" y="38026"/>
                  <a:pt x="418959" y="33866"/>
                </a:cubicBezTo>
                <a:cubicBezTo>
                  <a:pt x="416179" y="29706"/>
                  <a:pt x="413020" y="25857"/>
                  <a:pt x="409482" y="22319"/>
                </a:cubicBezTo>
                <a:cubicBezTo>
                  <a:pt x="405943" y="18782"/>
                  <a:pt x="402095" y="15623"/>
                  <a:pt x="397935" y="12843"/>
                </a:cubicBezTo>
                <a:cubicBezTo>
                  <a:pt x="393774" y="10063"/>
                  <a:pt x="389382" y="7716"/>
                  <a:pt x="384759" y="5801"/>
                </a:cubicBezTo>
                <a:cubicBezTo>
                  <a:pt x="380138" y="3887"/>
                  <a:pt x="375372" y="2441"/>
                  <a:pt x="370466" y="1465"/>
                </a:cubicBezTo>
                <a:cubicBezTo>
                  <a:pt x="365559" y="489"/>
                  <a:pt x="360604" y="1"/>
                  <a:pt x="355602" y="0"/>
                </a:cubicBezTo>
                <a:lnTo>
                  <a:pt x="76202" y="0"/>
                </a:lnTo>
                <a:cubicBezTo>
                  <a:pt x="71197" y="1"/>
                  <a:pt x="66241" y="489"/>
                  <a:pt x="61334" y="1465"/>
                </a:cubicBezTo>
                <a:cubicBezTo>
                  <a:pt x="56426" y="2441"/>
                  <a:pt x="51660" y="3887"/>
                  <a:pt x="47039" y="5801"/>
                </a:cubicBezTo>
                <a:cubicBezTo>
                  <a:pt x="42416" y="7716"/>
                  <a:pt x="38024" y="10063"/>
                  <a:pt x="33865" y="12843"/>
                </a:cubicBezTo>
                <a:cubicBezTo>
                  <a:pt x="29705" y="15623"/>
                  <a:pt x="25856" y="18782"/>
                  <a:pt x="22318" y="22319"/>
                </a:cubicBezTo>
                <a:cubicBezTo>
                  <a:pt x="18780" y="25857"/>
                  <a:pt x="15621" y="29706"/>
                  <a:pt x="12841" y="33866"/>
                </a:cubicBezTo>
                <a:cubicBezTo>
                  <a:pt x="10061" y="38026"/>
                  <a:pt x="7714" y="42418"/>
                  <a:pt x="5800" y="47041"/>
                </a:cubicBezTo>
                <a:cubicBezTo>
                  <a:pt x="3885" y="51663"/>
                  <a:pt x="2440" y="56428"/>
                  <a:pt x="1465" y="61335"/>
                </a:cubicBezTo>
                <a:cubicBezTo>
                  <a:pt x="488" y="66242"/>
                  <a:pt x="0" y="71197"/>
                  <a:pt x="2" y="76200"/>
                </a:cubicBezTo>
                <a:close/>
                <a:moveTo>
                  <a:pt x="-9804398" y="4076700"/>
                </a:moveTo>
              </a:path>
            </a:pathLst>
          </a:custGeom>
          <a:solidFill>
            <a:srgbClr val="AFB8C1">
              <a:alpha val="2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93" name="Freeform 693"/>
          <p:cNvSpPr/>
          <p:nvPr/>
        </p:nvSpPr>
        <p:spPr>
          <a:xfrm flipV="1">
            <a:off x="6943723" y="3257550"/>
            <a:ext cx="1314450" cy="371474"/>
          </a:xfrm>
          <a:custGeom>
            <a:avLst/>
            <a:gdLst/>
            <a:ahLst/>
            <a:cxnLst/>
            <a:rect l="0" t="0" r="0" b="0"/>
            <a:pathLst>
              <a:path w="1752601" h="495300">
                <a:moveTo>
                  <a:pt x="1" y="76200"/>
                </a:moveTo>
                <a:lnTo>
                  <a:pt x="1" y="419100"/>
                </a:lnTo>
                <a:cubicBezTo>
                  <a:pt x="0" y="424104"/>
                  <a:pt x="488" y="429060"/>
                  <a:pt x="1464" y="433967"/>
                </a:cubicBezTo>
                <a:cubicBezTo>
                  <a:pt x="2440" y="438874"/>
                  <a:pt x="3885" y="443639"/>
                  <a:pt x="5799" y="448262"/>
                </a:cubicBezTo>
                <a:cubicBezTo>
                  <a:pt x="7714" y="452884"/>
                  <a:pt x="10061" y="457275"/>
                  <a:pt x="12842" y="461435"/>
                </a:cubicBezTo>
                <a:cubicBezTo>
                  <a:pt x="15620" y="465595"/>
                  <a:pt x="18780" y="469444"/>
                  <a:pt x="22319" y="472982"/>
                </a:cubicBezTo>
                <a:cubicBezTo>
                  <a:pt x="25856" y="476521"/>
                  <a:pt x="29705" y="479679"/>
                  <a:pt x="33865" y="482459"/>
                </a:cubicBezTo>
                <a:cubicBezTo>
                  <a:pt x="38025" y="485239"/>
                  <a:pt x="42417" y="487586"/>
                  <a:pt x="47039" y="489500"/>
                </a:cubicBezTo>
                <a:cubicBezTo>
                  <a:pt x="51662" y="491415"/>
                  <a:pt x="56427" y="492860"/>
                  <a:pt x="61335" y="493837"/>
                </a:cubicBezTo>
                <a:cubicBezTo>
                  <a:pt x="66241" y="494813"/>
                  <a:pt x="71197" y="495300"/>
                  <a:pt x="76201" y="495300"/>
                </a:cubicBezTo>
                <a:lnTo>
                  <a:pt x="1676401" y="495300"/>
                </a:lnTo>
                <a:cubicBezTo>
                  <a:pt x="1681403" y="495300"/>
                  <a:pt x="1686358" y="494813"/>
                  <a:pt x="1691265" y="493837"/>
                </a:cubicBezTo>
                <a:cubicBezTo>
                  <a:pt x="1696173" y="492860"/>
                  <a:pt x="1700938" y="491415"/>
                  <a:pt x="1705560" y="489500"/>
                </a:cubicBezTo>
                <a:cubicBezTo>
                  <a:pt x="1710182" y="487586"/>
                  <a:pt x="1714573" y="485239"/>
                  <a:pt x="1718733" y="482459"/>
                </a:cubicBezTo>
                <a:cubicBezTo>
                  <a:pt x="1722893" y="479679"/>
                  <a:pt x="1726742" y="476521"/>
                  <a:pt x="1730281" y="472982"/>
                </a:cubicBezTo>
                <a:cubicBezTo>
                  <a:pt x="1733819" y="469444"/>
                  <a:pt x="1736977" y="465595"/>
                  <a:pt x="1739757" y="461435"/>
                </a:cubicBezTo>
                <a:cubicBezTo>
                  <a:pt x="1742537" y="457275"/>
                  <a:pt x="1744884" y="452884"/>
                  <a:pt x="1746799" y="448262"/>
                </a:cubicBezTo>
                <a:cubicBezTo>
                  <a:pt x="1748714" y="443639"/>
                  <a:pt x="1750160" y="438874"/>
                  <a:pt x="1751135" y="433967"/>
                </a:cubicBezTo>
                <a:cubicBezTo>
                  <a:pt x="1752112" y="429060"/>
                  <a:pt x="1752601" y="424104"/>
                  <a:pt x="1752601" y="419100"/>
                </a:cubicBezTo>
                <a:lnTo>
                  <a:pt x="1752601" y="76200"/>
                </a:lnTo>
                <a:cubicBezTo>
                  <a:pt x="1752601" y="71197"/>
                  <a:pt x="1752112" y="66242"/>
                  <a:pt x="1751135" y="61334"/>
                </a:cubicBezTo>
                <a:cubicBezTo>
                  <a:pt x="1750160" y="56427"/>
                  <a:pt x="1748714" y="51662"/>
                  <a:pt x="1746799" y="47040"/>
                </a:cubicBezTo>
                <a:cubicBezTo>
                  <a:pt x="1744884" y="42417"/>
                  <a:pt x="1742537" y="38026"/>
                  <a:pt x="1739756" y="33866"/>
                </a:cubicBezTo>
                <a:cubicBezTo>
                  <a:pt x="1736977" y="29706"/>
                  <a:pt x="1733819" y="25857"/>
                  <a:pt x="1730281" y="22319"/>
                </a:cubicBezTo>
                <a:cubicBezTo>
                  <a:pt x="1726742" y="18782"/>
                  <a:pt x="1722893" y="15623"/>
                  <a:pt x="1718733" y="12843"/>
                </a:cubicBezTo>
                <a:cubicBezTo>
                  <a:pt x="1714573" y="10063"/>
                  <a:pt x="1710181" y="7716"/>
                  <a:pt x="1705559" y="5801"/>
                </a:cubicBezTo>
                <a:cubicBezTo>
                  <a:pt x="1700937" y="3887"/>
                  <a:pt x="1696172" y="2441"/>
                  <a:pt x="1691265" y="1465"/>
                </a:cubicBezTo>
                <a:cubicBezTo>
                  <a:pt x="1686358" y="488"/>
                  <a:pt x="1681403" y="0"/>
                  <a:pt x="1676401" y="0"/>
                </a:cubicBezTo>
                <a:lnTo>
                  <a:pt x="76201" y="0"/>
                </a:lnTo>
                <a:cubicBezTo>
                  <a:pt x="71197" y="0"/>
                  <a:pt x="66241" y="488"/>
                  <a:pt x="61334" y="1465"/>
                </a:cubicBezTo>
                <a:cubicBezTo>
                  <a:pt x="56427" y="2441"/>
                  <a:pt x="51662" y="3887"/>
                  <a:pt x="47039" y="5801"/>
                </a:cubicBezTo>
                <a:cubicBezTo>
                  <a:pt x="42417" y="7716"/>
                  <a:pt x="38025" y="10063"/>
                  <a:pt x="33865" y="12843"/>
                </a:cubicBezTo>
                <a:cubicBezTo>
                  <a:pt x="29705" y="15623"/>
                  <a:pt x="25856" y="18782"/>
                  <a:pt x="22319" y="22319"/>
                </a:cubicBezTo>
                <a:cubicBezTo>
                  <a:pt x="18780" y="25857"/>
                  <a:pt x="15620" y="29706"/>
                  <a:pt x="12841" y="33867"/>
                </a:cubicBezTo>
                <a:cubicBezTo>
                  <a:pt x="10061" y="38026"/>
                  <a:pt x="7714" y="42418"/>
                  <a:pt x="5799" y="47040"/>
                </a:cubicBezTo>
                <a:cubicBezTo>
                  <a:pt x="3885" y="51663"/>
                  <a:pt x="2440" y="56428"/>
                  <a:pt x="1464" y="61335"/>
                </a:cubicBezTo>
                <a:cubicBezTo>
                  <a:pt x="488" y="66242"/>
                  <a:pt x="0" y="71197"/>
                  <a:pt x="1" y="76200"/>
                </a:cubicBezTo>
                <a:close/>
                <a:moveTo>
                  <a:pt x="-4495799" y="4838700"/>
                </a:moveTo>
              </a:path>
            </a:pathLst>
          </a:custGeom>
          <a:solidFill>
            <a:srgbClr val="AFB8C1">
              <a:alpha val="2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94" name="Freeform 694"/>
          <p:cNvSpPr/>
          <p:nvPr/>
        </p:nvSpPr>
        <p:spPr>
          <a:xfrm flipV="1">
            <a:off x="757237" y="4205288"/>
            <a:ext cx="10687049" cy="1400174"/>
          </a:xfrm>
          <a:custGeom>
            <a:avLst/>
            <a:gdLst/>
            <a:ahLst/>
            <a:cxnLst/>
            <a:rect l="0" t="0" r="0" b="0"/>
            <a:pathLst>
              <a:path w="14249400" h="1866900">
                <a:moveTo>
                  <a:pt x="0" y="69850"/>
                </a:moveTo>
                <a:lnTo>
                  <a:pt x="0" y="1797050"/>
                </a:lnTo>
                <a:cubicBezTo>
                  <a:pt x="0" y="1801637"/>
                  <a:pt x="447" y="1806179"/>
                  <a:pt x="1342" y="1810678"/>
                </a:cubicBezTo>
                <a:cubicBezTo>
                  <a:pt x="2236" y="1815177"/>
                  <a:pt x="3561" y="1819544"/>
                  <a:pt x="5316" y="1823782"/>
                </a:cubicBezTo>
                <a:cubicBezTo>
                  <a:pt x="7072" y="1828019"/>
                  <a:pt x="9223" y="1832044"/>
                  <a:pt x="11771" y="1835858"/>
                </a:cubicBezTo>
                <a:cubicBezTo>
                  <a:pt x="14319" y="1839671"/>
                  <a:pt x="17215" y="1843200"/>
                  <a:pt x="20458" y="1846442"/>
                </a:cubicBezTo>
                <a:cubicBezTo>
                  <a:pt x="23701" y="1849686"/>
                  <a:pt x="27229" y="1852581"/>
                  <a:pt x="31043" y="1855130"/>
                </a:cubicBezTo>
                <a:cubicBezTo>
                  <a:pt x="34856" y="1857678"/>
                  <a:pt x="38882" y="1859829"/>
                  <a:pt x="43119" y="1861584"/>
                </a:cubicBezTo>
                <a:cubicBezTo>
                  <a:pt x="47356" y="1863339"/>
                  <a:pt x="51724" y="1864664"/>
                  <a:pt x="56222" y="1865559"/>
                </a:cubicBezTo>
                <a:cubicBezTo>
                  <a:pt x="60721" y="1866453"/>
                  <a:pt x="65263" y="1866900"/>
                  <a:pt x="69850" y="1866900"/>
                </a:cubicBezTo>
                <a:lnTo>
                  <a:pt x="14179550" y="1866900"/>
                </a:lnTo>
                <a:cubicBezTo>
                  <a:pt x="14184135" y="1866900"/>
                  <a:pt x="14188678" y="1866453"/>
                  <a:pt x="14193177" y="1865559"/>
                </a:cubicBezTo>
                <a:cubicBezTo>
                  <a:pt x="14197674" y="1864664"/>
                  <a:pt x="14202041" y="1863339"/>
                  <a:pt x="14206280" y="1861584"/>
                </a:cubicBezTo>
                <a:cubicBezTo>
                  <a:pt x="14210517" y="1859829"/>
                  <a:pt x="14214541" y="1857678"/>
                  <a:pt x="14218355" y="1855130"/>
                </a:cubicBezTo>
                <a:cubicBezTo>
                  <a:pt x="14222169" y="1852581"/>
                  <a:pt x="14225697" y="1849686"/>
                  <a:pt x="14228940" y="1846442"/>
                </a:cubicBezTo>
                <a:cubicBezTo>
                  <a:pt x="14232182" y="1843200"/>
                  <a:pt x="14235078" y="1839671"/>
                  <a:pt x="14237625" y="1835858"/>
                </a:cubicBezTo>
                <a:cubicBezTo>
                  <a:pt x="14240174" y="1832044"/>
                  <a:pt x="14242326" y="1828019"/>
                  <a:pt x="14244082" y="1823782"/>
                </a:cubicBezTo>
                <a:cubicBezTo>
                  <a:pt x="14245835" y="1819544"/>
                  <a:pt x="14247161" y="1815177"/>
                  <a:pt x="14248057" y="1810678"/>
                </a:cubicBezTo>
                <a:cubicBezTo>
                  <a:pt x="14248951" y="1806179"/>
                  <a:pt x="14249400" y="1801637"/>
                  <a:pt x="14249400" y="1797050"/>
                </a:cubicBezTo>
                <a:lnTo>
                  <a:pt x="14249400" y="69850"/>
                </a:lnTo>
                <a:cubicBezTo>
                  <a:pt x="14249400" y="65264"/>
                  <a:pt x="14248951" y="60722"/>
                  <a:pt x="14248057" y="56224"/>
                </a:cubicBezTo>
                <a:cubicBezTo>
                  <a:pt x="14247161" y="51726"/>
                  <a:pt x="14245835" y="47358"/>
                  <a:pt x="14244082" y="43121"/>
                </a:cubicBezTo>
                <a:cubicBezTo>
                  <a:pt x="14242326" y="38884"/>
                  <a:pt x="14240174" y="34859"/>
                  <a:pt x="14237627" y="31046"/>
                </a:cubicBezTo>
                <a:cubicBezTo>
                  <a:pt x="14235078" y="27231"/>
                  <a:pt x="14232182" y="23703"/>
                  <a:pt x="14228940" y="20460"/>
                </a:cubicBezTo>
                <a:cubicBezTo>
                  <a:pt x="14225697" y="17217"/>
                  <a:pt x="14222169" y="14321"/>
                  <a:pt x="14218356" y="11773"/>
                </a:cubicBezTo>
                <a:cubicBezTo>
                  <a:pt x="14214541" y="9226"/>
                  <a:pt x="14210517" y="7074"/>
                  <a:pt x="14206280" y="5319"/>
                </a:cubicBezTo>
                <a:cubicBezTo>
                  <a:pt x="14202041" y="3563"/>
                  <a:pt x="14197674" y="2238"/>
                  <a:pt x="14193177" y="1344"/>
                </a:cubicBezTo>
                <a:cubicBezTo>
                  <a:pt x="14188678" y="449"/>
                  <a:pt x="14184135" y="0"/>
                  <a:pt x="14179550" y="0"/>
                </a:cubicBezTo>
                <a:lnTo>
                  <a:pt x="69850" y="0"/>
                </a:lnTo>
                <a:cubicBezTo>
                  <a:pt x="65263" y="0"/>
                  <a:pt x="60721" y="449"/>
                  <a:pt x="56222" y="1344"/>
                </a:cubicBezTo>
                <a:cubicBezTo>
                  <a:pt x="51724" y="2238"/>
                  <a:pt x="47356" y="3563"/>
                  <a:pt x="43119" y="5319"/>
                </a:cubicBezTo>
                <a:cubicBezTo>
                  <a:pt x="38882" y="7074"/>
                  <a:pt x="34856" y="9226"/>
                  <a:pt x="31043" y="11773"/>
                </a:cubicBezTo>
                <a:cubicBezTo>
                  <a:pt x="27229" y="14321"/>
                  <a:pt x="23701" y="17217"/>
                  <a:pt x="20458" y="20460"/>
                </a:cubicBezTo>
                <a:cubicBezTo>
                  <a:pt x="17215" y="23703"/>
                  <a:pt x="14319" y="27231"/>
                  <a:pt x="11771" y="31045"/>
                </a:cubicBezTo>
                <a:cubicBezTo>
                  <a:pt x="9223" y="34859"/>
                  <a:pt x="7072" y="38884"/>
                  <a:pt x="5316" y="43121"/>
                </a:cubicBezTo>
                <a:cubicBezTo>
                  <a:pt x="3561" y="47358"/>
                  <a:pt x="2236" y="51726"/>
                  <a:pt x="1342" y="56224"/>
                </a:cubicBezTo>
                <a:cubicBezTo>
                  <a:pt x="447" y="60722"/>
                  <a:pt x="0" y="65264"/>
                  <a:pt x="0" y="69850"/>
                </a:cubicBezTo>
                <a:close/>
                <a:moveTo>
                  <a:pt x="6394450" y="7473950"/>
                </a:moveTo>
              </a:path>
            </a:pathLst>
          </a:custGeom>
          <a:solidFill>
            <a:srgbClr val="F6F8FA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95" name="Freeform 695"/>
          <p:cNvSpPr/>
          <p:nvPr/>
        </p:nvSpPr>
        <p:spPr>
          <a:xfrm flipV="1">
            <a:off x="757237" y="4205288"/>
            <a:ext cx="10687049" cy="1400174"/>
          </a:xfrm>
          <a:custGeom>
            <a:avLst/>
            <a:gdLst/>
            <a:ahLst/>
            <a:cxnLst/>
            <a:rect l="0" t="0" r="0" b="0"/>
            <a:pathLst>
              <a:path w="14249400" h="1866900">
                <a:moveTo>
                  <a:pt x="0" y="69850"/>
                </a:moveTo>
                <a:lnTo>
                  <a:pt x="0" y="1797050"/>
                </a:lnTo>
                <a:cubicBezTo>
                  <a:pt x="0" y="1801637"/>
                  <a:pt x="447" y="1806179"/>
                  <a:pt x="1342" y="1810678"/>
                </a:cubicBezTo>
                <a:cubicBezTo>
                  <a:pt x="2236" y="1815177"/>
                  <a:pt x="3561" y="1819544"/>
                  <a:pt x="5316" y="1823782"/>
                </a:cubicBezTo>
                <a:cubicBezTo>
                  <a:pt x="7072" y="1828019"/>
                  <a:pt x="9223" y="1832044"/>
                  <a:pt x="11771" y="1835858"/>
                </a:cubicBezTo>
                <a:cubicBezTo>
                  <a:pt x="14319" y="1839671"/>
                  <a:pt x="17215" y="1843200"/>
                  <a:pt x="20458" y="1846442"/>
                </a:cubicBezTo>
                <a:cubicBezTo>
                  <a:pt x="23701" y="1849686"/>
                  <a:pt x="27229" y="1852581"/>
                  <a:pt x="31043" y="1855130"/>
                </a:cubicBezTo>
                <a:cubicBezTo>
                  <a:pt x="34856" y="1857678"/>
                  <a:pt x="38882" y="1859829"/>
                  <a:pt x="43119" y="1861584"/>
                </a:cubicBezTo>
                <a:cubicBezTo>
                  <a:pt x="47356" y="1863339"/>
                  <a:pt x="51724" y="1864664"/>
                  <a:pt x="56222" y="1865559"/>
                </a:cubicBezTo>
                <a:cubicBezTo>
                  <a:pt x="60721" y="1866453"/>
                  <a:pt x="65263" y="1866900"/>
                  <a:pt x="69850" y="1866900"/>
                </a:cubicBezTo>
                <a:lnTo>
                  <a:pt x="14179550" y="1866900"/>
                </a:lnTo>
                <a:cubicBezTo>
                  <a:pt x="14184135" y="1866900"/>
                  <a:pt x="14188678" y="1866453"/>
                  <a:pt x="14193177" y="1865559"/>
                </a:cubicBezTo>
                <a:cubicBezTo>
                  <a:pt x="14197674" y="1864664"/>
                  <a:pt x="14202041" y="1863339"/>
                  <a:pt x="14206280" y="1861584"/>
                </a:cubicBezTo>
                <a:cubicBezTo>
                  <a:pt x="14210517" y="1859829"/>
                  <a:pt x="14214541" y="1857678"/>
                  <a:pt x="14218355" y="1855130"/>
                </a:cubicBezTo>
                <a:cubicBezTo>
                  <a:pt x="14222169" y="1852581"/>
                  <a:pt x="14225697" y="1849686"/>
                  <a:pt x="14228940" y="1846442"/>
                </a:cubicBezTo>
                <a:cubicBezTo>
                  <a:pt x="14232182" y="1843200"/>
                  <a:pt x="14235078" y="1839671"/>
                  <a:pt x="14237625" y="1835858"/>
                </a:cubicBezTo>
                <a:cubicBezTo>
                  <a:pt x="14240174" y="1832044"/>
                  <a:pt x="14242326" y="1828019"/>
                  <a:pt x="14244082" y="1823782"/>
                </a:cubicBezTo>
                <a:cubicBezTo>
                  <a:pt x="14245835" y="1819544"/>
                  <a:pt x="14247161" y="1815177"/>
                  <a:pt x="14248057" y="1810678"/>
                </a:cubicBezTo>
                <a:cubicBezTo>
                  <a:pt x="14248951" y="1806179"/>
                  <a:pt x="14249400" y="1801637"/>
                  <a:pt x="14249400" y="1797050"/>
                </a:cubicBezTo>
                <a:lnTo>
                  <a:pt x="14249400" y="69850"/>
                </a:lnTo>
                <a:cubicBezTo>
                  <a:pt x="14249400" y="65264"/>
                  <a:pt x="14248951" y="60722"/>
                  <a:pt x="14248057" y="56224"/>
                </a:cubicBezTo>
                <a:cubicBezTo>
                  <a:pt x="14247161" y="51726"/>
                  <a:pt x="14245835" y="47358"/>
                  <a:pt x="14244082" y="43121"/>
                </a:cubicBezTo>
                <a:cubicBezTo>
                  <a:pt x="14242326" y="38884"/>
                  <a:pt x="14240174" y="34859"/>
                  <a:pt x="14237627" y="31046"/>
                </a:cubicBezTo>
                <a:cubicBezTo>
                  <a:pt x="14235078" y="27231"/>
                  <a:pt x="14232182" y="23703"/>
                  <a:pt x="14228940" y="20460"/>
                </a:cubicBezTo>
                <a:cubicBezTo>
                  <a:pt x="14225697" y="17217"/>
                  <a:pt x="14222169" y="14321"/>
                  <a:pt x="14218356" y="11773"/>
                </a:cubicBezTo>
                <a:cubicBezTo>
                  <a:pt x="14214541" y="9226"/>
                  <a:pt x="14210517" y="7074"/>
                  <a:pt x="14206280" y="5319"/>
                </a:cubicBezTo>
                <a:cubicBezTo>
                  <a:pt x="14202041" y="3563"/>
                  <a:pt x="14197674" y="2238"/>
                  <a:pt x="14193177" y="1344"/>
                </a:cubicBezTo>
                <a:cubicBezTo>
                  <a:pt x="14188678" y="449"/>
                  <a:pt x="14184135" y="0"/>
                  <a:pt x="14179550" y="0"/>
                </a:cubicBezTo>
                <a:lnTo>
                  <a:pt x="69850" y="0"/>
                </a:lnTo>
                <a:cubicBezTo>
                  <a:pt x="65263" y="0"/>
                  <a:pt x="60721" y="449"/>
                  <a:pt x="56222" y="1344"/>
                </a:cubicBezTo>
                <a:cubicBezTo>
                  <a:pt x="51724" y="2238"/>
                  <a:pt x="47356" y="3563"/>
                  <a:pt x="43119" y="5319"/>
                </a:cubicBezTo>
                <a:cubicBezTo>
                  <a:pt x="38882" y="7074"/>
                  <a:pt x="34856" y="9226"/>
                  <a:pt x="31043" y="11773"/>
                </a:cubicBezTo>
                <a:cubicBezTo>
                  <a:pt x="27229" y="14321"/>
                  <a:pt x="23701" y="17217"/>
                  <a:pt x="20458" y="20460"/>
                </a:cubicBezTo>
                <a:cubicBezTo>
                  <a:pt x="17215" y="23703"/>
                  <a:pt x="14319" y="27231"/>
                  <a:pt x="11771" y="31045"/>
                </a:cubicBezTo>
                <a:cubicBezTo>
                  <a:pt x="9223" y="34859"/>
                  <a:pt x="7072" y="38884"/>
                  <a:pt x="5316" y="43121"/>
                </a:cubicBezTo>
                <a:cubicBezTo>
                  <a:pt x="3561" y="47358"/>
                  <a:pt x="2236" y="51726"/>
                  <a:pt x="1342" y="56224"/>
                </a:cubicBezTo>
                <a:cubicBezTo>
                  <a:pt x="447" y="60722"/>
                  <a:pt x="0" y="65264"/>
                  <a:pt x="0" y="69850"/>
                </a:cubicBezTo>
                <a:close/>
                <a:moveTo>
                  <a:pt x="6394450" y="7473950"/>
                </a:moveTo>
              </a:path>
            </a:pathLst>
          </a:custGeom>
          <a:noFill/>
          <a:ln w="9524" cap="flat" cmpd="sng">
            <a:solidFill>
              <a:srgbClr val="D0D7DE">
                <a:alpha val="100000"/>
              </a:srgbClr>
            </a:solidFill>
            <a:miter lim="508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96" name="Rectangle 696"/>
          <p:cNvSpPr/>
          <p:nvPr/>
        </p:nvSpPr>
        <p:spPr>
          <a:xfrm>
            <a:off x="747712" y="1264898"/>
            <a:ext cx="10339709" cy="41720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599838"/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Table</a:t>
            </a:r>
            <a:r>
              <a:rPr lang="en-GB" sz="3479" b="1" i="0" spc="749" baseline="0" dirty="0">
                <a:solidFill>
                  <a:srgbClr val="224466"/>
                </a:solidFill>
                <a:latin typeface="Arial"/>
              </a:rPr>
              <a:t>s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a</a:t>
            </a:r>
            <a:r>
              <a:rPr lang="en-GB" sz="3479" b="1" i="0" spc="749" baseline="0" dirty="0">
                <a:solidFill>
                  <a:srgbClr val="224466"/>
                </a:solidFill>
                <a:latin typeface="Arial"/>
              </a:rPr>
              <a:t>s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text</a:t>
            </a:r>
          </a:p>
          <a:p>
            <a:pPr marL="0">
              <a:lnSpc>
                <a:spcPts val="5234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f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you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LL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M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can'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wor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k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wit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h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spreadshee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files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as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k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wor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k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</a:t>
            </a:r>
            <a:r>
              <a:rPr lang="en-GB" sz="2174" b="0" i="0" spc="1244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1848" b="0" i="0" spc="0" baseline="0" dirty="0">
                <a:solidFill>
                  <a:srgbClr val="1F2328"/>
                </a:solidFill>
                <a:latin typeface="Menlo"/>
              </a:rPr>
              <a:t>markdow</a:t>
            </a:r>
            <a:r>
              <a:rPr lang="en-GB" sz="1848" b="0" i="0" spc="1215" baseline="0" dirty="0">
                <a:solidFill>
                  <a:srgbClr val="1F2328"/>
                </a:solidFill>
                <a:latin typeface="Menlo"/>
              </a:rPr>
              <a:t>n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table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instead.</a:t>
            </a:r>
          </a:p>
          <a:p>
            <a:pPr marL="0">
              <a:lnSpc>
                <a:spcPts val="4425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Thes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ar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know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"pip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tables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"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becaus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column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f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plai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tex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ar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separate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b</a:t>
            </a:r>
            <a:r>
              <a:rPr lang="en-GB" sz="2174" b="0" i="0" spc="1245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800" b="0" i="0" spc="739" baseline="-3739" dirty="0">
                <a:solidFill>
                  <a:srgbClr val="1F2328"/>
                </a:solidFill>
                <a:latin typeface="Menlo"/>
              </a:rPr>
              <a:t>|</a:t>
            </a:r>
            <a:r>
              <a:rPr lang="en-GB" sz="2174" b="0" i="0" spc="739" baseline="0" dirty="0">
                <a:solidFill>
                  <a:srgbClr val="1F2328"/>
                </a:solidFill>
                <a:latin typeface="Arial"/>
              </a:rPr>
              <a:t>.</a:t>
            </a:r>
          </a:p>
          <a:p>
            <a:pPr marL="0">
              <a:lnSpc>
                <a:spcPts val="4500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Us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thi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websit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conver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betwee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Excel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htm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l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an</a:t>
            </a:r>
            <a:r>
              <a:rPr lang="en-GB" sz="2174" b="0" i="0" spc="1244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1848" b="0" i="0" spc="0" baseline="0" dirty="0">
                <a:solidFill>
                  <a:srgbClr val="1F2328"/>
                </a:solidFill>
                <a:latin typeface="Menlo"/>
              </a:rPr>
              <a:t>markdow</a:t>
            </a:r>
            <a:r>
              <a:rPr lang="en-GB" sz="1848" b="0" i="0" spc="1215" baseline="0" dirty="0">
                <a:solidFill>
                  <a:srgbClr val="1F2328"/>
                </a:solidFill>
                <a:latin typeface="Menlo"/>
              </a:rPr>
              <a:t>n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tables:</a:t>
            </a:r>
          </a:p>
          <a:p>
            <a:pPr marL="0">
              <a:lnSpc>
                <a:spcPts val="3225"/>
              </a:lnSpc>
            </a:pPr>
            <a:r>
              <a:rPr lang="en-GB" sz="2174" b="0" i="0" spc="0" baseline="0" dirty="0">
                <a:solidFill>
                  <a:srgbClr val="0969DA"/>
                </a:solidFill>
                <a:latin typeface="Arial"/>
                <a:hlinkClick r:id="rId2"/>
              </a:rPr>
              <a:t>https://www.tablesgenerator.com/markdown_tables</a:t>
            </a:r>
          </a:p>
          <a:p>
            <a:pPr marL="166687">
              <a:lnSpc>
                <a:spcPts val="4935"/>
              </a:lnSpc>
            </a:pPr>
            <a:r>
              <a:rPr lang="en-GB" sz="1848" b="0" i="0" spc="0" baseline="0" dirty="0">
                <a:solidFill>
                  <a:srgbClr val="1F2328"/>
                </a:solidFill>
                <a:latin typeface="Menlo"/>
              </a:rPr>
              <a:t>| Header1 | Header2 | Header3 |</a:t>
            </a:r>
          </a:p>
          <a:p>
            <a:pPr marL="166687">
              <a:lnSpc>
                <a:spcPts val="2100"/>
              </a:lnSpc>
            </a:pPr>
            <a:r>
              <a:rPr lang="en-GB" sz="1848" b="0" i="0" spc="0" baseline="0" dirty="0">
                <a:solidFill>
                  <a:srgbClr val="1F2328"/>
                </a:solidFill>
                <a:latin typeface="Menlo"/>
              </a:rPr>
              <a:t>|---------|---------|---------|</a:t>
            </a:r>
          </a:p>
          <a:p>
            <a:pPr marL="166687">
              <a:lnSpc>
                <a:spcPts val="2175"/>
              </a:lnSpc>
              <a:tabLst>
                <a:tab pos="1580248" algn="l"/>
                <a:tab pos="2993810" algn="l"/>
                <a:tab pos="4407372" algn="l"/>
                <a:tab pos="4407372" algn="l"/>
              </a:tabLst>
            </a:pPr>
            <a:r>
              <a:rPr lang="en-GB" sz="1848" b="0" i="0" spc="0" baseline="0" dirty="0">
                <a:solidFill>
                  <a:srgbClr val="1F2328"/>
                </a:solidFill>
                <a:latin typeface="Menlo"/>
              </a:rPr>
              <a:t>| Row1	| Row1	| Row1	|	</a:t>
            </a:r>
          </a:p>
          <a:p>
            <a:pPr marL="166687">
              <a:lnSpc>
                <a:spcPts val="2099"/>
              </a:lnSpc>
              <a:tabLst>
                <a:tab pos="1580248" algn="l"/>
                <a:tab pos="2993810" algn="l"/>
                <a:tab pos="4407372" algn="l"/>
                <a:tab pos="4407372" algn="l"/>
              </a:tabLst>
            </a:pPr>
            <a:r>
              <a:rPr lang="en-GB" sz="1848" b="0" i="0" spc="0" baseline="0" dirty="0">
                <a:solidFill>
                  <a:srgbClr val="1F2328"/>
                </a:solidFill>
                <a:latin typeface="Menlo"/>
              </a:rPr>
              <a:t>| Row2	| Row2	| Row2	|	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Freeform 697"/>
          <p:cNvSpPr/>
          <p:nvPr/>
        </p:nvSpPr>
        <p:spPr>
          <a:xfrm flipV="1">
            <a:off x="0" y="-19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98" name="Freeform 698"/>
          <p:cNvSpPr/>
          <p:nvPr/>
        </p:nvSpPr>
        <p:spPr>
          <a:xfrm flipV="1">
            <a:off x="0" y="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99" name="Freeform 699"/>
          <p:cNvSpPr/>
          <p:nvPr/>
        </p:nvSpPr>
        <p:spPr>
          <a:xfrm flipV="1">
            <a:off x="943888" y="2730288"/>
            <a:ext cx="1041688" cy="953442"/>
          </a:xfrm>
          <a:custGeom>
            <a:avLst/>
            <a:gdLst/>
            <a:ahLst/>
            <a:cxnLst/>
            <a:rect l="0" t="0" r="0" b="0"/>
            <a:pathLst>
              <a:path w="408470" h="365912">
                <a:moveTo>
                  <a:pt x="408470" y="0"/>
                </a:moveTo>
                <a:lnTo>
                  <a:pt x="371437" y="331902"/>
                </a:lnTo>
                <a:cubicBezTo>
                  <a:pt x="369278" y="351269"/>
                  <a:pt x="352908" y="365912"/>
                  <a:pt x="333426" y="365912"/>
                </a:cubicBezTo>
                <a:lnTo>
                  <a:pt x="71971" y="365912"/>
                </a:lnTo>
                <a:cubicBezTo>
                  <a:pt x="52350" y="365912"/>
                  <a:pt x="35916" y="351079"/>
                  <a:pt x="33909" y="331572"/>
                </a:cubicBezTo>
                <a:lnTo>
                  <a:pt x="0" y="0"/>
                </a:lnTo>
                <a:lnTo>
                  <a:pt x="408470" y="0"/>
                </a:lnTo>
                <a:close/>
                <a:moveTo>
                  <a:pt x="340551" y="365912"/>
                </a:moveTo>
              </a:path>
            </a:pathLst>
          </a:custGeom>
          <a:solidFill>
            <a:srgbClr val="DD2E44">
              <a:alpha val="100000"/>
            </a:srgbClr>
          </a:solidFill>
          <a:ln w="32387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00" name="Freeform 700"/>
          <p:cNvSpPr/>
          <p:nvPr/>
        </p:nvSpPr>
        <p:spPr>
          <a:xfrm flipV="1">
            <a:off x="1161080" y="2883636"/>
            <a:ext cx="606687" cy="619878"/>
          </a:xfrm>
          <a:custGeom>
            <a:avLst/>
            <a:gdLst/>
            <a:ahLst/>
            <a:cxnLst/>
            <a:rect l="0" t="0" r="0" b="0"/>
            <a:pathLst>
              <a:path w="237896" h="237897">
                <a:moveTo>
                  <a:pt x="237896" y="118948"/>
                </a:moveTo>
                <a:cubicBezTo>
                  <a:pt x="237896" y="115053"/>
                  <a:pt x="237705" y="111166"/>
                  <a:pt x="237323" y="107290"/>
                </a:cubicBezTo>
                <a:cubicBezTo>
                  <a:pt x="236941" y="103413"/>
                  <a:pt x="236370" y="99564"/>
                  <a:pt x="235610" y="95743"/>
                </a:cubicBezTo>
                <a:cubicBezTo>
                  <a:pt x="234850" y="91922"/>
                  <a:pt x="233905" y="88148"/>
                  <a:pt x="232774" y="84420"/>
                </a:cubicBezTo>
                <a:cubicBezTo>
                  <a:pt x="231643" y="80692"/>
                  <a:pt x="230332" y="77028"/>
                  <a:pt x="228842" y="73429"/>
                </a:cubicBezTo>
                <a:cubicBezTo>
                  <a:pt x="227351" y="69830"/>
                  <a:pt x="225687" y="66312"/>
                  <a:pt x="223851" y="62877"/>
                </a:cubicBezTo>
                <a:cubicBezTo>
                  <a:pt x="222014" y="59441"/>
                  <a:pt x="220014" y="56104"/>
                  <a:pt x="217850" y="52864"/>
                </a:cubicBezTo>
                <a:cubicBezTo>
                  <a:pt x="215685" y="49625"/>
                  <a:pt x="213367" y="46500"/>
                  <a:pt x="210896" y="43489"/>
                </a:cubicBezTo>
                <a:cubicBezTo>
                  <a:pt x="208425" y="40477"/>
                  <a:pt x="205812" y="37594"/>
                  <a:pt x="203057" y="34839"/>
                </a:cubicBezTo>
                <a:cubicBezTo>
                  <a:pt x="200302" y="32085"/>
                  <a:pt x="197419" y="29472"/>
                  <a:pt x="194408" y="27000"/>
                </a:cubicBezTo>
                <a:cubicBezTo>
                  <a:pt x="191396" y="24529"/>
                  <a:pt x="188271" y="22211"/>
                  <a:pt x="185032" y="20047"/>
                </a:cubicBezTo>
                <a:cubicBezTo>
                  <a:pt x="181793" y="17882"/>
                  <a:pt x="178455" y="15882"/>
                  <a:pt x="175020" y="14046"/>
                </a:cubicBezTo>
                <a:cubicBezTo>
                  <a:pt x="171584" y="12209"/>
                  <a:pt x="168066" y="10546"/>
                  <a:pt x="164467" y="9055"/>
                </a:cubicBezTo>
                <a:cubicBezTo>
                  <a:pt x="160868" y="7564"/>
                  <a:pt x="157205" y="6253"/>
                  <a:pt x="153477" y="5122"/>
                </a:cubicBezTo>
                <a:cubicBezTo>
                  <a:pt x="149749" y="3991"/>
                  <a:pt x="145974" y="3046"/>
                  <a:pt x="142153" y="2286"/>
                </a:cubicBezTo>
                <a:cubicBezTo>
                  <a:pt x="138333" y="1526"/>
                  <a:pt x="134484" y="955"/>
                  <a:pt x="130607" y="573"/>
                </a:cubicBezTo>
                <a:cubicBezTo>
                  <a:pt x="126730" y="191"/>
                  <a:pt x="122844" y="0"/>
                  <a:pt x="118948" y="0"/>
                </a:cubicBezTo>
                <a:cubicBezTo>
                  <a:pt x="115052" y="0"/>
                  <a:pt x="111166" y="191"/>
                  <a:pt x="107289" y="573"/>
                </a:cubicBezTo>
                <a:cubicBezTo>
                  <a:pt x="103412" y="955"/>
                  <a:pt x="99563" y="1526"/>
                  <a:pt x="95742" y="2286"/>
                </a:cubicBezTo>
                <a:cubicBezTo>
                  <a:pt x="91921" y="3046"/>
                  <a:pt x="88147" y="3991"/>
                  <a:pt x="84419" y="5122"/>
                </a:cubicBezTo>
                <a:cubicBezTo>
                  <a:pt x="80691" y="6253"/>
                  <a:pt x="77027" y="7564"/>
                  <a:pt x="73428" y="9055"/>
                </a:cubicBezTo>
                <a:cubicBezTo>
                  <a:pt x="69829" y="10546"/>
                  <a:pt x="66312" y="12209"/>
                  <a:pt x="62876" y="14046"/>
                </a:cubicBezTo>
                <a:cubicBezTo>
                  <a:pt x="59440" y="15882"/>
                  <a:pt x="56103" y="17882"/>
                  <a:pt x="52864" y="20047"/>
                </a:cubicBezTo>
                <a:cubicBezTo>
                  <a:pt x="49625" y="22211"/>
                  <a:pt x="46499" y="24529"/>
                  <a:pt x="43488" y="27000"/>
                </a:cubicBezTo>
                <a:cubicBezTo>
                  <a:pt x="40476" y="29472"/>
                  <a:pt x="37593" y="32085"/>
                  <a:pt x="34839" y="34839"/>
                </a:cubicBezTo>
                <a:cubicBezTo>
                  <a:pt x="32084" y="37594"/>
                  <a:pt x="29471" y="40477"/>
                  <a:pt x="27000" y="43489"/>
                </a:cubicBezTo>
                <a:cubicBezTo>
                  <a:pt x="24528" y="46500"/>
                  <a:pt x="22210" y="49625"/>
                  <a:pt x="20046" y="52864"/>
                </a:cubicBezTo>
                <a:cubicBezTo>
                  <a:pt x="17882" y="56104"/>
                  <a:pt x="15881" y="59441"/>
                  <a:pt x="14045" y="62877"/>
                </a:cubicBezTo>
                <a:cubicBezTo>
                  <a:pt x="12208" y="66312"/>
                  <a:pt x="10545" y="69830"/>
                  <a:pt x="9054" y="73429"/>
                </a:cubicBezTo>
                <a:cubicBezTo>
                  <a:pt x="7563" y="77028"/>
                  <a:pt x="6252" y="80692"/>
                  <a:pt x="5121" y="84420"/>
                </a:cubicBezTo>
                <a:cubicBezTo>
                  <a:pt x="3991" y="88148"/>
                  <a:pt x="3045" y="91922"/>
                  <a:pt x="2285" y="95743"/>
                </a:cubicBezTo>
                <a:cubicBezTo>
                  <a:pt x="1525" y="99564"/>
                  <a:pt x="954" y="103413"/>
                  <a:pt x="572" y="107290"/>
                </a:cubicBezTo>
                <a:cubicBezTo>
                  <a:pt x="191" y="111166"/>
                  <a:pt x="0" y="115053"/>
                  <a:pt x="0" y="118948"/>
                </a:cubicBezTo>
                <a:cubicBezTo>
                  <a:pt x="0" y="122844"/>
                  <a:pt x="191" y="126731"/>
                  <a:pt x="572" y="130607"/>
                </a:cubicBezTo>
                <a:cubicBezTo>
                  <a:pt x="954" y="134484"/>
                  <a:pt x="1525" y="138333"/>
                  <a:pt x="2285" y="142154"/>
                </a:cubicBezTo>
                <a:cubicBezTo>
                  <a:pt x="3045" y="145975"/>
                  <a:pt x="3991" y="149749"/>
                  <a:pt x="5121" y="153477"/>
                </a:cubicBezTo>
                <a:cubicBezTo>
                  <a:pt x="6252" y="157205"/>
                  <a:pt x="7563" y="160869"/>
                  <a:pt x="9054" y="164468"/>
                </a:cubicBezTo>
                <a:cubicBezTo>
                  <a:pt x="10545" y="168067"/>
                  <a:pt x="12208" y="171585"/>
                  <a:pt x="14045" y="175020"/>
                </a:cubicBezTo>
                <a:cubicBezTo>
                  <a:pt x="15881" y="178456"/>
                  <a:pt x="17882" y="181793"/>
                  <a:pt x="20046" y="185033"/>
                </a:cubicBezTo>
                <a:cubicBezTo>
                  <a:pt x="22210" y="188272"/>
                  <a:pt x="24528" y="191397"/>
                  <a:pt x="27000" y="194408"/>
                </a:cubicBezTo>
                <a:cubicBezTo>
                  <a:pt x="29471" y="197420"/>
                  <a:pt x="32084" y="200303"/>
                  <a:pt x="34839" y="203058"/>
                </a:cubicBezTo>
                <a:cubicBezTo>
                  <a:pt x="37593" y="205812"/>
                  <a:pt x="40476" y="208425"/>
                  <a:pt x="43488" y="210897"/>
                </a:cubicBezTo>
                <a:cubicBezTo>
                  <a:pt x="46499" y="213368"/>
                  <a:pt x="49625" y="215686"/>
                  <a:pt x="52864" y="217850"/>
                </a:cubicBezTo>
                <a:cubicBezTo>
                  <a:pt x="56103" y="220015"/>
                  <a:pt x="59440" y="222015"/>
                  <a:pt x="62876" y="223851"/>
                </a:cubicBezTo>
                <a:cubicBezTo>
                  <a:pt x="66312" y="225688"/>
                  <a:pt x="69829" y="227351"/>
                  <a:pt x="73428" y="228842"/>
                </a:cubicBezTo>
                <a:cubicBezTo>
                  <a:pt x="77027" y="230333"/>
                  <a:pt x="80691" y="231644"/>
                  <a:pt x="84419" y="232775"/>
                </a:cubicBezTo>
                <a:cubicBezTo>
                  <a:pt x="88147" y="233906"/>
                  <a:pt x="91921" y="234851"/>
                  <a:pt x="95742" y="235611"/>
                </a:cubicBezTo>
                <a:cubicBezTo>
                  <a:pt x="99563" y="236371"/>
                  <a:pt x="103412" y="236942"/>
                  <a:pt x="107289" y="237324"/>
                </a:cubicBezTo>
                <a:cubicBezTo>
                  <a:pt x="111166" y="237706"/>
                  <a:pt x="115052" y="237897"/>
                  <a:pt x="118948" y="237897"/>
                </a:cubicBezTo>
                <a:cubicBezTo>
                  <a:pt x="122844" y="237897"/>
                  <a:pt x="126730" y="237706"/>
                  <a:pt x="130607" y="237324"/>
                </a:cubicBezTo>
                <a:cubicBezTo>
                  <a:pt x="134484" y="236942"/>
                  <a:pt x="138333" y="236371"/>
                  <a:pt x="142153" y="235611"/>
                </a:cubicBezTo>
                <a:cubicBezTo>
                  <a:pt x="145974" y="234851"/>
                  <a:pt x="149749" y="233906"/>
                  <a:pt x="153477" y="232775"/>
                </a:cubicBezTo>
                <a:cubicBezTo>
                  <a:pt x="157205" y="231644"/>
                  <a:pt x="160868" y="230333"/>
                  <a:pt x="164467" y="228842"/>
                </a:cubicBezTo>
                <a:cubicBezTo>
                  <a:pt x="168066" y="227351"/>
                  <a:pt x="171584" y="225688"/>
                  <a:pt x="175020" y="223851"/>
                </a:cubicBezTo>
                <a:cubicBezTo>
                  <a:pt x="178455" y="222015"/>
                  <a:pt x="181793" y="220015"/>
                  <a:pt x="185032" y="217850"/>
                </a:cubicBezTo>
                <a:cubicBezTo>
                  <a:pt x="188271" y="215686"/>
                  <a:pt x="191396" y="213368"/>
                  <a:pt x="194408" y="210897"/>
                </a:cubicBezTo>
                <a:cubicBezTo>
                  <a:pt x="197419" y="208425"/>
                  <a:pt x="200302" y="205812"/>
                  <a:pt x="203057" y="203058"/>
                </a:cubicBezTo>
                <a:cubicBezTo>
                  <a:pt x="205812" y="200303"/>
                  <a:pt x="208425" y="197420"/>
                  <a:pt x="210896" y="194408"/>
                </a:cubicBezTo>
                <a:cubicBezTo>
                  <a:pt x="213367" y="191397"/>
                  <a:pt x="215685" y="188272"/>
                  <a:pt x="217850" y="185033"/>
                </a:cubicBezTo>
                <a:cubicBezTo>
                  <a:pt x="220014" y="181793"/>
                  <a:pt x="222014" y="178456"/>
                  <a:pt x="223851" y="175020"/>
                </a:cubicBezTo>
                <a:cubicBezTo>
                  <a:pt x="225687" y="171585"/>
                  <a:pt x="227351" y="168067"/>
                  <a:pt x="228842" y="164468"/>
                </a:cubicBezTo>
                <a:cubicBezTo>
                  <a:pt x="230332" y="160869"/>
                  <a:pt x="231643" y="157205"/>
                  <a:pt x="232774" y="153477"/>
                </a:cubicBezTo>
                <a:cubicBezTo>
                  <a:pt x="233905" y="149749"/>
                  <a:pt x="234850" y="145975"/>
                  <a:pt x="235610" y="142154"/>
                </a:cubicBezTo>
                <a:cubicBezTo>
                  <a:pt x="236370" y="138333"/>
                  <a:pt x="236941" y="134484"/>
                  <a:pt x="237323" y="130607"/>
                </a:cubicBezTo>
                <a:cubicBezTo>
                  <a:pt x="237705" y="126731"/>
                  <a:pt x="237896" y="122844"/>
                  <a:pt x="237896" y="118948"/>
                </a:cubicBezTo>
                <a:close/>
                <a:moveTo>
                  <a:pt x="67272" y="296748"/>
                </a:moveTo>
              </a:path>
            </a:pathLst>
          </a:custGeom>
          <a:solidFill>
            <a:srgbClr val="BE1931">
              <a:alpha val="100000"/>
            </a:srgbClr>
          </a:solidFill>
          <a:ln w="32387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01" name="Picture 70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66509" y="3683209"/>
            <a:ext cx="1191360" cy="251086"/>
          </a:xfrm>
          <a:prstGeom prst="rect">
            <a:avLst/>
          </a:prstGeom>
          <a:noFill/>
        </p:spPr>
      </p:pic>
      <p:sp>
        <p:nvSpPr>
          <p:cNvPr id="702" name="Freeform 702"/>
          <p:cNvSpPr/>
          <p:nvPr/>
        </p:nvSpPr>
        <p:spPr>
          <a:xfrm flipV="1">
            <a:off x="892359" y="3656861"/>
            <a:ext cx="1139660" cy="63270"/>
          </a:xfrm>
          <a:custGeom>
            <a:avLst/>
            <a:gdLst/>
            <a:ahLst/>
            <a:cxnLst/>
            <a:rect l="0" t="0" r="0" b="0"/>
            <a:pathLst>
              <a:path w="446887" h="24282">
                <a:moveTo>
                  <a:pt x="446887" y="0"/>
                </a:moveTo>
                <a:lnTo>
                  <a:pt x="445960" y="9296"/>
                </a:lnTo>
                <a:cubicBezTo>
                  <a:pt x="444170" y="18669"/>
                  <a:pt x="436181" y="24282"/>
                  <a:pt x="426644" y="24282"/>
                </a:cubicBezTo>
                <a:lnTo>
                  <a:pt x="20244" y="24282"/>
                </a:lnTo>
                <a:cubicBezTo>
                  <a:pt x="10706" y="24282"/>
                  <a:pt x="2718" y="18669"/>
                  <a:pt x="927" y="9296"/>
                </a:cubicBezTo>
                <a:lnTo>
                  <a:pt x="0" y="0"/>
                </a:lnTo>
                <a:lnTo>
                  <a:pt x="446887" y="0"/>
                </a:lnTo>
                <a:lnTo>
                  <a:pt x="446887" y="0"/>
                </a:lnTo>
                <a:close/>
                <a:moveTo>
                  <a:pt x="374726" y="379882"/>
                </a:moveTo>
              </a:path>
            </a:pathLst>
          </a:custGeom>
          <a:solidFill>
            <a:srgbClr val="CCD6DD">
              <a:alpha val="100000"/>
            </a:srgbClr>
          </a:solidFill>
          <a:ln w="32387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03" name="Freeform 703"/>
          <p:cNvSpPr/>
          <p:nvPr/>
        </p:nvSpPr>
        <p:spPr>
          <a:xfrm flipV="1">
            <a:off x="1079236" y="2800046"/>
            <a:ext cx="770342" cy="787057"/>
          </a:xfrm>
          <a:custGeom>
            <a:avLst/>
            <a:gdLst/>
            <a:ahLst/>
            <a:cxnLst/>
            <a:rect l="0" t="0" r="0" b="0"/>
            <a:pathLst>
              <a:path w="302069" h="302057">
                <a:moveTo>
                  <a:pt x="298081" y="155727"/>
                </a:moveTo>
                <a:lnTo>
                  <a:pt x="200698" y="171577"/>
                </a:lnTo>
                <a:lnTo>
                  <a:pt x="258343" y="251689"/>
                </a:lnTo>
                <a:cubicBezTo>
                  <a:pt x="259702" y="253568"/>
                  <a:pt x="259499" y="256185"/>
                  <a:pt x="257848" y="257836"/>
                </a:cubicBezTo>
                <a:cubicBezTo>
                  <a:pt x="256184" y="259474"/>
                  <a:pt x="253581" y="259690"/>
                  <a:pt x="251701" y="258331"/>
                </a:cubicBezTo>
                <a:lnTo>
                  <a:pt x="171577" y="200698"/>
                </a:lnTo>
                <a:lnTo>
                  <a:pt x="155740" y="298069"/>
                </a:lnTo>
                <a:cubicBezTo>
                  <a:pt x="155372" y="300368"/>
                  <a:pt x="153365" y="302057"/>
                  <a:pt x="151041" y="302057"/>
                </a:cubicBezTo>
                <a:cubicBezTo>
                  <a:pt x="148717" y="302057"/>
                  <a:pt x="146710" y="300368"/>
                  <a:pt x="146342" y="298069"/>
                </a:cubicBezTo>
                <a:lnTo>
                  <a:pt x="130492" y="200698"/>
                </a:lnTo>
                <a:lnTo>
                  <a:pt x="50381" y="258331"/>
                </a:lnTo>
                <a:cubicBezTo>
                  <a:pt x="48488" y="259690"/>
                  <a:pt x="45897" y="259474"/>
                  <a:pt x="44234" y="257836"/>
                </a:cubicBezTo>
                <a:cubicBezTo>
                  <a:pt x="42583" y="256172"/>
                  <a:pt x="42380" y="253581"/>
                  <a:pt x="43738" y="251689"/>
                </a:cubicBezTo>
                <a:lnTo>
                  <a:pt x="101371" y="171577"/>
                </a:lnTo>
                <a:lnTo>
                  <a:pt x="3987" y="155727"/>
                </a:lnTo>
                <a:cubicBezTo>
                  <a:pt x="1689" y="155359"/>
                  <a:pt x="0" y="153365"/>
                  <a:pt x="0" y="151028"/>
                </a:cubicBezTo>
                <a:cubicBezTo>
                  <a:pt x="0" y="148692"/>
                  <a:pt x="1689" y="146698"/>
                  <a:pt x="3987" y="146330"/>
                </a:cubicBezTo>
                <a:lnTo>
                  <a:pt x="101371" y="130480"/>
                </a:lnTo>
                <a:lnTo>
                  <a:pt x="43738" y="50368"/>
                </a:lnTo>
                <a:cubicBezTo>
                  <a:pt x="42380" y="48476"/>
                  <a:pt x="42583" y="45872"/>
                  <a:pt x="44234" y="44222"/>
                </a:cubicBezTo>
                <a:cubicBezTo>
                  <a:pt x="45897" y="42583"/>
                  <a:pt x="48488" y="42367"/>
                  <a:pt x="50381" y="43726"/>
                </a:cubicBezTo>
                <a:lnTo>
                  <a:pt x="130492" y="101359"/>
                </a:lnTo>
                <a:lnTo>
                  <a:pt x="146342" y="3988"/>
                </a:lnTo>
                <a:cubicBezTo>
                  <a:pt x="146710" y="1677"/>
                  <a:pt x="148717" y="0"/>
                  <a:pt x="151041" y="0"/>
                </a:cubicBezTo>
                <a:cubicBezTo>
                  <a:pt x="153365" y="0"/>
                  <a:pt x="155371" y="1702"/>
                  <a:pt x="155740" y="3988"/>
                </a:cubicBezTo>
                <a:lnTo>
                  <a:pt x="171577" y="101359"/>
                </a:lnTo>
                <a:lnTo>
                  <a:pt x="251688" y="43726"/>
                </a:lnTo>
                <a:cubicBezTo>
                  <a:pt x="253568" y="42380"/>
                  <a:pt x="256184" y="42583"/>
                  <a:pt x="257835" y="44222"/>
                </a:cubicBezTo>
                <a:cubicBezTo>
                  <a:pt x="259486" y="45885"/>
                  <a:pt x="259689" y="48476"/>
                  <a:pt x="258330" y="50368"/>
                </a:cubicBezTo>
                <a:lnTo>
                  <a:pt x="200698" y="130480"/>
                </a:lnTo>
                <a:lnTo>
                  <a:pt x="298081" y="146330"/>
                </a:lnTo>
                <a:cubicBezTo>
                  <a:pt x="300393" y="146698"/>
                  <a:pt x="302069" y="148704"/>
                  <a:pt x="302069" y="151028"/>
                </a:cubicBezTo>
                <a:cubicBezTo>
                  <a:pt x="302069" y="153353"/>
                  <a:pt x="300393" y="155359"/>
                  <a:pt x="298081" y="155727"/>
                </a:cubicBezTo>
                <a:close/>
                <a:moveTo>
                  <a:pt x="94666" y="328828"/>
                </a:moveTo>
              </a:path>
            </a:pathLst>
          </a:custGeom>
          <a:solidFill>
            <a:srgbClr val="EC9DAD">
              <a:alpha val="100000"/>
            </a:srgbClr>
          </a:solidFill>
          <a:ln w="32387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04" name="Rectangle 704"/>
          <p:cNvSpPr/>
          <p:nvPr/>
        </p:nvSpPr>
        <p:spPr>
          <a:xfrm>
            <a:off x="2348703" y="2674466"/>
            <a:ext cx="9086624" cy="140465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9260" b="1" i="0" spc="0" baseline="0" dirty="0">
                <a:solidFill>
                  <a:srgbClr val="224466"/>
                </a:solidFill>
                <a:latin typeface="Arial"/>
              </a:rPr>
              <a:t>Impo</a:t>
            </a:r>
            <a:r>
              <a:rPr lang="en-GB" sz="9260" b="1" i="0" spc="267" baseline="0" dirty="0">
                <a:solidFill>
                  <a:srgbClr val="224466"/>
                </a:solidFill>
                <a:latin typeface="Arial"/>
              </a:rPr>
              <a:t>r</a:t>
            </a:r>
            <a:r>
              <a:rPr lang="en-GB" sz="9260" b="1" i="0" spc="0" baseline="0" dirty="0">
                <a:solidFill>
                  <a:srgbClr val="224466"/>
                </a:solidFill>
                <a:latin typeface="Arial"/>
              </a:rPr>
              <a:t>tan</a:t>
            </a:r>
            <a:r>
              <a:rPr lang="en-GB" sz="9260" b="1" i="0" spc="1998" baseline="0" dirty="0">
                <a:solidFill>
                  <a:srgbClr val="224466"/>
                </a:solidFill>
                <a:latin typeface="Arial"/>
              </a:rPr>
              <a:t>t</a:t>
            </a:r>
            <a:r>
              <a:rPr lang="en-GB" sz="9260" b="1" i="0" spc="0" baseline="0" dirty="0">
                <a:solidFill>
                  <a:srgbClr val="224466"/>
                </a:solidFill>
                <a:latin typeface="Arial"/>
              </a:rPr>
              <a:t>Advice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Freeform 705"/>
          <p:cNvSpPr/>
          <p:nvPr/>
        </p:nvSpPr>
        <p:spPr>
          <a:xfrm flipV="1">
            <a:off x="0" y="-19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06" name="Freeform 706"/>
          <p:cNvSpPr/>
          <p:nvPr/>
        </p:nvSpPr>
        <p:spPr>
          <a:xfrm flipV="1">
            <a:off x="0" y="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07" name="Freeform 707"/>
          <p:cNvSpPr/>
          <p:nvPr/>
        </p:nvSpPr>
        <p:spPr>
          <a:xfrm flipV="1">
            <a:off x="752474" y="1619250"/>
            <a:ext cx="66674" cy="1247774"/>
          </a:xfrm>
          <a:custGeom>
            <a:avLst/>
            <a:gdLst/>
            <a:ahLst/>
            <a:cxnLst/>
            <a:rect l="0" t="0" r="0" b="0"/>
            <a:pathLst>
              <a:path w="88900" h="1663700">
                <a:moveTo>
                  <a:pt x="0" y="1663700"/>
                </a:moveTo>
                <a:lnTo>
                  <a:pt x="88900" y="1663700"/>
                </a:lnTo>
                <a:lnTo>
                  <a:pt x="88900" y="0"/>
                </a:lnTo>
                <a:lnTo>
                  <a:pt x="0" y="0"/>
                </a:lnTo>
                <a:lnTo>
                  <a:pt x="0" y="1663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08" name="Freeform 708"/>
          <p:cNvSpPr/>
          <p:nvPr/>
        </p:nvSpPr>
        <p:spPr>
          <a:xfrm flipV="1">
            <a:off x="752474" y="3019425"/>
            <a:ext cx="66674" cy="828674"/>
          </a:xfrm>
          <a:custGeom>
            <a:avLst/>
            <a:gdLst/>
            <a:ahLst/>
            <a:cxnLst/>
            <a:rect l="0" t="0" r="0" b="0"/>
            <a:pathLst>
              <a:path w="88900" h="1104900">
                <a:moveTo>
                  <a:pt x="0" y="1104900"/>
                </a:moveTo>
                <a:lnTo>
                  <a:pt x="88900" y="1104900"/>
                </a:lnTo>
                <a:lnTo>
                  <a:pt x="88900" y="0"/>
                </a:lnTo>
                <a:lnTo>
                  <a:pt x="0" y="0"/>
                </a:lnTo>
                <a:lnTo>
                  <a:pt x="0" y="11049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09" name="Freeform 709"/>
          <p:cNvSpPr/>
          <p:nvPr/>
        </p:nvSpPr>
        <p:spPr>
          <a:xfrm flipV="1">
            <a:off x="752474" y="4000500"/>
            <a:ext cx="66674" cy="1657349"/>
          </a:xfrm>
          <a:custGeom>
            <a:avLst/>
            <a:gdLst/>
            <a:ahLst/>
            <a:cxnLst/>
            <a:rect l="0" t="0" r="0" b="0"/>
            <a:pathLst>
              <a:path w="88900" h="2209800">
                <a:moveTo>
                  <a:pt x="0" y="2209800"/>
                </a:moveTo>
                <a:lnTo>
                  <a:pt x="88900" y="2209800"/>
                </a:lnTo>
                <a:lnTo>
                  <a:pt x="88900" y="0"/>
                </a:lnTo>
                <a:lnTo>
                  <a:pt x="0" y="0"/>
                </a:lnTo>
                <a:lnTo>
                  <a:pt x="0" y="22098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10" name="Freeform 710"/>
          <p:cNvSpPr/>
          <p:nvPr/>
        </p:nvSpPr>
        <p:spPr>
          <a:xfrm flipV="1">
            <a:off x="771524" y="1104900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457200" h="457200">
                <a:moveTo>
                  <a:pt x="457200" y="50800"/>
                </a:moveTo>
                <a:cubicBezTo>
                  <a:pt x="457200" y="22746"/>
                  <a:pt x="434454" y="0"/>
                  <a:pt x="406400" y="0"/>
                </a:cubicBezTo>
                <a:lnTo>
                  <a:pt x="50800" y="0"/>
                </a:lnTo>
                <a:cubicBezTo>
                  <a:pt x="22745" y="0"/>
                  <a:pt x="0" y="22746"/>
                  <a:pt x="0" y="50800"/>
                </a:cubicBezTo>
                <a:lnTo>
                  <a:pt x="0" y="406400"/>
                </a:lnTo>
                <a:cubicBezTo>
                  <a:pt x="0" y="434455"/>
                  <a:pt x="22745" y="457200"/>
                  <a:pt x="50800" y="457200"/>
                </a:cubicBezTo>
                <a:lnTo>
                  <a:pt x="406400" y="457200"/>
                </a:lnTo>
                <a:cubicBezTo>
                  <a:pt x="434454" y="457200"/>
                  <a:pt x="457200" y="434455"/>
                  <a:pt x="457200" y="406400"/>
                </a:cubicBezTo>
                <a:lnTo>
                  <a:pt x="457200" y="50800"/>
                </a:lnTo>
                <a:close/>
                <a:moveTo>
                  <a:pt x="406400" y="457200"/>
                </a:moveTo>
              </a:path>
            </a:pathLst>
          </a:custGeom>
          <a:solidFill>
            <a:srgbClr val="3B88C3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11" name="Freeform 711"/>
          <p:cNvSpPr/>
          <p:nvPr/>
        </p:nvSpPr>
        <p:spPr>
          <a:xfrm flipV="1">
            <a:off x="867628" y="1157813"/>
            <a:ext cx="65895" cy="170814"/>
          </a:xfrm>
          <a:custGeom>
            <a:avLst/>
            <a:gdLst/>
            <a:ahLst/>
            <a:cxnLst/>
            <a:rect l="0" t="0" r="0" b="0"/>
            <a:pathLst>
              <a:path w="109068" h="282727">
                <a:moveTo>
                  <a:pt x="50000" y="228384"/>
                </a:moveTo>
                <a:lnTo>
                  <a:pt x="26772" y="228384"/>
                </a:lnTo>
                <a:cubicBezTo>
                  <a:pt x="7874" y="228384"/>
                  <a:pt x="0" y="242163"/>
                  <a:pt x="0" y="255549"/>
                </a:cubicBezTo>
                <a:cubicBezTo>
                  <a:pt x="0" y="269329"/>
                  <a:pt x="9842" y="282727"/>
                  <a:pt x="26772" y="282727"/>
                </a:cubicBezTo>
                <a:lnTo>
                  <a:pt x="82677" y="282727"/>
                </a:lnTo>
                <a:cubicBezTo>
                  <a:pt x="99619" y="282727"/>
                  <a:pt x="109068" y="270523"/>
                  <a:pt x="109068" y="254775"/>
                </a:cubicBezTo>
                <a:lnTo>
                  <a:pt x="109068" y="30709"/>
                </a:lnTo>
                <a:cubicBezTo>
                  <a:pt x="109068" y="11011"/>
                  <a:pt x="96469" y="0"/>
                  <a:pt x="79527" y="0"/>
                </a:cubicBezTo>
                <a:cubicBezTo>
                  <a:pt x="62598" y="0"/>
                  <a:pt x="50000" y="11011"/>
                  <a:pt x="50000" y="30709"/>
                </a:cubicBezTo>
                <a:lnTo>
                  <a:pt x="50000" y="228384"/>
                </a:lnTo>
                <a:lnTo>
                  <a:pt x="50000" y="228384"/>
                </a:lnTo>
                <a:close/>
                <a:moveTo>
                  <a:pt x="-17145" y="370306"/>
                </a:moveTo>
              </a:path>
            </a:pathLst>
          </a:custGeom>
          <a:solidFill>
            <a:srgbClr val="FFFFFF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12" name="Freeform 712"/>
          <p:cNvSpPr/>
          <p:nvPr/>
        </p:nvSpPr>
        <p:spPr>
          <a:xfrm flipV="1">
            <a:off x="1891518" y="5282419"/>
            <a:ext cx="303186" cy="303186"/>
          </a:xfrm>
          <a:custGeom>
            <a:avLst/>
            <a:gdLst/>
            <a:ahLst/>
            <a:cxnLst/>
            <a:rect l="0" t="0" r="0" b="0"/>
            <a:pathLst>
              <a:path w="501826" h="501826">
                <a:moveTo>
                  <a:pt x="412558" y="412559"/>
                </a:moveTo>
                <a:cubicBezTo>
                  <a:pt x="501826" y="323291"/>
                  <a:pt x="501826" y="178536"/>
                  <a:pt x="412558" y="89268"/>
                </a:cubicBezTo>
                <a:cubicBezTo>
                  <a:pt x="323290" y="0"/>
                  <a:pt x="178548" y="0"/>
                  <a:pt x="89267" y="89268"/>
                </a:cubicBezTo>
                <a:cubicBezTo>
                  <a:pt x="0" y="178536"/>
                  <a:pt x="0" y="323291"/>
                  <a:pt x="89267" y="412559"/>
                </a:cubicBezTo>
                <a:cubicBezTo>
                  <a:pt x="178535" y="501826"/>
                  <a:pt x="323277" y="501826"/>
                  <a:pt x="412558" y="412559"/>
                </a:cubicBezTo>
              </a:path>
            </a:pathLst>
          </a:custGeom>
          <a:solidFill>
            <a:srgbClr val="FFCB4C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13" name="Freeform 713"/>
          <p:cNvSpPr/>
          <p:nvPr/>
        </p:nvSpPr>
        <p:spPr>
          <a:xfrm flipV="1">
            <a:off x="1964127" y="5355028"/>
            <a:ext cx="210184" cy="210191"/>
          </a:xfrm>
          <a:custGeom>
            <a:avLst/>
            <a:gdLst/>
            <a:ahLst/>
            <a:cxnLst/>
            <a:rect l="0" t="0" r="0" b="0"/>
            <a:pathLst>
              <a:path w="347891" h="347903">
                <a:moveTo>
                  <a:pt x="146977" y="200913"/>
                </a:moveTo>
                <a:cubicBezTo>
                  <a:pt x="102603" y="156540"/>
                  <a:pt x="67995" y="132283"/>
                  <a:pt x="24485" y="102946"/>
                </a:cubicBezTo>
                <a:cubicBezTo>
                  <a:pt x="14567" y="96227"/>
                  <a:pt x="0" y="78447"/>
                  <a:pt x="24498" y="53936"/>
                </a:cubicBezTo>
                <a:cubicBezTo>
                  <a:pt x="73482" y="4953"/>
                  <a:pt x="191008" y="0"/>
                  <a:pt x="269443" y="78435"/>
                </a:cubicBezTo>
                <a:cubicBezTo>
                  <a:pt x="347891" y="156883"/>
                  <a:pt x="342950" y="274396"/>
                  <a:pt x="293941" y="323392"/>
                </a:cubicBezTo>
                <a:cubicBezTo>
                  <a:pt x="269443" y="347903"/>
                  <a:pt x="251650" y="333324"/>
                  <a:pt x="244945" y="323392"/>
                </a:cubicBezTo>
                <a:cubicBezTo>
                  <a:pt x="215633" y="279920"/>
                  <a:pt x="191363" y="245300"/>
                  <a:pt x="146977" y="200914"/>
                </a:cubicBezTo>
                <a:lnTo>
                  <a:pt x="146977" y="200913"/>
                </a:lnTo>
                <a:close/>
                <a:moveTo>
                  <a:pt x="146990" y="445769"/>
                </a:moveTo>
              </a:path>
            </a:pathLst>
          </a:custGeom>
          <a:solidFill>
            <a:srgbClr val="65471B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14" name="Picture 714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905000" y="5308600"/>
            <a:ext cx="279400" cy="279400"/>
          </a:xfrm>
          <a:prstGeom prst="rect">
            <a:avLst/>
          </a:prstGeom>
          <a:noFill/>
        </p:spPr>
      </p:pic>
      <p:sp>
        <p:nvSpPr>
          <p:cNvPr id="715" name="Rectangle 715"/>
          <p:cNvSpPr/>
          <p:nvPr/>
        </p:nvSpPr>
        <p:spPr>
          <a:xfrm>
            <a:off x="1090612" y="1098933"/>
            <a:ext cx="4315033" cy="451137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34974"/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Al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l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LLM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ca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hallucinate</a:t>
            </a:r>
          </a:p>
          <a:p>
            <a:pPr marL="0">
              <a:lnSpc>
                <a:spcPts val="4425"/>
              </a:lnSpc>
            </a:pP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Olde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(ofte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free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)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model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hallucinate</a:t>
            </a:r>
          </a:p>
          <a:p>
            <a:pPr marL="0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more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;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hallucinatio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i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sa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creativity</a:t>
            </a:r>
          </a:p>
          <a:p>
            <a:pPr marL="0">
              <a:lnSpc>
                <a:spcPts val="3224"/>
              </a:lnSpc>
            </a:pP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feature</a:t>
            </a:r>
            <a:r>
              <a:rPr lang="en-GB" sz="2174" b="0" i="0" spc="398" baseline="0" dirty="0">
                <a:solidFill>
                  <a:srgbClr val="656D76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no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ta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bug</a:t>
            </a:r>
          </a:p>
          <a:p>
            <a:pPr marL="0">
              <a:lnSpc>
                <a:spcPts val="4500"/>
              </a:lnSpc>
            </a:pP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Researc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h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tool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ai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m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fo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an</a:t>
            </a:r>
          </a:p>
          <a:p>
            <a:pPr marL="0">
              <a:lnSpc>
                <a:spcPts val="3225"/>
              </a:lnSpc>
            </a:pP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hallucinatio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toleranc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o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f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0/10</a:t>
            </a:r>
          </a:p>
          <a:p>
            <a:pPr marL="0">
              <a:lnSpc>
                <a:spcPts val="4500"/>
              </a:lnSpc>
            </a:pP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Bu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genera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l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LLM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usuall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y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tolerate</a:t>
            </a:r>
          </a:p>
          <a:p>
            <a:pPr marL="0">
              <a:lnSpc>
                <a:spcPts val="3225"/>
              </a:lnSpc>
            </a:pP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5/10</a:t>
            </a:r>
            <a:r>
              <a:rPr lang="en-GB" sz="2174" b="0" i="0" spc="398" baseline="0" dirty="0">
                <a:solidFill>
                  <a:srgbClr val="656D76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whic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h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i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eithe</a:t>
            </a:r>
            <a:r>
              <a:rPr lang="en-GB" sz="2174" b="0" i="0" spc="505" baseline="0" dirty="0">
                <a:solidFill>
                  <a:srgbClr val="656D76"/>
                </a:solidFill>
                <a:latin typeface="Arial"/>
              </a:rPr>
              <a:t>r</a:t>
            </a:r>
            <a:r>
              <a:rPr lang="en-GB" sz="2174" b="1" i="0" spc="0" baseline="0" dirty="0">
                <a:solidFill>
                  <a:srgbClr val="656D76"/>
                </a:solidFill>
                <a:latin typeface="Arial"/>
              </a:rPr>
              <a:t>ver</a:t>
            </a:r>
            <a:r>
              <a:rPr lang="en-GB" sz="2174" b="1" i="0" spc="494" baseline="0" dirty="0">
                <a:solidFill>
                  <a:srgbClr val="656D76"/>
                </a:solidFill>
                <a:latin typeface="Arial"/>
              </a:rPr>
              <a:t>y</a:t>
            </a:r>
            <a:r>
              <a:rPr lang="en-GB" sz="2174" b="1" i="0" spc="0" baseline="0" dirty="0">
                <a:solidFill>
                  <a:srgbClr val="656D76"/>
                </a:solidFill>
                <a:latin typeface="Arial"/>
              </a:rPr>
              <a:t>creativ</a:t>
            </a:r>
            <a:r>
              <a:rPr lang="en-GB" sz="2174" b="1" i="0" spc="505" baseline="0" dirty="0">
                <a:solidFill>
                  <a:srgbClr val="656D76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or</a:t>
            </a:r>
          </a:p>
          <a:p>
            <a:pPr marL="0">
              <a:lnSpc>
                <a:spcPts val="3300"/>
              </a:lnSpc>
            </a:pPr>
            <a:r>
              <a:rPr lang="en-GB" sz="2174" b="1" i="0" spc="0" baseline="0" dirty="0">
                <a:solidFill>
                  <a:srgbClr val="656D76"/>
                </a:solidFill>
                <a:latin typeface="Arial"/>
              </a:rPr>
              <a:t>ver</a:t>
            </a:r>
            <a:r>
              <a:rPr lang="en-GB" sz="2174" b="1" i="0" spc="494" baseline="0" dirty="0">
                <a:solidFill>
                  <a:srgbClr val="656D76"/>
                </a:solidFill>
                <a:latin typeface="Arial"/>
              </a:rPr>
              <a:t>y</a:t>
            </a:r>
            <a:r>
              <a:rPr lang="en-GB" sz="2174" b="1" i="0" spc="0" baseline="0" dirty="0">
                <a:solidFill>
                  <a:srgbClr val="656D76"/>
                </a:solidFill>
                <a:latin typeface="Arial"/>
              </a:rPr>
              <a:t>dangerou</a:t>
            </a:r>
            <a:r>
              <a:rPr lang="en-GB" sz="2174" b="1" i="0" spc="504" baseline="0" dirty="0">
                <a:solidFill>
                  <a:srgbClr val="656D76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dependin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g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o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your</a:t>
            </a:r>
          </a:p>
          <a:p>
            <a:pPr marL="0">
              <a:lnSpc>
                <a:spcPts val="3224"/>
              </a:lnSpc>
            </a:pP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needs</a:t>
            </a:r>
          </a:p>
        </p:txBody>
      </p:sp>
      <p:sp>
        <p:nvSpPr>
          <p:cNvPr id="716" name="Rectangle 716"/>
          <p:cNvSpPr/>
          <p:nvPr/>
        </p:nvSpPr>
        <p:spPr>
          <a:xfrm>
            <a:off x="6372224" y="1085505"/>
            <a:ext cx="5001991" cy="448670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2️</a:t>
            </a:r>
            <a:r>
              <a:rPr lang="en-GB" sz="2174" b="0" i="0" spc="482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⃣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**Hallucination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i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cod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ar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eas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y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to</a:t>
            </a:r>
          </a:p>
          <a:p>
            <a:pPr marL="0">
              <a:lnSpc>
                <a:spcPts val="3225"/>
              </a:lnSpc>
            </a:pP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spo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(cod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wil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l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fail)</a:t>
            </a:r>
            <a:r>
              <a:rPr lang="en-GB" sz="2174" b="0" i="0" spc="398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bu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hallucination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in</a:t>
            </a:r>
          </a:p>
          <a:p>
            <a:pPr marL="0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academi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c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researc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h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ar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muc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h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harde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for</a:t>
            </a:r>
          </a:p>
          <a:p>
            <a:pPr marL="0">
              <a:lnSpc>
                <a:spcPts val="3224"/>
              </a:lnSpc>
            </a:pP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yo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u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t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o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spot*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*&gt;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Fak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(non-existent)</a:t>
            </a:r>
          </a:p>
          <a:p>
            <a:pPr marL="0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references</a:t>
            </a:r>
            <a:r>
              <a:rPr lang="en-GB" sz="2174" b="0" i="0" spc="398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fak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citations</a:t>
            </a:r>
            <a:r>
              <a:rPr lang="en-GB" sz="2174" b="0" i="0" spc="398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an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fak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quotes</a:t>
            </a:r>
          </a:p>
          <a:p>
            <a:pPr marL="0">
              <a:lnSpc>
                <a:spcPts val="3225"/>
              </a:lnSpc>
            </a:pP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ar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seriou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academi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c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integrit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y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offences</a:t>
            </a:r>
          </a:p>
          <a:p>
            <a:pPr marL="0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3️</a:t>
            </a:r>
            <a:r>
              <a:rPr lang="en-GB" sz="2174" b="0" i="0" spc="482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⃣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**D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o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no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rel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y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o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generativ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tex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or</a:t>
            </a:r>
          </a:p>
          <a:p>
            <a:pPr marL="0">
              <a:lnSpc>
                <a:spcPts val="3225"/>
              </a:lnSpc>
            </a:pP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generativ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citations</a:t>
            </a:r>
            <a:r>
              <a:rPr lang="en-GB" sz="2174" b="0" i="0" spc="398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ever*</a:t>
            </a:r>
            <a:r>
              <a:rPr lang="en-GB" sz="2174" b="0" i="0" spc="505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*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&gt;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"Safer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"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AI-</a:t>
            </a:r>
          </a:p>
          <a:p>
            <a:pPr marL="0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powere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researc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h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tool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includ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Scopu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AI,</a:t>
            </a:r>
          </a:p>
          <a:p>
            <a:pPr marL="0">
              <a:lnSpc>
                <a:spcPts val="3225"/>
              </a:lnSpc>
            </a:pP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Scite.a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i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an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LitMaps.com</a:t>
            </a:r>
            <a:r>
              <a:rPr lang="en-GB" sz="2174" b="0" i="0" spc="398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bu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chec</a:t>
            </a:r>
            <a:r>
              <a:rPr lang="en-GB" sz="2174" b="0" i="0" spc="504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k</a:t>
            </a: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them</a:t>
            </a:r>
          </a:p>
          <a:p>
            <a:pPr marL="0">
              <a:lnSpc>
                <a:spcPts val="3299"/>
              </a:lnSpc>
            </a:pPr>
            <a:r>
              <a:rPr lang="en-GB" sz="2174" b="0" i="0" spc="0" baseline="0" dirty="0">
                <a:solidFill>
                  <a:srgbClr val="000000">
                    <a:alpha val="0"/>
                  </a:srgbClr>
                </a:solidFill>
                <a:latin typeface="Arial"/>
              </a:rPr>
              <a:t>too.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Freeform 717"/>
          <p:cNvSpPr/>
          <p:nvPr/>
        </p:nvSpPr>
        <p:spPr>
          <a:xfrm flipV="1">
            <a:off x="0" y="-2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18" name="Freeform 718"/>
          <p:cNvSpPr/>
          <p:nvPr/>
        </p:nvSpPr>
        <p:spPr>
          <a:xfrm flipV="1">
            <a:off x="0" y="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19" name="Freeform 719"/>
          <p:cNvSpPr/>
          <p:nvPr/>
        </p:nvSpPr>
        <p:spPr>
          <a:xfrm flipV="1">
            <a:off x="752474" y="1076325"/>
            <a:ext cx="66674" cy="1238249"/>
          </a:xfrm>
          <a:custGeom>
            <a:avLst/>
            <a:gdLst/>
            <a:ahLst/>
            <a:cxnLst/>
            <a:rect l="0" t="0" r="0" b="0"/>
            <a:pathLst>
              <a:path w="88900" h="1651000">
                <a:moveTo>
                  <a:pt x="0" y="1651000"/>
                </a:moveTo>
                <a:lnTo>
                  <a:pt x="88900" y="1651000"/>
                </a:lnTo>
                <a:lnTo>
                  <a:pt x="88900" y="0"/>
                </a:lnTo>
                <a:lnTo>
                  <a:pt x="0" y="0"/>
                </a:lnTo>
                <a:lnTo>
                  <a:pt x="0" y="16510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20" name="Freeform 720"/>
          <p:cNvSpPr/>
          <p:nvPr/>
        </p:nvSpPr>
        <p:spPr>
          <a:xfrm flipV="1">
            <a:off x="752474" y="2466975"/>
            <a:ext cx="66674" cy="828674"/>
          </a:xfrm>
          <a:custGeom>
            <a:avLst/>
            <a:gdLst/>
            <a:ahLst/>
            <a:cxnLst/>
            <a:rect l="0" t="0" r="0" b="0"/>
            <a:pathLst>
              <a:path w="88900" h="1104900">
                <a:moveTo>
                  <a:pt x="0" y="1104900"/>
                </a:moveTo>
                <a:lnTo>
                  <a:pt x="88900" y="1104900"/>
                </a:lnTo>
                <a:lnTo>
                  <a:pt x="88900" y="0"/>
                </a:lnTo>
                <a:lnTo>
                  <a:pt x="0" y="0"/>
                </a:lnTo>
                <a:lnTo>
                  <a:pt x="0" y="11049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21" name="Freeform 721"/>
          <p:cNvSpPr/>
          <p:nvPr/>
        </p:nvSpPr>
        <p:spPr>
          <a:xfrm flipV="1">
            <a:off x="752474" y="3448050"/>
            <a:ext cx="66674" cy="1657349"/>
          </a:xfrm>
          <a:custGeom>
            <a:avLst/>
            <a:gdLst/>
            <a:ahLst/>
            <a:cxnLst/>
            <a:rect l="0" t="0" r="0" b="0"/>
            <a:pathLst>
              <a:path w="88900" h="2209800">
                <a:moveTo>
                  <a:pt x="0" y="2209800"/>
                </a:moveTo>
                <a:lnTo>
                  <a:pt x="88900" y="2209800"/>
                </a:lnTo>
                <a:lnTo>
                  <a:pt x="88900" y="0"/>
                </a:lnTo>
                <a:lnTo>
                  <a:pt x="0" y="0"/>
                </a:lnTo>
                <a:lnTo>
                  <a:pt x="0" y="22098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22" name="Freeform 722"/>
          <p:cNvSpPr/>
          <p:nvPr/>
        </p:nvSpPr>
        <p:spPr>
          <a:xfrm flipV="1">
            <a:off x="771524" y="561975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457200" h="457200">
                <a:moveTo>
                  <a:pt x="457200" y="50800"/>
                </a:moveTo>
                <a:cubicBezTo>
                  <a:pt x="457200" y="22746"/>
                  <a:pt x="434454" y="0"/>
                  <a:pt x="406400" y="0"/>
                </a:cubicBezTo>
                <a:lnTo>
                  <a:pt x="50800" y="0"/>
                </a:lnTo>
                <a:cubicBezTo>
                  <a:pt x="22745" y="0"/>
                  <a:pt x="0" y="22746"/>
                  <a:pt x="0" y="50800"/>
                </a:cubicBezTo>
                <a:lnTo>
                  <a:pt x="0" y="406400"/>
                </a:lnTo>
                <a:cubicBezTo>
                  <a:pt x="0" y="434455"/>
                  <a:pt x="22745" y="457200"/>
                  <a:pt x="50800" y="457200"/>
                </a:cubicBezTo>
                <a:lnTo>
                  <a:pt x="406400" y="457200"/>
                </a:lnTo>
                <a:cubicBezTo>
                  <a:pt x="434454" y="457200"/>
                  <a:pt x="457200" y="434455"/>
                  <a:pt x="457200" y="406400"/>
                </a:cubicBezTo>
                <a:lnTo>
                  <a:pt x="457200" y="50800"/>
                </a:lnTo>
                <a:close/>
                <a:moveTo>
                  <a:pt x="406400" y="457200"/>
                </a:moveTo>
              </a:path>
            </a:pathLst>
          </a:custGeom>
          <a:solidFill>
            <a:srgbClr val="3B88C3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23" name="Freeform 723"/>
          <p:cNvSpPr/>
          <p:nvPr/>
        </p:nvSpPr>
        <p:spPr>
          <a:xfrm flipV="1">
            <a:off x="867628" y="614888"/>
            <a:ext cx="65895" cy="170814"/>
          </a:xfrm>
          <a:custGeom>
            <a:avLst/>
            <a:gdLst/>
            <a:ahLst/>
            <a:cxnLst/>
            <a:rect l="0" t="0" r="0" b="0"/>
            <a:pathLst>
              <a:path w="109068" h="282727">
                <a:moveTo>
                  <a:pt x="50000" y="228384"/>
                </a:moveTo>
                <a:lnTo>
                  <a:pt x="26772" y="228384"/>
                </a:lnTo>
                <a:cubicBezTo>
                  <a:pt x="7874" y="228384"/>
                  <a:pt x="0" y="242163"/>
                  <a:pt x="0" y="255549"/>
                </a:cubicBezTo>
                <a:cubicBezTo>
                  <a:pt x="0" y="269329"/>
                  <a:pt x="9842" y="282727"/>
                  <a:pt x="26772" y="282727"/>
                </a:cubicBezTo>
                <a:lnTo>
                  <a:pt x="82677" y="282727"/>
                </a:lnTo>
                <a:cubicBezTo>
                  <a:pt x="99619" y="282727"/>
                  <a:pt x="109068" y="270523"/>
                  <a:pt x="109068" y="254775"/>
                </a:cubicBezTo>
                <a:lnTo>
                  <a:pt x="109068" y="30709"/>
                </a:lnTo>
                <a:cubicBezTo>
                  <a:pt x="109068" y="11011"/>
                  <a:pt x="96469" y="0"/>
                  <a:pt x="79527" y="0"/>
                </a:cubicBezTo>
                <a:cubicBezTo>
                  <a:pt x="62598" y="0"/>
                  <a:pt x="50000" y="11011"/>
                  <a:pt x="50000" y="30709"/>
                </a:cubicBezTo>
                <a:lnTo>
                  <a:pt x="50000" y="228384"/>
                </a:lnTo>
                <a:lnTo>
                  <a:pt x="50000" y="228384"/>
                </a:lnTo>
                <a:close/>
                <a:moveTo>
                  <a:pt x="-17145" y="370306"/>
                </a:moveTo>
              </a:path>
            </a:pathLst>
          </a:custGeom>
          <a:solidFill>
            <a:srgbClr val="FFFFFF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24" name="Freeform 724"/>
          <p:cNvSpPr/>
          <p:nvPr/>
        </p:nvSpPr>
        <p:spPr>
          <a:xfrm flipV="1">
            <a:off x="1891518" y="4739494"/>
            <a:ext cx="303186" cy="303186"/>
          </a:xfrm>
          <a:custGeom>
            <a:avLst/>
            <a:gdLst/>
            <a:ahLst/>
            <a:cxnLst/>
            <a:rect l="0" t="0" r="0" b="0"/>
            <a:pathLst>
              <a:path w="501826" h="501826">
                <a:moveTo>
                  <a:pt x="412558" y="412559"/>
                </a:moveTo>
                <a:cubicBezTo>
                  <a:pt x="501826" y="323291"/>
                  <a:pt x="501826" y="178536"/>
                  <a:pt x="412558" y="89268"/>
                </a:cubicBezTo>
                <a:cubicBezTo>
                  <a:pt x="323290" y="0"/>
                  <a:pt x="178548" y="0"/>
                  <a:pt x="89267" y="89268"/>
                </a:cubicBezTo>
                <a:cubicBezTo>
                  <a:pt x="0" y="178536"/>
                  <a:pt x="0" y="323291"/>
                  <a:pt x="89267" y="412559"/>
                </a:cubicBezTo>
                <a:cubicBezTo>
                  <a:pt x="178535" y="501826"/>
                  <a:pt x="323277" y="501826"/>
                  <a:pt x="412558" y="412559"/>
                </a:cubicBezTo>
              </a:path>
            </a:pathLst>
          </a:custGeom>
          <a:solidFill>
            <a:srgbClr val="FFCB4C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25" name="Freeform 725"/>
          <p:cNvSpPr/>
          <p:nvPr/>
        </p:nvSpPr>
        <p:spPr>
          <a:xfrm flipV="1">
            <a:off x="1964127" y="4812103"/>
            <a:ext cx="210184" cy="210191"/>
          </a:xfrm>
          <a:custGeom>
            <a:avLst/>
            <a:gdLst/>
            <a:ahLst/>
            <a:cxnLst/>
            <a:rect l="0" t="0" r="0" b="0"/>
            <a:pathLst>
              <a:path w="347891" h="347903">
                <a:moveTo>
                  <a:pt x="146977" y="200913"/>
                </a:moveTo>
                <a:cubicBezTo>
                  <a:pt x="102603" y="156540"/>
                  <a:pt x="67995" y="132283"/>
                  <a:pt x="24485" y="102946"/>
                </a:cubicBezTo>
                <a:cubicBezTo>
                  <a:pt x="14567" y="96227"/>
                  <a:pt x="0" y="78447"/>
                  <a:pt x="24498" y="53936"/>
                </a:cubicBezTo>
                <a:cubicBezTo>
                  <a:pt x="73482" y="4953"/>
                  <a:pt x="191008" y="0"/>
                  <a:pt x="269443" y="78435"/>
                </a:cubicBezTo>
                <a:cubicBezTo>
                  <a:pt x="347891" y="156883"/>
                  <a:pt x="342950" y="274396"/>
                  <a:pt x="293941" y="323392"/>
                </a:cubicBezTo>
                <a:cubicBezTo>
                  <a:pt x="269443" y="347903"/>
                  <a:pt x="251650" y="333324"/>
                  <a:pt x="244945" y="323392"/>
                </a:cubicBezTo>
                <a:cubicBezTo>
                  <a:pt x="215633" y="279920"/>
                  <a:pt x="191363" y="245300"/>
                  <a:pt x="146977" y="200914"/>
                </a:cubicBezTo>
                <a:lnTo>
                  <a:pt x="146977" y="200913"/>
                </a:lnTo>
                <a:close/>
                <a:moveTo>
                  <a:pt x="146990" y="445769"/>
                </a:moveTo>
              </a:path>
            </a:pathLst>
          </a:custGeom>
          <a:solidFill>
            <a:srgbClr val="65471B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26" name="Picture 726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905000" y="4762500"/>
            <a:ext cx="279400" cy="279400"/>
          </a:xfrm>
          <a:prstGeom prst="rect">
            <a:avLst/>
          </a:prstGeom>
          <a:noFill/>
        </p:spPr>
      </p:pic>
      <p:sp>
        <p:nvSpPr>
          <p:cNvPr id="727" name="Freeform 727"/>
          <p:cNvSpPr/>
          <p:nvPr/>
        </p:nvSpPr>
        <p:spPr>
          <a:xfrm flipV="1">
            <a:off x="6372224" y="2314575"/>
            <a:ext cx="66674" cy="1247774"/>
          </a:xfrm>
          <a:custGeom>
            <a:avLst/>
            <a:gdLst/>
            <a:ahLst/>
            <a:cxnLst/>
            <a:rect l="0" t="0" r="0" b="0"/>
            <a:pathLst>
              <a:path w="88900" h="1663700">
                <a:moveTo>
                  <a:pt x="0" y="1663700"/>
                </a:moveTo>
                <a:lnTo>
                  <a:pt x="88900" y="1663700"/>
                </a:lnTo>
                <a:lnTo>
                  <a:pt x="88900" y="0"/>
                </a:lnTo>
                <a:lnTo>
                  <a:pt x="0" y="0"/>
                </a:lnTo>
                <a:lnTo>
                  <a:pt x="0" y="1663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28" name="Freeform 728"/>
          <p:cNvSpPr/>
          <p:nvPr/>
        </p:nvSpPr>
        <p:spPr>
          <a:xfrm flipV="1">
            <a:off x="6372224" y="4953000"/>
            <a:ext cx="66674" cy="1247774"/>
          </a:xfrm>
          <a:custGeom>
            <a:avLst/>
            <a:gdLst/>
            <a:ahLst/>
            <a:cxnLst/>
            <a:rect l="0" t="0" r="0" b="0"/>
            <a:pathLst>
              <a:path w="88900" h="1663700">
                <a:moveTo>
                  <a:pt x="0" y="1663700"/>
                </a:moveTo>
                <a:lnTo>
                  <a:pt x="88900" y="1663700"/>
                </a:lnTo>
                <a:lnTo>
                  <a:pt x="88900" y="0"/>
                </a:lnTo>
                <a:lnTo>
                  <a:pt x="0" y="0"/>
                </a:lnTo>
                <a:lnTo>
                  <a:pt x="0" y="1663700"/>
                </a:lnTo>
                <a:close/>
              </a:path>
            </a:pathLst>
          </a:custGeom>
          <a:solidFill>
            <a:srgbClr val="D0D7DE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29" name="Freeform 729"/>
          <p:cNvSpPr/>
          <p:nvPr/>
        </p:nvSpPr>
        <p:spPr>
          <a:xfrm flipV="1">
            <a:off x="6400799" y="561975"/>
            <a:ext cx="276225" cy="276225"/>
          </a:xfrm>
          <a:custGeom>
            <a:avLst/>
            <a:gdLst/>
            <a:ahLst/>
            <a:cxnLst/>
            <a:rect l="0" t="0" r="0" b="0"/>
            <a:pathLst>
              <a:path w="457200" h="457200">
                <a:moveTo>
                  <a:pt x="457200" y="50800"/>
                </a:moveTo>
                <a:cubicBezTo>
                  <a:pt x="457200" y="22746"/>
                  <a:pt x="434454" y="0"/>
                  <a:pt x="406400" y="0"/>
                </a:cubicBezTo>
                <a:lnTo>
                  <a:pt x="50800" y="0"/>
                </a:lnTo>
                <a:cubicBezTo>
                  <a:pt x="22745" y="0"/>
                  <a:pt x="0" y="22746"/>
                  <a:pt x="0" y="50800"/>
                </a:cubicBezTo>
                <a:lnTo>
                  <a:pt x="0" y="406400"/>
                </a:lnTo>
                <a:cubicBezTo>
                  <a:pt x="0" y="434455"/>
                  <a:pt x="22745" y="457200"/>
                  <a:pt x="50800" y="457200"/>
                </a:cubicBezTo>
                <a:lnTo>
                  <a:pt x="406400" y="457200"/>
                </a:lnTo>
                <a:cubicBezTo>
                  <a:pt x="434454" y="457200"/>
                  <a:pt x="457200" y="434455"/>
                  <a:pt x="457200" y="406400"/>
                </a:cubicBezTo>
                <a:lnTo>
                  <a:pt x="457200" y="50800"/>
                </a:lnTo>
                <a:close/>
                <a:moveTo>
                  <a:pt x="406400" y="457200"/>
                </a:moveTo>
              </a:path>
            </a:pathLst>
          </a:custGeom>
          <a:solidFill>
            <a:srgbClr val="3B88C3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30" name="Freeform 730"/>
          <p:cNvSpPr/>
          <p:nvPr/>
        </p:nvSpPr>
        <p:spPr>
          <a:xfrm flipV="1">
            <a:off x="6481357" y="612241"/>
            <a:ext cx="115147" cy="172249"/>
          </a:xfrm>
          <a:custGeom>
            <a:avLst/>
            <a:gdLst/>
            <a:ahLst/>
            <a:cxnLst/>
            <a:rect l="0" t="0" r="0" b="0"/>
            <a:pathLst>
              <a:path w="190589" h="285103">
                <a:moveTo>
                  <a:pt x="159855" y="51982"/>
                </a:moveTo>
                <a:cubicBezTo>
                  <a:pt x="177190" y="51982"/>
                  <a:pt x="190589" y="44108"/>
                  <a:pt x="190589" y="25997"/>
                </a:cubicBezTo>
                <a:cubicBezTo>
                  <a:pt x="190589" y="7875"/>
                  <a:pt x="177190" y="0"/>
                  <a:pt x="162230" y="0"/>
                </a:cubicBezTo>
                <a:lnTo>
                  <a:pt x="30708" y="0"/>
                </a:lnTo>
                <a:cubicBezTo>
                  <a:pt x="13386" y="0"/>
                  <a:pt x="0" y="7875"/>
                  <a:pt x="0" y="25997"/>
                </a:cubicBezTo>
                <a:cubicBezTo>
                  <a:pt x="0" y="34252"/>
                  <a:pt x="5118" y="41352"/>
                  <a:pt x="9055" y="46076"/>
                </a:cubicBezTo>
                <a:cubicBezTo>
                  <a:pt x="41732" y="85052"/>
                  <a:pt x="77178" y="120498"/>
                  <a:pt x="107112" y="163818"/>
                </a:cubicBezTo>
                <a:cubicBezTo>
                  <a:pt x="114198" y="174054"/>
                  <a:pt x="120891" y="186271"/>
                  <a:pt x="120891" y="200445"/>
                </a:cubicBezTo>
                <a:cubicBezTo>
                  <a:pt x="120891" y="216586"/>
                  <a:pt x="108686" y="230760"/>
                  <a:pt x="92532" y="230760"/>
                </a:cubicBezTo>
                <a:cubicBezTo>
                  <a:pt x="47244" y="230760"/>
                  <a:pt x="68910" y="166967"/>
                  <a:pt x="31102" y="166967"/>
                </a:cubicBezTo>
                <a:cubicBezTo>
                  <a:pt x="12204" y="166967"/>
                  <a:pt x="2349" y="180353"/>
                  <a:pt x="2349" y="195720"/>
                </a:cubicBezTo>
                <a:cubicBezTo>
                  <a:pt x="2349" y="245326"/>
                  <a:pt x="46456" y="285103"/>
                  <a:pt x="94894" y="285103"/>
                </a:cubicBezTo>
                <a:cubicBezTo>
                  <a:pt x="143345" y="285103"/>
                  <a:pt x="182308" y="253200"/>
                  <a:pt x="182308" y="203200"/>
                </a:cubicBezTo>
                <a:cubicBezTo>
                  <a:pt x="182308" y="148476"/>
                  <a:pt x="121285" y="94120"/>
                  <a:pt x="87808" y="51994"/>
                </a:cubicBezTo>
                <a:lnTo>
                  <a:pt x="159855" y="51994"/>
                </a:lnTo>
                <a:lnTo>
                  <a:pt x="159855" y="51982"/>
                </a:lnTo>
                <a:close/>
                <a:moveTo>
                  <a:pt x="182981" y="368300"/>
                </a:moveTo>
              </a:path>
            </a:pathLst>
          </a:custGeom>
          <a:solidFill>
            <a:srgbClr val="FFFFFF">
              <a:alpha val="100000"/>
            </a:srgbClr>
          </a:solidFill>
          <a:ln w="7672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31" name="Rectangle 731"/>
          <p:cNvSpPr/>
          <p:nvPr/>
        </p:nvSpPr>
        <p:spPr>
          <a:xfrm>
            <a:off x="1090612" y="546483"/>
            <a:ext cx="4315033" cy="452090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34974"/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Al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l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LLM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ca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hallucinate</a:t>
            </a:r>
          </a:p>
          <a:p>
            <a:pPr marL="0">
              <a:lnSpc>
                <a:spcPts val="4500"/>
              </a:lnSpc>
            </a:pP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Olde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(ofte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free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)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model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hallucinate</a:t>
            </a:r>
          </a:p>
          <a:p>
            <a:pPr marL="0">
              <a:lnSpc>
                <a:spcPts val="3225"/>
              </a:lnSpc>
            </a:pP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more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;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hallucinatio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i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sa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creativity</a:t>
            </a:r>
          </a:p>
          <a:p>
            <a:pPr marL="0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feature</a:t>
            </a:r>
            <a:r>
              <a:rPr lang="en-GB" sz="2174" b="0" i="0" spc="398" baseline="0" dirty="0">
                <a:solidFill>
                  <a:srgbClr val="656D76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no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ta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bug</a:t>
            </a:r>
          </a:p>
          <a:p>
            <a:pPr marL="0">
              <a:lnSpc>
                <a:spcPts val="4424"/>
              </a:lnSpc>
            </a:pP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Researc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h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tool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ai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m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fo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r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an</a:t>
            </a:r>
          </a:p>
          <a:p>
            <a:pPr marL="0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hallucinatio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toleranc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o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f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0/10</a:t>
            </a:r>
          </a:p>
          <a:p>
            <a:pPr marL="0">
              <a:lnSpc>
                <a:spcPts val="4425"/>
              </a:lnSpc>
            </a:pP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Bu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genera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l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LLM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usuall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y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tolerate</a:t>
            </a:r>
          </a:p>
          <a:p>
            <a:pPr marL="0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5/10</a:t>
            </a:r>
            <a:r>
              <a:rPr lang="en-GB" sz="2174" b="0" i="0" spc="398" baseline="0" dirty="0">
                <a:solidFill>
                  <a:srgbClr val="656D76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whic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h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i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eithe</a:t>
            </a:r>
            <a:r>
              <a:rPr lang="en-GB" sz="2174" b="0" i="0" spc="505" baseline="0" dirty="0">
                <a:solidFill>
                  <a:srgbClr val="656D76"/>
                </a:solidFill>
                <a:latin typeface="Arial"/>
              </a:rPr>
              <a:t>r</a:t>
            </a:r>
            <a:r>
              <a:rPr lang="en-GB" sz="2174" b="1" i="0" spc="0" baseline="0" dirty="0">
                <a:solidFill>
                  <a:srgbClr val="656D76"/>
                </a:solidFill>
                <a:latin typeface="Arial"/>
              </a:rPr>
              <a:t>ver</a:t>
            </a:r>
            <a:r>
              <a:rPr lang="en-GB" sz="2174" b="1" i="0" spc="494" baseline="0" dirty="0">
                <a:solidFill>
                  <a:srgbClr val="656D76"/>
                </a:solidFill>
                <a:latin typeface="Arial"/>
              </a:rPr>
              <a:t>y</a:t>
            </a:r>
            <a:r>
              <a:rPr lang="en-GB" sz="2174" b="1" i="0" spc="0" baseline="0" dirty="0">
                <a:solidFill>
                  <a:srgbClr val="656D76"/>
                </a:solidFill>
                <a:latin typeface="Arial"/>
              </a:rPr>
              <a:t>creativ</a:t>
            </a:r>
            <a:r>
              <a:rPr lang="en-GB" sz="2174" b="1" i="0" spc="505" baseline="0" dirty="0">
                <a:solidFill>
                  <a:srgbClr val="656D76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or</a:t>
            </a:r>
          </a:p>
          <a:p>
            <a:pPr marL="0">
              <a:lnSpc>
                <a:spcPts val="3225"/>
              </a:lnSpc>
            </a:pPr>
            <a:r>
              <a:rPr lang="en-GB" sz="2174" b="1" i="0" spc="0" baseline="0" dirty="0">
                <a:solidFill>
                  <a:srgbClr val="656D76"/>
                </a:solidFill>
                <a:latin typeface="Arial"/>
              </a:rPr>
              <a:t>ver</a:t>
            </a:r>
            <a:r>
              <a:rPr lang="en-GB" sz="2174" b="1" i="0" spc="494" baseline="0" dirty="0">
                <a:solidFill>
                  <a:srgbClr val="656D76"/>
                </a:solidFill>
                <a:latin typeface="Arial"/>
              </a:rPr>
              <a:t>y</a:t>
            </a:r>
            <a:r>
              <a:rPr lang="en-GB" sz="2174" b="1" i="0" spc="0" baseline="0" dirty="0">
                <a:solidFill>
                  <a:srgbClr val="656D76"/>
                </a:solidFill>
                <a:latin typeface="Arial"/>
              </a:rPr>
              <a:t>dangerou</a:t>
            </a:r>
            <a:r>
              <a:rPr lang="en-GB" sz="2174" b="1" i="0" spc="504" baseline="0" dirty="0">
                <a:solidFill>
                  <a:srgbClr val="656D76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dependin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g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o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your</a:t>
            </a:r>
          </a:p>
          <a:p>
            <a:pPr marL="0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needs</a:t>
            </a:r>
          </a:p>
        </p:txBody>
      </p:sp>
      <p:sp>
        <p:nvSpPr>
          <p:cNvPr id="732" name="Rectangle 732"/>
          <p:cNvSpPr/>
          <p:nvPr/>
        </p:nvSpPr>
        <p:spPr>
          <a:xfrm>
            <a:off x="6372224" y="546483"/>
            <a:ext cx="4982770" cy="296833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377874"/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Hallucination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i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cod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ar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eas</a:t>
            </a:r>
            <a:r>
              <a:rPr lang="en-GB" sz="2174" b="1" i="0" spc="494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to</a:t>
            </a:r>
          </a:p>
          <a:p>
            <a:pPr marL="0">
              <a:lnSpc>
                <a:spcPts val="3300"/>
              </a:lnSpc>
            </a:pP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spo</a:t>
            </a:r>
            <a:r>
              <a:rPr lang="en-GB" sz="2174" b="1" i="0" spc="49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(cod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wil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l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fail)</a:t>
            </a:r>
            <a:r>
              <a:rPr lang="en-GB" sz="2174" b="1" i="0" spc="373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bu</a:t>
            </a:r>
            <a:r>
              <a:rPr lang="en-GB" sz="2174" b="1" i="0" spc="49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hallucination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s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in</a:t>
            </a:r>
          </a:p>
          <a:p>
            <a:pPr marL="0">
              <a:lnSpc>
                <a:spcPts val="3225"/>
              </a:lnSpc>
            </a:pP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academi</a:t>
            </a:r>
            <a:r>
              <a:rPr lang="en-GB" sz="2174" b="1" i="0" spc="494" baseline="0" dirty="0">
                <a:solidFill>
                  <a:srgbClr val="1F2328"/>
                </a:solidFill>
                <a:latin typeface="Arial"/>
              </a:rPr>
              <a:t>c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researc</a:t>
            </a:r>
            <a:r>
              <a:rPr lang="en-GB" sz="2174" b="1" i="0" spc="494" baseline="0" dirty="0">
                <a:solidFill>
                  <a:srgbClr val="1F2328"/>
                </a:solidFill>
                <a:latin typeface="Arial"/>
              </a:rPr>
              <a:t>h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ar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muc</a:t>
            </a:r>
            <a:r>
              <a:rPr lang="en-GB" sz="2174" b="1" i="0" spc="494" baseline="0" dirty="0">
                <a:solidFill>
                  <a:srgbClr val="1F2328"/>
                </a:solidFill>
                <a:latin typeface="Arial"/>
              </a:rPr>
              <a:t>h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harde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for</a:t>
            </a:r>
          </a:p>
          <a:p>
            <a:pPr marL="0">
              <a:lnSpc>
                <a:spcPts val="3300"/>
              </a:lnSpc>
            </a:pP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yo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u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1" i="0" spc="493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1" i="0" spc="0" baseline="0" dirty="0">
                <a:solidFill>
                  <a:srgbClr val="1F2328"/>
                </a:solidFill>
                <a:latin typeface="Arial"/>
              </a:rPr>
              <a:t>spot</a:t>
            </a:r>
          </a:p>
          <a:p>
            <a:pPr marL="342899">
              <a:lnSpc>
                <a:spcPts val="4424"/>
              </a:lnSpc>
            </a:pP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Fak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(non-existent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)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references</a:t>
            </a:r>
            <a:r>
              <a:rPr lang="en-GB" sz="2174" b="0" i="0" spc="398" baseline="0" dirty="0">
                <a:solidFill>
                  <a:srgbClr val="656D76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fake</a:t>
            </a:r>
          </a:p>
          <a:p>
            <a:pPr marL="342899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citations</a:t>
            </a:r>
            <a:r>
              <a:rPr lang="en-GB" sz="2174" b="0" i="0" spc="398" baseline="0" dirty="0">
                <a:solidFill>
                  <a:srgbClr val="656D76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an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fak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quote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ar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serious</a:t>
            </a:r>
          </a:p>
          <a:p>
            <a:pPr marL="342899">
              <a:lnSpc>
                <a:spcPts val="3225"/>
              </a:lnSpc>
            </a:pP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academi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c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integrit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y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offences</a:t>
            </a:r>
          </a:p>
        </p:txBody>
      </p:sp>
      <p:sp>
        <p:nvSpPr>
          <p:cNvPr id="733" name="Rectangle 733"/>
          <p:cNvSpPr/>
          <p:nvPr/>
        </p:nvSpPr>
        <p:spPr>
          <a:xfrm>
            <a:off x="6372224" y="4152555"/>
            <a:ext cx="4371495" cy="200068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3️</a:t>
            </a:r>
            <a:r>
              <a:rPr lang="en-GB" sz="2174" b="0" i="0" spc="482" baseline="0" dirty="0">
                <a:solidFill>
                  <a:srgbClr val="1F2328"/>
                </a:solidFill>
                <a:latin typeface="Arial"/>
              </a:rPr>
              <a:t>⃣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**D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no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rel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y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o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n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generativ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tex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or</a:t>
            </a:r>
          </a:p>
          <a:p>
            <a:pPr marL="0">
              <a:lnSpc>
                <a:spcPts val="3300"/>
              </a:lnSpc>
            </a:pP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generativ</a:t>
            </a:r>
            <a:r>
              <a:rPr lang="en-GB" sz="2174" b="0" i="0" spc="504" baseline="0" dirty="0">
                <a:solidFill>
                  <a:srgbClr val="1F2328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citations</a:t>
            </a:r>
            <a:r>
              <a:rPr lang="en-GB" sz="2174" b="0" i="0" spc="398" baseline="0" dirty="0">
                <a:solidFill>
                  <a:srgbClr val="1F2328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1F2328"/>
                </a:solidFill>
                <a:latin typeface="Arial"/>
              </a:rPr>
              <a:t>ever**</a:t>
            </a:r>
          </a:p>
          <a:p>
            <a:pPr marL="342899">
              <a:lnSpc>
                <a:spcPts val="3225"/>
              </a:lnSpc>
            </a:pP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"Safer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"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AI-powere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d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researc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h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tools</a:t>
            </a:r>
          </a:p>
          <a:p>
            <a:pPr marL="342899">
              <a:lnSpc>
                <a:spcPts val="3299"/>
              </a:lnSpc>
            </a:pP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includ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e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Scopu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s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AI</a:t>
            </a:r>
            <a:r>
              <a:rPr lang="en-GB" sz="2174" b="0" i="0" spc="398" baseline="0" dirty="0">
                <a:solidFill>
                  <a:srgbClr val="656D76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Scite.a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i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and</a:t>
            </a:r>
          </a:p>
          <a:p>
            <a:pPr marL="342899">
              <a:lnSpc>
                <a:spcPts val="3225"/>
              </a:lnSpc>
            </a:pP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LitMaps.com</a:t>
            </a:r>
            <a:r>
              <a:rPr lang="en-GB" sz="2174" b="0" i="0" spc="398" baseline="0" dirty="0">
                <a:solidFill>
                  <a:srgbClr val="656D76"/>
                </a:solidFill>
                <a:latin typeface="Arial"/>
              </a:rPr>
              <a:t>,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bu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t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chec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k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the</a:t>
            </a:r>
            <a:r>
              <a:rPr lang="en-GB" sz="2174" b="0" i="0" spc="504" baseline="0" dirty="0">
                <a:solidFill>
                  <a:srgbClr val="656D76"/>
                </a:solidFill>
                <a:latin typeface="Arial"/>
              </a:rPr>
              <a:t>m</a:t>
            </a:r>
            <a:r>
              <a:rPr lang="en-GB" sz="2174" b="0" i="0" spc="0" baseline="0" dirty="0">
                <a:solidFill>
                  <a:srgbClr val="656D76"/>
                </a:solidFill>
                <a:latin typeface="Arial"/>
              </a:rPr>
              <a:t>too.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Freeform 734">
            <a:hlinkClick r:id="rId2"/>
          </p:cNvPr>
          <p:cNvSpPr/>
          <p:nvPr/>
        </p:nvSpPr>
        <p:spPr>
          <a:xfrm flipV="1">
            <a:off x="0" y="-2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35" name="Freeform 735">
            <a:hlinkClick r:id="rId2"/>
          </p:cNvPr>
          <p:cNvSpPr/>
          <p:nvPr/>
        </p:nvSpPr>
        <p:spPr>
          <a:xfrm flipV="1">
            <a:off x="0" y="0"/>
            <a:ext cx="12191999" cy="6857999"/>
          </a:xfrm>
          <a:custGeom>
            <a:avLst/>
            <a:gdLst/>
            <a:ahLst/>
            <a:cxnLst/>
            <a:rect l="0" t="0" r="0" b="0"/>
            <a:pathLst>
              <a:path w="16256000" h="9144000">
                <a:moveTo>
                  <a:pt x="0" y="9144000"/>
                </a:moveTo>
                <a:lnTo>
                  <a:pt x="16256000" y="9144000"/>
                </a:lnTo>
                <a:lnTo>
                  <a:pt x="16256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4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36" name="Freeform 736"/>
          <p:cNvSpPr/>
          <p:nvPr/>
        </p:nvSpPr>
        <p:spPr>
          <a:xfrm flipV="1">
            <a:off x="790574" y="1981200"/>
            <a:ext cx="447674" cy="447674"/>
          </a:xfrm>
          <a:custGeom>
            <a:avLst/>
            <a:gdLst/>
            <a:ahLst/>
            <a:cxnLst/>
            <a:rect l="0" t="0" r="0" b="0"/>
            <a:pathLst>
              <a:path w="457200" h="457200">
                <a:moveTo>
                  <a:pt x="457200" y="50800"/>
                </a:moveTo>
                <a:cubicBezTo>
                  <a:pt x="457200" y="22746"/>
                  <a:pt x="434454" y="0"/>
                  <a:pt x="406400" y="0"/>
                </a:cubicBezTo>
                <a:lnTo>
                  <a:pt x="50800" y="0"/>
                </a:lnTo>
                <a:cubicBezTo>
                  <a:pt x="22745" y="0"/>
                  <a:pt x="0" y="22746"/>
                  <a:pt x="0" y="50800"/>
                </a:cubicBezTo>
                <a:lnTo>
                  <a:pt x="0" y="406400"/>
                </a:lnTo>
                <a:cubicBezTo>
                  <a:pt x="0" y="434455"/>
                  <a:pt x="22745" y="457200"/>
                  <a:pt x="50800" y="457200"/>
                </a:cubicBezTo>
                <a:lnTo>
                  <a:pt x="406400" y="457200"/>
                </a:lnTo>
                <a:cubicBezTo>
                  <a:pt x="434454" y="457200"/>
                  <a:pt x="457200" y="434455"/>
                  <a:pt x="457200" y="406400"/>
                </a:cubicBezTo>
                <a:lnTo>
                  <a:pt x="457200" y="50800"/>
                </a:lnTo>
                <a:close/>
                <a:moveTo>
                  <a:pt x="406400" y="457200"/>
                </a:moveTo>
              </a:path>
            </a:pathLst>
          </a:custGeom>
          <a:solidFill>
            <a:srgbClr val="77B255">
              <a:alpha val="100000"/>
            </a:srgbClr>
          </a:solidFill>
          <a:ln w="1243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37" name="Freeform 737"/>
          <p:cNvSpPr/>
          <p:nvPr/>
        </p:nvSpPr>
        <p:spPr>
          <a:xfrm flipV="1">
            <a:off x="858186" y="2050976"/>
            <a:ext cx="315001" cy="306135"/>
          </a:xfrm>
          <a:custGeom>
            <a:avLst/>
            <a:gdLst/>
            <a:ahLst/>
            <a:cxnLst/>
            <a:rect l="0" t="0" r="0" b="0"/>
            <a:pathLst>
              <a:path w="321704" h="312649">
                <a:moveTo>
                  <a:pt x="302807" y="303111"/>
                </a:moveTo>
                <a:cubicBezTo>
                  <a:pt x="288125" y="312649"/>
                  <a:pt x="268466" y="308470"/>
                  <a:pt x="258890" y="293764"/>
                </a:cubicBezTo>
                <a:lnTo>
                  <a:pt x="120638" y="80671"/>
                </a:lnTo>
                <a:lnTo>
                  <a:pt x="56769" y="139726"/>
                </a:lnTo>
                <a:cubicBezTo>
                  <a:pt x="43892" y="151638"/>
                  <a:pt x="23800" y="150838"/>
                  <a:pt x="11900" y="137973"/>
                </a:cubicBezTo>
                <a:cubicBezTo>
                  <a:pt x="0" y="125095"/>
                  <a:pt x="788" y="105004"/>
                  <a:pt x="13666" y="93104"/>
                </a:cubicBezTo>
                <a:lnTo>
                  <a:pt x="105220" y="8446"/>
                </a:lnTo>
                <a:cubicBezTo>
                  <a:pt x="111316" y="2794"/>
                  <a:pt x="119063" y="0"/>
                  <a:pt x="126759" y="0"/>
                </a:cubicBezTo>
                <a:cubicBezTo>
                  <a:pt x="135306" y="0"/>
                  <a:pt x="146241" y="3582"/>
                  <a:pt x="153416" y="14465"/>
                </a:cubicBezTo>
                <a:cubicBezTo>
                  <a:pt x="157633" y="20892"/>
                  <a:pt x="312166" y="259194"/>
                  <a:pt x="312166" y="259194"/>
                </a:cubicBezTo>
                <a:cubicBezTo>
                  <a:pt x="321704" y="273914"/>
                  <a:pt x="317513" y="293573"/>
                  <a:pt x="302807" y="303111"/>
                </a:cubicBezTo>
                <a:lnTo>
                  <a:pt x="302807" y="303111"/>
                </a:lnTo>
                <a:close/>
                <a:moveTo>
                  <a:pt x="11748" y="383908"/>
                </a:moveTo>
              </a:path>
            </a:pathLst>
          </a:custGeom>
          <a:solidFill>
            <a:srgbClr val="FFFFFF">
              <a:alpha val="100000"/>
            </a:srgbClr>
          </a:solidFill>
          <a:ln w="1243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38" name="Rectangle 738"/>
          <p:cNvSpPr/>
          <p:nvPr/>
        </p:nvSpPr>
        <p:spPr>
          <a:xfrm>
            <a:off x="747712" y="1960223"/>
            <a:ext cx="9449618" cy="294239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599838"/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U</a:t>
            </a:r>
            <a:r>
              <a:rPr lang="en-GB" sz="3479" b="1" i="0" spc="749" baseline="0" dirty="0">
                <a:solidFill>
                  <a:srgbClr val="224466"/>
                </a:solidFill>
                <a:latin typeface="Arial"/>
              </a:rPr>
              <a:t>H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Resource</a:t>
            </a:r>
            <a:r>
              <a:rPr lang="en-GB" sz="3479" b="1" i="0" spc="749" baseline="0" dirty="0">
                <a:solidFill>
                  <a:srgbClr val="224466"/>
                </a:solidFill>
                <a:latin typeface="Arial"/>
              </a:rPr>
              <a:t>s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o</a:t>
            </a:r>
            <a:r>
              <a:rPr lang="en-GB" sz="3479" b="1" i="0" spc="750" baseline="0" dirty="0">
                <a:solidFill>
                  <a:srgbClr val="224466"/>
                </a:solidFill>
                <a:latin typeface="Arial"/>
              </a:rPr>
              <a:t>n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th</a:t>
            </a:r>
            <a:r>
              <a:rPr lang="en-GB" sz="3479" b="1" i="0" spc="749" baseline="0" dirty="0">
                <a:solidFill>
                  <a:srgbClr val="224466"/>
                </a:solidFill>
                <a:latin typeface="Arial"/>
              </a:rPr>
              <a:t>e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Saf</a:t>
            </a:r>
            <a:r>
              <a:rPr lang="en-GB" sz="3479" b="1" i="0" spc="749" baseline="0" dirty="0">
                <a:solidFill>
                  <a:srgbClr val="224466"/>
                </a:solidFill>
                <a:latin typeface="Arial"/>
              </a:rPr>
              <a:t>e</a:t>
            </a:r>
            <a:r>
              <a:rPr lang="en-GB" sz="3479" b="1" i="0" spc="750" baseline="0" dirty="0">
                <a:solidFill>
                  <a:srgbClr val="224466"/>
                </a:solidFill>
                <a:latin typeface="Arial"/>
              </a:rPr>
              <a:t>&amp;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Ethica</a:t>
            </a:r>
            <a:r>
              <a:rPr lang="en-GB" sz="3479" b="1" i="0" spc="750" baseline="0" dirty="0">
                <a:solidFill>
                  <a:srgbClr val="224466"/>
                </a:solidFill>
                <a:latin typeface="Arial"/>
              </a:rPr>
              <a:t>l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Us</a:t>
            </a:r>
            <a:r>
              <a:rPr lang="en-GB" sz="3479" b="1" i="0" spc="749" baseline="0" dirty="0">
                <a:solidFill>
                  <a:srgbClr val="224466"/>
                </a:solidFill>
                <a:latin typeface="Arial"/>
              </a:rPr>
              <a:t>e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o</a:t>
            </a:r>
            <a:r>
              <a:rPr lang="en-GB" sz="3479" b="1" i="0" spc="750" baseline="0" dirty="0">
                <a:solidFill>
                  <a:srgbClr val="224466"/>
                </a:solidFill>
                <a:latin typeface="Arial"/>
              </a:rPr>
              <a:t>f</a:t>
            </a:r>
            <a:r>
              <a:rPr lang="en-GB" sz="3479" b="1" i="0" spc="0" baseline="0" dirty="0">
                <a:solidFill>
                  <a:srgbClr val="224466"/>
                </a:solidFill>
                <a:latin typeface="Arial"/>
              </a:rPr>
              <a:t>AI</a:t>
            </a:r>
          </a:p>
          <a:p>
            <a:pPr marL="0">
              <a:lnSpc>
                <a:spcPts val="7012"/>
              </a:lnSpc>
            </a:pPr>
            <a:r>
              <a:rPr lang="en-GB" sz="2392" b="1" i="0" spc="0" baseline="0" dirty="0">
                <a:solidFill>
                  <a:srgbClr val="0969DA"/>
                </a:solidFill>
                <a:latin typeface="Arial"/>
                <a:hlinkClick r:id="rId3"/>
              </a:rPr>
              <a:t>https://go.herts.ac.uk/academic-skill</a:t>
            </a:r>
            <a:r>
              <a:rPr lang="en-GB" sz="2392" b="1" i="0" spc="540" baseline="0" dirty="0">
                <a:solidFill>
                  <a:srgbClr val="0969DA"/>
                </a:solidFill>
                <a:latin typeface="Arial"/>
                <a:hlinkClick r:id="rId3"/>
              </a:rPr>
              <a:t>s</a:t>
            </a:r>
            <a:r>
              <a:rPr lang="en-GB" sz="2392" b="1" i="0" spc="539" baseline="0" dirty="0">
                <a:solidFill>
                  <a:srgbClr val="1F2328"/>
                </a:solidFill>
                <a:latin typeface="Arial"/>
              </a:rPr>
              <a:t>&gt;</a:t>
            </a:r>
            <a:r>
              <a:rPr lang="en-GB" sz="2392" b="1" i="0" spc="0" baseline="0" dirty="0">
                <a:solidFill>
                  <a:srgbClr val="1F2328"/>
                </a:solidFill>
                <a:latin typeface="Arial"/>
              </a:rPr>
              <a:t>Unit</a:t>
            </a:r>
            <a:r>
              <a:rPr lang="en-GB" sz="2392" b="1" i="0" spc="539" baseline="0" dirty="0">
                <a:solidFill>
                  <a:srgbClr val="1F2328"/>
                </a:solidFill>
                <a:latin typeface="Arial"/>
              </a:rPr>
              <a:t>s&gt;</a:t>
            </a:r>
            <a:r>
              <a:rPr lang="en-GB" sz="2392" b="1" i="0" spc="0" baseline="0" dirty="0">
                <a:solidFill>
                  <a:srgbClr val="1F2328"/>
                </a:solidFill>
                <a:latin typeface="Arial"/>
              </a:rPr>
              <a:t>A</a:t>
            </a:r>
            <a:r>
              <a:rPr lang="en-GB" sz="2392" b="1" i="0" spc="540" baseline="0" dirty="0">
                <a:solidFill>
                  <a:srgbClr val="1F2328"/>
                </a:solidFill>
                <a:latin typeface="Arial"/>
              </a:rPr>
              <a:t>I</a:t>
            </a:r>
            <a:r>
              <a:rPr lang="en-GB" sz="2392" b="1" i="0" spc="0" baseline="0" dirty="0">
                <a:solidFill>
                  <a:srgbClr val="1F2328"/>
                </a:solidFill>
                <a:latin typeface="Arial"/>
              </a:rPr>
              <a:t>an</a:t>
            </a:r>
            <a:r>
              <a:rPr lang="en-GB" sz="2392" b="1" i="0" spc="539" baseline="0" dirty="0">
                <a:solidFill>
                  <a:srgbClr val="1F2328"/>
                </a:solidFill>
                <a:latin typeface="Arial"/>
              </a:rPr>
              <a:t>d</a:t>
            </a:r>
            <a:r>
              <a:rPr lang="en-GB" sz="2392" b="1" i="0" spc="0" baseline="0" dirty="0">
                <a:solidFill>
                  <a:srgbClr val="1F2328"/>
                </a:solidFill>
                <a:latin typeface="Arial"/>
              </a:rPr>
              <a:t>You</a:t>
            </a:r>
            <a:r>
              <a:rPr lang="en-GB" sz="2392" b="1" i="0" spc="539" baseline="0" dirty="0">
                <a:solidFill>
                  <a:srgbClr val="1F2328"/>
                </a:solidFill>
                <a:latin typeface="Arial"/>
              </a:rPr>
              <a:t>r</a:t>
            </a:r>
            <a:r>
              <a:rPr lang="en-GB" sz="2392" b="1" i="0" spc="0" baseline="0" dirty="0">
                <a:solidFill>
                  <a:srgbClr val="1F2328"/>
                </a:solidFill>
                <a:latin typeface="Arial"/>
              </a:rPr>
              <a:t>Studies</a:t>
            </a:r>
          </a:p>
          <a:p>
            <a:pPr marL="0">
              <a:lnSpc>
                <a:spcPts val="6000"/>
              </a:lnSpc>
            </a:pPr>
            <a:r>
              <a:rPr lang="en-GB" sz="2392" b="1" i="0" spc="0" baseline="0" dirty="0">
                <a:solidFill>
                  <a:srgbClr val="0969DA"/>
                </a:solidFill>
                <a:latin typeface="Arial"/>
                <a:hlinkClick r:id="rId4"/>
              </a:rPr>
              <a:t>https://go.herts.ac.uk/libraryskillu</a:t>
            </a:r>
            <a:r>
              <a:rPr lang="en-GB" sz="2392" b="1" i="0" spc="540" baseline="0" dirty="0">
                <a:solidFill>
                  <a:srgbClr val="0969DA"/>
                </a:solidFill>
                <a:latin typeface="Arial"/>
                <a:hlinkClick r:id="rId4"/>
              </a:rPr>
              <a:t>p</a:t>
            </a:r>
            <a:r>
              <a:rPr lang="en-GB" sz="2392" b="1" i="0" spc="539" baseline="0" dirty="0">
                <a:solidFill>
                  <a:srgbClr val="1F2328"/>
                </a:solidFill>
                <a:latin typeface="Arial"/>
              </a:rPr>
              <a:t>&gt;</a:t>
            </a:r>
            <a:r>
              <a:rPr lang="en-GB" sz="2392" b="1" i="0" spc="0" baseline="0" dirty="0">
                <a:solidFill>
                  <a:srgbClr val="1F2328"/>
                </a:solidFill>
                <a:latin typeface="Arial"/>
              </a:rPr>
              <a:t>Unit</a:t>
            </a:r>
            <a:r>
              <a:rPr lang="en-GB" sz="2392" b="1" i="0" spc="539" baseline="0" dirty="0">
                <a:solidFill>
                  <a:srgbClr val="1F2328"/>
                </a:solidFill>
                <a:latin typeface="Arial"/>
              </a:rPr>
              <a:t>s&gt;</a:t>
            </a:r>
            <a:r>
              <a:rPr lang="en-GB" sz="2392" b="1" i="0" spc="0" baseline="0" dirty="0">
                <a:solidFill>
                  <a:srgbClr val="1F2328"/>
                </a:solidFill>
                <a:latin typeface="Arial"/>
              </a:rPr>
              <a:t>Artificia</a:t>
            </a:r>
            <a:r>
              <a:rPr lang="en-GB" sz="2392" b="1" i="0" spc="539" baseline="0" dirty="0">
                <a:solidFill>
                  <a:srgbClr val="1F2328"/>
                </a:solidFill>
                <a:latin typeface="Arial"/>
              </a:rPr>
              <a:t>l</a:t>
            </a:r>
            <a:r>
              <a:rPr lang="en-GB" sz="2392" b="1" i="0" spc="0" baseline="0" dirty="0">
                <a:solidFill>
                  <a:srgbClr val="1F2328"/>
                </a:solidFill>
                <a:latin typeface="Arial"/>
              </a:rPr>
              <a:t>Intelligence</a:t>
            </a:r>
          </a:p>
          <a:p>
            <a:pPr marL="0">
              <a:lnSpc>
                <a:spcPts val="6000"/>
              </a:lnSpc>
            </a:pPr>
            <a:r>
              <a:rPr lang="en-GB" sz="2392" b="1" i="0" spc="0" baseline="0" dirty="0">
                <a:solidFill>
                  <a:srgbClr val="0969DA"/>
                </a:solidFill>
                <a:latin typeface="Arial"/>
                <a:hlinkClick r:id="rId2"/>
              </a:rPr>
              <a:t>https://ask.herts.ac.uk/ai-tools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noFill/>
        <a:pattFill/>
        <a:grpFill/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1708</Words>
  <Application>Microsoft Macintosh PowerPoint</Application>
  <PresentationFormat>Widescreen</PresentationFormat>
  <Paragraphs>407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Practitioner Resource for Teaching LLMs to Business Students</dc:title>
  <dc:subject/>
  <dc:creator>John Hill</dc:creator>
  <cp:keywords/>
  <dc:description/>
  <cp:lastModifiedBy>John Hill</cp:lastModifiedBy>
  <cp:revision>2</cp:revision>
  <dcterms:modified xsi:type="dcterms:W3CDTF">2026-06-10T20:44:07Z</dcterms:modified>
  <cp:category/>
</cp:coreProperties>
</file>